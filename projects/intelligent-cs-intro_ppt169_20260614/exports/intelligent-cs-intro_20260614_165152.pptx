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系统基于三大核心技术构建。展示层使用 Streamlit，以纯 Python 代码实现 Web 界面和会话管理。代理层基于 LangChain 和 LangGraph，通过 ReAct 模式编排多个工具调用。存储层使用 ChromaDB 作为向量数据库，配合 HuggingFace 的多语言嵌入模型在本地 CPU 上运行。大语言模型选择了 DeepSeek，通过 OpenAI 兼容接口接入，网络搜索回退使用 DuckDuckGo，无需额外 API 密钥。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数据经过四个阶段完成从文件到智能回答的流转。第一阶段是文件上传，用户在 Web 界面拖拽或点击上传，系统基于文件名和大小进行去重校验。第二阶段是解析分块，系统自动检测文件格式并调度对应的加载器，使用中文感知的分割策略将文档切分为语义连贯的分块。第三阶段是向量化存储，每个分块通过嵌入模型转为向量并存入 ChromaDB。第四阶段是检索生成，用户提问后 retriever 先检索文档，不足时回退到 web_search，最后 DeepSeek 大模型流式生成回答并标注来源。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857500"/>
              <a:ext cx="57150" cy="1143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01250" y="762000"/>
            <a:ext cx="1714500" cy="1714500"/>
            <a:chOff x="10001250" y="762000"/>
            <a:chExt cx="1714500" cy="1714500"/>
          </a:xfrm>
        </p:grpSpPr>
        <p:sp>
          <p:nvSpPr>
            <p:cNvPr id="6" name="Rectangle 6"/>
            <p:cNvSpPr/>
            <p:nvPr/>
          </p:nvSpPr>
          <p:spPr>
            <a:xfrm>
              <a:off x="10001250" y="762000"/>
              <a:ext cx="1714500" cy="1714500"/>
            </a:xfrm>
            <a:prstGeom prst="rect">
              <a:avLst/>
            </a:prstGeom>
            <a:noFill/>
            <a:ln w="14288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287000" y="1047750"/>
              <a:ext cx="1143000" cy="1143000"/>
            </a:xfrm>
            <a:prstGeom prst="rect">
              <a:avLst/>
            </a:prstGeom>
            <a:noFill/>
            <a:ln w="9525">
              <a:solidFill>
                <a:srgbClr val="6C3FD4">
                  <a:alpha val="1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572750" y="1333500"/>
              <a:ext cx="571500" cy="571500"/>
            </a:xfrm>
            <a:prstGeom prst="rect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5905500"/>
            <a:ext cx="1905000" cy="95250"/>
            <a:chOff x="762000" y="5905500"/>
            <a:chExt cx="1905000" cy="9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5905500"/>
              <a:ext cx="1905000" cy="190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5981700"/>
              <a:ext cx="952500" cy="190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040" y="2148840"/>
            <a:ext cx="4154424" cy="975360"/>
            <a:chOff x="701040" y="2148840"/>
            <a:chExt cx="4154424" cy="9753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1488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330" y="3011805"/>
            <a:ext cx="3203734" cy="750570"/>
            <a:chOff x="735330" y="3011805"/>
            <a:chExt cx="3203734" cy="750570"/>
          </a:xfrm>
        </p:grpSpPr>
        <p:sp>
          <p:nvSpPr>
            <p:cNvPr id="15" name="TextBox 15"/>
            <p:cNvSpPr txBox="1"/>
            <p:nvPr/>
          </p:nvSpPr>
          <p:spPr>
            <a:xfrm>
              <a:off x="735330" y="3011805"/>
              <a:ext cx="32037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457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000500"/>
            <a:ext cx="1219200" cy="28575"/>
            <a:chOff x="762000" y="4000500"/>
            <a:chExt cx="12192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000500"/>
              <a:ext cx="7620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0200" y="4000500"/>
              <a:ext cx="381000" cy="2857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6165056"/>
            <a:ext cx="10695623" cy="411956"/>
            <a:chOff x="747712" y="6165056"/>
            <a:chExt cx="10695623" cy="411956"/>
          </a:xfrm>
        </p:grpSpPr>
        <p:sp>
          <p:nvSpPr>
            <p:cNvPr id="21" name="TextBox 21"/>
            <p:cNvSpPr txBox="1"/>
            <p:nvPr/>
          </p:nvSpPr>
          <p:spPr>
            <a:xfrm>
              <a:off x="747712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77598" y="63636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2026.06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18160"/>
            <a:ext cx="980885" cy="610552"/>
            <a:chOff x="762000" y="518160"/>
            <a:chExt cx="980885" cy="610552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18160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9153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476375"/>
            <a:ext cx="10668000" cy="2693194"/>
            <a:chOff x="762000" y="1476375"/>
            <a:chExt cx="10668000" cy="2693194"/>
          </a:xfrm>
        </p:grpSpPr>
        <p:grpSp>
          <p:nvGrpSpPr>
            <p:cNvPr id="27" name="Group 27"/>
            <p:cNvGrpSpPr/>
            <p:nvPr/>
          </p:nvGrpSpPr>
          <p:grpSpPr>
            <a:xfrm>
              <a:off x="762000" y="1476375"/>
              <a:ext cx="5143500" cy="2693194"/>
              <a:chOff x="762000" y="1476375"/>
              <a:chExt cx="5143500" cy="269319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210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524000" y="16383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95450" y="16668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19140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0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3241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95450" y="23526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2118" y="25998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5240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95450" y="3038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2118" y="32856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6957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95450" y="37242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21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1476375"/>
              <a:ext cx="5143500" cy="2693194"/>
              <a:chOff x="6286500" y="1476375"/>
              <a:chExt cx="5143500" cy="26931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455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048500" y="16383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19950" y="16668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26618" y="191404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55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048500" y="23241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9950" y="2352675"/>
                <a:ext cx="14382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6618" y="25998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455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0485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219950" y="30384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6618" y="3285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455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048500" y="36957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19950" y="372427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26618" y="3971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13385"/>
            <a:ext cx="3466291" cy="593884"/>
            <a:chOff x="762000" y="413385"/>
            <a:chExt cx="3466291" cy="593884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133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8091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RAG-POWERED INTELLIGENT CUSTOMER SERVICE SYSTEM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238250"/>
            <a:ext cx="10614993" cy="5048250"/>
            <a:chOff x="762000" y="1238250"/>
            <a:chExt cx="10614993" cy="50482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8100" cy="5048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795" y="1488758"/>
              <a:ext cx="94920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 xml:space="preserve"> RAG（检索增强生成）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架构，将用户上传的文档作为知识库，结合大语言模型进行智能问答。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012632"/>
              <a:ext cx="103501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支持 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文件格式：PDF、DOCX、TXT、Markdown、CSV、HTML、图片 OCR，满足企业多样化文档需求。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2536508"/>
              <a:ext cx="88210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 (DuckDuckGo)。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6795" y="306038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238250"/>
            <a:ext cx="5161216" cy="5048250"/>
            <a:chOff x="6286500" y="1238250"/>
            <a:chExt cx="5161216" cy="5048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238250"/>
              <a:ext cx="514350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6968" y="139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96050" y="1866900"/>
              <a:ext cx="4951666" cy="381000"/>
              <a:chOff x="6496050" y="1866900"/>
              <a:chExt cx="4951666" cy="381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96050" y="18669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654403" y="1945480"/>
                <a:ext cx="175766" cy="171451"/>
                <a:chOff x="6654403" y="1945480"/>
                <a:chExt cx="175766" cy="17145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5131" y="1952625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50006"/>
                      </a:moveTo>
                      <a:lnTo>
                        <a:pt x="0" y="500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654403" y="1945480"/>
                  <a:ext cx="175766" cy="17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66" h="171451">
                      <a:moveTo>
                        <a:pt x="21431" y="107158"/>
                      </a:moveTo>
                      <a:lnTo>
                        <a:pt x="7144" y="107158"/>
                      </a:lnTo>
                      <a:cubicBezTo>
                        <a:pt x="3198" y="107158"/>
                        <a:pt x="0" y="110356"/>
                        <a:pt x="0" y="114301"/>
                      </a:cubicBezTo>
                      <a:lnTo>
                        <a:pt x="0" y="164308"/>
                      </a:lnTo>
                      <a:cubicBezTo>
                        <a:pt x="0" y="168253"/>
                        <a:pt x="3198" y="171451"/>
                        <a:pt x="7144" y="171451"/>
                      </a:cubicBezTo>
                      <a:lnTo>
                        <a:pt x="21431" y="171451"/>
                      </a:lnTo>
                      <a:cubicBezTo>
                        <a:pt x="39185" y="171451"/>
                        <a:pt x="53578" y="157059"/>
                        <a:pt x="53578" y="139305"/>
                      </a:cubicBezTo>
                      <a:cubicBezTo>
                        <a:pt x="53578" y="121550"/>
                        <a:pt x="39185" y="107158"/>
                        <a:pt x="21431" y="107158"/>
                      </a:cubicBezTo>
                      <a:close/>
                      <a:moveTo>
                        <a:pt x="21431" y="157164"/>
                      </a:moveTo>
                      <a:lnTo>
                        <a:pt x="14288" y="157164"/>
                      </a:lnTo>
                      <a:lnTo>
                        <a:pt x="14288" y="121445"/>
                      </a:lnTo>
                      <a:lnTo>
                        <a:pt x="21431" y="121445"/>
                      </a:lnTo>
                      <a:cubicBezTo>
                        <a:pt x="31295" y="121445"/>
                        <a:pt x="39291" y="129441"/>
                        <a:pt x="39291" y="139305"/>
                      </a:cubicBezTo>
                      <a:cubicBezTo>
                        <a:pt x="39291" y="149168"/>
                        <a:pt x="31295" y="157164"/>
                        <a:pt x="21431" y="157164"/>
                      </a:cubicBezTo>
                      <a:close/>
                      <a:moveTo>
                        <a:pt x="172816" y="152780"/>
                      </a:moveTo>
                      <a:cubicBezTo>
                        <a:pt x="175666" y="155507"/>
                        <a:pt x="175766" y="160028"/>
                        <a:pt x="173039" y="162879"/>
                      </a:cubicBezTo>
                      <a:cubicBezTo>
                        <a:pt x="168012" y="168291"/>
                        <a:pt x="160977" y="171392"/>
                        <a:pt x="153591" y="171451"/>
                      </a:cubicBezTo>
                      <a:cubicBezTo>
                        <a:pt x="137830" y="171451"/>
                        <a:pt x="125016" y="157030"/>
                        <a:pt x="125016" y="139305"/>
                      </a:cubicBezTo>
                      <a:cubicBezTo>
                        <a:pt x="125016" y="121579"/>
                        <a:pt x="137830" y="107158"/>
                        <a:pt x="153591" y="107158"/>
                      </a:cubicBezTo>
                      <a:cubicBezTo>
                        <a:pt x="160977" y="107218"/>
                        <a:pt x="168012" y="110318"/>
                        <a:pt x="173039" y="115730"/>
                      </a:cubicBezTo>
                      <a:cubicBezTo>
                        <a:pt x="175705" y="118590"/>
                        <a:pt x="175578" y="123061"/>
                        <a:pt x="172753" y="125763"/>
                      </a:cubicBezTo>
                      <a:cubicBezTo>
                        <a:pt x="169928" y="128466"/>
                        <a:pt x="165456" y="128396"/>
                        <a:pt x="162717" y="125606"/>
                      </a:cubicBezTo>
                      <a:cubicBezTo>
                        <a:pt x="160373" y="123028"/>
                        <a:pt x="157074" y="121523"/>
                        <a:pt x="153591" y="121445"/>
                      </a:cubicBezTo>
                      <a:cubicBezTo>
                        <a:pt x="145715" y="121445"/>
                        <a:pt x="139303" y="129482"/>
                        <a:pt x="139303" y="139305"/>
                      </a:cubicBezTo>
                      <a:cubicBezTo>
                        <a:pt x="139303" y="149127"/>
                        <a:pt x="145715" y="157164"/>
                        <a:pt x="153591" y="157164"/>
                      </a:cubicBezTo>
                      <a:cubicBezTo>
                        <a:pt x="157076" y="157092"/>
                        <a:pt x="160377" y="155587"/>
                        <a:pt x="162717" y="153003"/>
                      </a:cubicBezTo>
                      <a:cubicBezTo>
                        <a:pt x="165444" y="150153"/>
                        <a:pt x="169966" y="150053"/>
                        <a:pt x="172816" y="152780"/>
                      </a:cubicBezTo>
                      <a:close/>
                      <a:moveTo>
                        <a:pt x="89297" y="107158"/>
                      </a:moveTo>
                      <a:cubicBezTo>
                        <a:pt x="73545" y="107158"/>
                        <a:pt x="60722" y="121579"/>
                        <a:pt x="60722" y="139305"/>
                      </a:cubicBezTo>
                      <a:cubicBezTo>
                        <a:pt x="60722" y="157030"/>
                        <a:pt x="73545" y="171451"/>
                        <a:pt x="89297" y="171451"/>
                      </a:cubicBezTo>
                      <a:cubicBezTo>
                        <a:pt x="105049" y="171451"/>
                        <a:pt x="117872" y="157030"/>
                        <a:pt x="117872" y="139305"/>
                      </a:cubicBezTo>
                      <a:cubicBezTo>
                        <a:pt x="117872" y="121579"/>
                        <a:pt x="105049" y="107158"/>
                        <a:pt x="89297" y="107158"/>
                      </a:cubicBezTo>
                      <a:close/>
                      <a:moveTo>
                        <a:pt x="89297" y="157164"/>
                      </a:moveTo>
                      <a:cubicBezTo>
                        <a:pt x="81421" y="157164"/>
                        <a:pt x="75009" y="149127"/>
                        <a:pt x="75009" y="139305"/>
                      </a:cubicBezTo>
                      <a:cubicBezTo>
                        <a:pt x="75009" y="129482"/>
                        <a:pt x="81421" y="121445"/>
                        <a:pt x="89297" y="121445"/>
                      </a:cubicBezTo>
                      <a:cubicBezTo>
                        <a:pt x="97173" y="121445"/>
                        <a:pt x="103584" y="129482"/>
                        <a:pt x="103584" y="139305"/>
                      </a:cubicBezTo>
                      <a:cubicBezTo>
                        <a:pt x="103584" y="149127"/>
                        <a:pt x="97173" y="157164"/>
                        <a:pt x="89297" y="157164"/>
                      </a:cubicBezTo>
                      <a:close/>
                      <a:moveTo>
                        <a:pt x="17859" y="85726"/>
                      </a:moveTo>
                      <a:cubicBezTo>
                        <a:pt x="21805" y="85726"/>
                        <a:pt x="25003" y="82528"/>
                        <a:pt x="25003" y="78583"/>
                      </a:cubicBezTo>
                      <a:lnTo>
                        <a:pt x="25003" y="14289"/>
                      </a:lnTo>
                      <a:lnTo>
                        <a:pt x="103584" y="14289"/>
                      </a:lnTo>
                      <a:lnTo>
                        <a:pt x="103584" y="57151"/>
                      </a:lnTo>
                      <a:cubicBezTo>
                        <a:pt x="103584" y="61097"/>
                        <a:pt x="106783" y="64295"/>
                        <a:pt x="110728" y="64295"/>
                      </a:cubicBezTo>
                      <a:lnTo>
                        <a:pt x="153591" y="64295"/>
                      </a:lnTo>
                      <a:lnTo>
                        <a:pt x="153591" y="78583"/>
                      </a:lnTo>
                      <a:cubicBezTo>
                        <a:pt x="153591" y="82528"/>
                        <a:pt x="156789" y="85726"/>
                        <a:pt x="160734" y="85726"/>
                      </a:cubicBezTo>
                      <a:cubicBezTo>
                        <a:pt x="164680" y="85726"/>
                        <a:pt x="167878" y="82528"/>
                        <a:pt x="167878" y="78583"/>
                      </a:cubicBezTo>
                      <a:lnTo>
                        <a:pt x="167878" y="57151"/>
                      </a:lnTo>
                      <a:cubicBezTo>
                        <a:pt x="167880" y="55256"/>
                        <a:pt x="167128" y="53438"/>
                        <a:pt x="165789" y="52097"/>
                      </a:cubicBezTo>
                      <a:lnTo>
                        <a:pt x="115782" y="2091"/>
                      </a:lnTo>
                      <a:cubicBezTo>
                        <a:pt x="114441" y="752"/>
                        <a:pt x="112623" y="0"/>
                        <a:pt x="110728" y="1"/>
                      </a:cubicBezTo>
                      <a:lnTo>
                        <a:pt x="25003" y="1"/>
                      </a:lnTo>
                      <a:cubicBezTo>
                        <a:pt x="17112" y="1"/>
                        <a:pt x="10716" y="6398"/>
                        <a:pt x="10716" y="14289"/>
                      </a:cubicBezTo>
                      <a:lnTo>
                        <a:pt x="10716" y="78583"/>
                      </a:lnTo>
                      <a:cubicBezTo>
                        <a:pt x="10716" y="82528"/>
                        <a:pt x="13914" y="85726"/>
                        <a:pt x="17859" y="85726"/>
                      </a:cubicBezTo>
                      <a:close/>
                      <a:moveTo>
                        <a:pt x="117872" y="24388"/>
                      </a:moveTo>
                      <a:lnTo>
                        <a:pt x="143491" y="50008"/>
                      </a:lnTo>
                      <a:lnTo>
                        <a:pt x="117872" y="5000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956108" y="1957864"/>
                <a:ext cx="1076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8665" y="19821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96050" y="2400300"/>
              <a:ext cx="4724400" cy="381000"/>
              <a:chOff x="6496050" y="2400300"/>
              <a:chExt cx="47244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496050" y="24003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642705" y="2470721"/>
                <a:ext cx="194566" cy="194600"/>
                <a:chOff x="6642705" y="2470721"/>
                <a:chExt cx="194566" cy="194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7975" y="24860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42705" y="2470721"/>
                  <a:ext cx="194566" cy="1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66" h="194600">
                      <a:moveTo>
                        <a:pt x="191774" y="181700"/>
                      </a:moveTo>
                      <a:lnTo>
                        <a:pt x="147072" y="136998"/>
                      </a:lnTo>
                      <a:cubicBezTo>
                        <a:pt x="174041" y="104654"/>
                        <a:pt x="170798" y="56818"/>
                        <a:pt x="139712" y="28409"/>
                      </a:cubicBezTo>
                      <a:cubicBezTo>
                        <a:pt x="108625" y="0"/>
                        <a:pt x="60692" y="1067"/>
                        <a:pt x="30901" y="30832"/>
                      </a:cubicBezTo>
                      <a:cubicBezTo>
                        <a:pt x="1110" y="60597"/>
                        <a:pt x="0" y="108529"/>
                        <a:pt x="28382" y="139641"/>
                      </a:cubicBezTo>
                      <a:cubicBezTo>
                        <a:pt x="56763" y="170752"/>
                        <a:pt x="104596" y="174037"/>
                        <a:pt x="136964" y="147097"/>
                      </a:cubicBezTo>
                      <a:lnTo>
                        <a:pt x="181666" y="191808"/>
                      </a:lnTo>
                      <a:cubicBezTo>
                        <a:pt x="184457" y="194600"/>
                        <a:pt x="188983" y="194600"/>
                        <a:pt x="191774" y="191808"/>
                      </a:cubicBezTo>
                      <a:cubicBezTo>
                        <a:pt x="194566" y="189017"/>
                        <a:pt x="194566" y="184491"/>
                        <a:pt x="191774" y="181700"/>
                      </a:cubicBezTo>
                      <a:close/>
                      <a:moveTo>
                        <a:pt x="22414" y="86742"/>
                      </a:moveTo>
                      <a:cubicBezTo>
                        <a:pt x="22414" y="51233"/>
                        <a:pt x="51199" y="22448"/>
                        <a:pt x="86707" y="22448"/>
                      </a:cubicBezTo>
                      <a:cubicBezTo>
                        <a:pt x="122216" y="22448"/>
                        <a:pt x="151001" y="51233"/>
                        <a:pt x="151001" y="86742"/>
                      </a:cubicBezTo>
                      <a:cubicBezTo>
                        <a:pt x="151001" y="122250"/>
                        <a:pt x="122216" y="151035"/>
                        <a:pt x="86707" y="151035"/>
                      </a:cubicBezTo>
                      <a:cubicBezTo>
                        <a:pt x="51215" y="150996"/>
                        <a:pt x="22453" y="122234"/>
                        <a:pt x="22414" y="86742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956108" y="24912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49665" y="25155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+ 联网回退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96050" y="2933700"/>
              <a:ext cx="4724400" cy="381000"/>
              <a:chOff x="6496050" y="2933700"/>
              <a:chExt cx="47244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96050" y="29337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36537" y="3008691"/>
                <a:ext cx="214319" cy="185774"/>
                <a:chOff x="6636537" y="3008691"/>
                <a:chExt cx="214319" cy="18577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43649" y="3019425"/>
                  <a:ext cx="200069" cy="16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69" h="164306">
                      <a:moveTo>
                        <a:pt x="200063" y="82153"/>
                      </a:moveTo>
                      <a:cubicBezTo>
                        <a:pt x="200069" y="100322"/>
                        <a:pt x="188619" y="116521"/>
                        <a:pt x="171488" y="122578"/>
                      </a:cubicBezTo>
                      <a:lnTo>
                        <a:pt x="171488" y="122578"/>
                      </a:lnTo>
                      <a:lnTo>
                        <a:pt x="171488" y="128588"/>
                      </a:lnTo>
                      <a:cubicBezTo>
                        <a:pt x="171488" y="148314"/>
                        <a:pt x="155497" y="164306"/>
                        <a:pt x="135770" y="164306"/>
                      </a:cubicBezTo>
                      <a:cubicBezTo>
                        <a:pt x="116043" y="164306"/>
                        <a:pt x="100051" y="148314"/>
                        <a:pt x="100051" y="128588"/>
                      </a:cubicBezTo>
                      <a:cubicBezTo>
                        <a:pt x="100051" y="148314"/>
                        <a:pt x="84059" y="164306"/>
                        <a:pt x="64332" y="164306"/>
                      </a:cubicBezTo>
                      <a:cubicBezTo>
                        <a:pt x="44605" y="164306"/>
                        <a:pt x="28613" y="148314"/>
                        <a:pt x="28613" y="128588"/>
                      </a:cubicBezTo>
                      <a:lnTo>
                        <a:pt x="28613" y="122578"/>
                      </a:lnTo>
                      <a:lnTo>
                        <a:pt x="28613" y="122578"/>
                      </a:lnTo>
                      <a:cubicBezTo>
                        <a:pt x="11468" y="116534"/>
                        <a:pt x="0" y="100332"/>
                        <a:pt x="0" y="82153"/>
                      </a:cubicBezTo>
                      <a:cubicBezTo>
                        <a:pt x="0" y="63974"/>
                        <a:pt x="11468" y="47772"/>
                        <a:pt x="28613" y="41728"/>
                      </a:cubicBezTo>
                      <a:lnTo>
                        <a:pt x="28613" y="35719"/>
                      </a:lnTo>
                      <a:cubicBezTo>
                        <a:pt x="28613" y="15992"/>
                        <a:pt x="44605" y="0"/>
                        <a:pt x="64332" y="0"/>
                      </a:cubicBezTo>
                      <a:cubicBezTo>
                        <a:pt x="84059" y="0"/>
                        <a:pt x="100051" y="15992"/>
                        <a:pt x="100051" y="35719"/>
                      </a:cubicBezTo>
                      <a:cubicBezTo>
                        <a:pt x="100051" y="15992"/>
                        <a:pt x="116043" y="0"/>
                        <a:pt x="135770" y="0"/>
                      </a:cubicBezTo>
                      <a:cubicBezTo>
                        <a:pt x="155497" y="0"/>
                        <a:pt x="171488" y="15992"/>
                        <a:pt x="171488" y="35719"/>
                      </a:cubicBezTo>
                      <a:lnTo>
                        <a:pt x="171488" y="41728"/>
                      </a:lnTo>
                      <a:cubicBezTo>
                        <a:pt x="188619" y="47785"/>
                        <a:pt x="200069" y="63984"/>
                        <a:pt x="200063" y="8215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36537" y="3008691"/>
                  <a:ext cx="214319" cy="1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9" h="185774">
                      <a:moveTo>
                        <a:pt x="214319" y="92887"/>
                      </a:moveTo>
                      <a:cubicBezTo>
                        <a:pt x="214300" y="73574"/>
                        <a:pt x="203183" y="55992"/>
                        <a:pt x="185744" y="47694"/>
                      </a:cubicBezTo>
                      <a:lnTo>
                        <a:pt x="185744" y="46453"/>
                      </a:lnTo>
                      <a:cubicBezTo>
                        <a:pt x="185727" y="27553"/>
                        <a:pt x="173334" y="10895"/>
                        <a:pt x="155237" y="5448"/>
                      </a:cubicBezTo>
                      <a:cubicBezTo>
                        <a:pt x="137139" y="0"/>
                        <a:pt x="117610" y="7048"/>
                        <a:pt x="107163" y="22798"/>
                      </a:cubicBezTo>
                      <a:cubicBezTo>
                        <a:pt x="96716" y="7048"/>
                        <a:pt x="77186" y="0"/>
                        <a:pt x="59089" y="5448"/>
                      </a:cubicBezTo>
                      <a:cubicBezTo>
                        <a:pt x="40992" y="10895"/>
                        <a:pt x="28599" y="27553"/>
                        <a:pt x="28582" y="46453"/>
                      </a:cubicBezTo>
                      <a:lnTo>
                        <a:pt x="28582" y="47694"/>
                      </a:lnTo>
                      <a:cubicBezTo>
                        <a:pt x="11127" y="55970"/>
                        <a:pt x="0" y="73560"/>
                        <a:pt x="0" y="92878"/>
                      </a:cubicBezTo>
                      <a:cubicBezTo>
                        <a:pt x="0" y="112196"/>
                        <a:pt x="11127" y="129786"/>
                        <a:pt x="28582" y="138062"/>
                      </a:cubicBezTo>
                      <a:lnTo>
                        <a:pt x="28582" y="139321"/>
                      </a:lnTo>
                      <a:cubicBezTo>
                        <a:pt x="28599" y="158221"/>
                        <a:pt x="40992" y="174879"/>
                        <a:pt x="59089" y="180326"/>
                      </a:cubicBezTo>
                      <a:cubicBezTo>
                        <a:pt x="77186" y="185774"/>
                        <a:pt x="96716" y="178726"/>
                        <a:pt x="107163" y="162976"/>
                      </a:cubicBezTo>
                      <a:cubicBezTo>
                        <a:pt x="117610" y="178726"/>
                        <a:pt x="137139" y="185774"/>
                        <a:pt x="155237" y="180326"/>
                      </a:cubicBezTo>
                      <a:cubicBezTo>
                        <a:pt x="173334" y="174879"/>
                        <a:pt x="185727" y="158221"/>
                        <a:pt x="185744" y="139321"/>
                      </a:cubicBezTo>
                      <a:lnTo>
                        <a:pt x="185744" y="138062"/>
                      </a:lnTo>
                      <a:cubicBezTo>
                        <a:pt x="203180" y="129770"/>
                        <a:pt x="214297" y="112194"/>
                        <a:pt x="214319" y="92887"/>
                      </a:cubicBezTo>
                      <a:close/>
                      <a:moveTo>
                        <a:pt x="71444" y="167896"/>
                      </a:moveTo>
                      <a:cubicBezTo>
                        <a:pt x="56853" y="167894"/>
                        <a:pt x="44607" y="156900"/>
                        <a:pt x="43039" y="142393"/>
                      </a:cubicBezTo>
                      <a:cubicBezTo>
                        <a:pt x="45349" y="142723"/>
                        <a:pt x="47679" y="142890"/>
                        <a:pt x="50013" y="142893"/>
                      </a:cubicBezTo>
                      <a:lnTo>
                        <a:pt x="57157" y="142893"/>
                      </a:lnTo>
                      <a:cubicBezTo>
                        <a:pt x="61102" y="142893"/>
                        <a:pt x="64300" y="139695"/>
                        <a:pt x="64300" y="135749"/>
                      </a:cubicBezTo>
                      <a:cubicBezTo>
                        <a:pt x="64300" y="131804"/>
                        <a:pt x="61102" y="128606"/>
                        <a:pt x="57157" y="128606"/>
                      </a:cubicBezTo>
                      <a:lnTo>
                        <a:pt x="50013" y="128606"/>
                      </a:lnTo>
                      <a:cubicBezTo>
                        <a:pt x="32600" y="128626"/>
                        <a:pt x="17710" y="116087"/>
                        <a:pt x="14766" y="98924"/>
                      </a:cubicBezTo>
                      <a:cubicBezTo>
                        <a:pt x="11823" y="81762"/>
                        <a:pt x="21685" y="64978"/>
                        <a:pt x="38110" y="59195"/>
                      </a:cubicBezTo>
                      <a:cubicBezTo>
                        <a:pt x="40962" y="58185"/>
                        <a:pt x="42869" y="55488"/>
                        <a:pt x="42869" y="52462"/>
                      </a:cubicBezTo>
                      <a:lnTo>
                        <a:pt x="42869" y="46453"/>
                      </a:lnTo>
                      <a:cubicBezTo>
                        <a:pt x="42869" y="30671"/>
                        <a:pt x="55663" y="17878"/>
                        <a:pt x="71444" y="17878"/>
                      </a:cubicBezTo>
                      <a:cubicBezTo>
                        <a:pt x="87226" y="17878"/>
                        <a:pt x="100019" y="30671"/>
                        <a:pt x="100019" y="46453"/>
                      </a:cubicBezTo>
                      <a:lnTo>
                        <a:pt x="100019" y="107407"/>
                      </a:lnTo>
                      <a:cubicBezTo>
                        <a:pt x="92175" y="100351"/>
                        <a:pt x="81995" y="96451"/>
                        <a:pt x="71444" y="96459"/>
                      </a:cubicBezTo>
                      <a:cubicBezTo>
                        <a:pt x="67499" y="96459"/>
                        <a:pt x="64300" y="99657"/>
                        <a:pt x="64300" y="103603"/>
                      </a:cubicBezTo>
                      <a:cubicBezTo>
                        <a:pt x="64300" y="107548"/>
                        <a:pt x="67499" y="110746"/>
                        <a:pt x="71444" y="110746"/>
                      </a:cubicBezTo>
                      <a:cubicBezTo>
                        <a:pt x="87226" y="110746"/>
                        <a:pt x="100019" y="123540"/>
                        <a:pt x="100019" y="139321"/>
                      </a:cubicBezTo>
                      <a:cubicBezTo>
                        <a:pt x="100019" y="155103"/>
                        <a:pt x="87226" y="167896"/>
                        <a:pt x="71444" y="167896"/>
                      </a:cubicBezTo>
                      <a:close/>
                      <a:moveTo>
                        <a:pt x="164313" y="128606"/>
                      </a:moveTo>
                      <a:lnTo>
                        <a:pt x="157169" y="128606"/>
                      </a:lnTo>
                      <a:cubicBezTo>
                        <a:pt x="153224" y="128606"/>
                        <a:pt x="150025" y="131804"/>
                        <a:pt x="150025" y="135749"/>
                      </a:cubicBezTo>
                      <a:cubicBezTo>
                        <a:pt x="150025" y="139695"/>
                        <a:pt x="153224" y="142893"/>
                        <a:pt x="157169" y="142893"/>
                      </a:cubicBezTo>
                      <a:lnTo>
                        <a:pt x="164313" y="142893"/>
                      </a:lnTo>
                      <a:cubicBezTo>
                        <a:pt x="166646" y="142890"/>
                        <a:pt x="168977" y="142723"/>
                        <a:pt x="171287" y="142393"/>
                      </a:cubicBezTo>
                      <a:cubicBezTo>
                        <a:pt x="169633" y="157687"/>
                        <a:pt x="156169" y="168927"/>
                        <a:pt x="140826" y="167823"/>
                      </a:cubicBezTo>
                      <a:cubicBezTo>
                        <a:pt x="125483" y="166718"/>
                        <a:pt x="113768" y="153666"/>
                        <a:pt x="114321" y="138293"/>
                      </a:cubicBezTo>
                      <a:cubicBezTo>
                        <a:pt x="114875" y="122920"/>
                        <a:pt x="127499" y="110744"/>
                        <a:pt x="142882" y="110746"/>
                      </a:cubicBezTo>
                      <a:cubicBezTo>
                        <a:pt x="146827" y="110746"/>
                        <a:pt x="150025" y="107548"/>
                        <a:pt x="150025" y="103603"/>
                      </a:cubicBezTo>
                      <a:cubicBezTo>
                        <a:pt x="150025" y="99657"/>
                        <a:pt x="146827" y="96459"/>
                        <a:pt x="142882" y="96459"/>
                      </a:cubicBezTo>
                      <a:cubicBezTo>
                        <a:pt x="132331" y="96451"/>
                        <a:pt x="122151" y="100351"/>
                        <a:pt x="114307" y="107407"/>
                      </a:cubicBezTo>
                      <a:lnTo>
                        <a:pt x="114307" y="46453"/>
                      </a:lnTo>
                      <a:cubicBezTo>
                        <a:pt x="114307" y="30671"/>
                        <a:pt x="127100" y="17878"/>
                        <a:pt x="142882" y="17878"/>
                      </a:cubicBezTo>
                      <a:cubicBezTo>
                        <a:pt x="158663" y="17878"/>
                        <a:pt x="171457" y="30671"/>
                        <a:pt x="171457" y="46453"/>
                      </a:cubicBezTo>
                      <a:lnTo>
                        <a:pt x="171457" y="52462"/>
                      </a:lnTo>
                      <a:cubicBezTo>
                        <a:pt x="171457" y="55488"/>
                        <a:pt x="173364" y="58185"/>
                        <a:pt x="176216" y="59195"/>
                      </a:cubicBezTo>
                      <a:cubicBezTo>
                        <a:pt x="192641" y="64978"/>
                        <a:pt x="202503" y="81762"/>
                        <a:pt x="199560" y="98924"/>
                      </a:cubicBezTo>
                      <a:cubicBezTo>
                        <a:pt x="196616" y="116087"/>
                        <a:pt x="181726" y="128626"/>
                        <a:pt x="164313" y="128606"/>
                      </a:cubicBezTo>
                      <a:close/>
                      <a:moveTo>
                        <a:pt x="178600" y="82171"/>
                      </a:moveTo>
                      <a:cubicBezTo>
                        <a:pt x="178600" y="86117"/>
                        <a:pt x="175402" y="89315"/>
                        <a:pt x="171457" y="89315"/>
                      </a:cubicBezTo>
                      <a:lnTo>
                        <a:pt x="167885" y="89315"/>
                      </a:lnTo>
                      <a:cubicBezTo>
                        <a:pt x="150131" y="89315"/>
                        <a:pt x="135738" y="74922"/>
                        <a:pt x="135738" y="57168"/>
                      </a:cubicBezTo>
                      <a:lnTo>
                        <a:pt x="135738" y="53596"/>
                      </a:lnTo>
                      <a:cubicBezTo>
                        <a:pt x="135738" y="49651"/>
                        <a:pt x="138936" y="46453"/>
                        <a:pt x="142882" y="46453"/>
                      </a:cubicBezTo>
                      <a:cubicBezTo>
                        <a:pt x="146827" y="46453"/>
                        <a:pt x="150025" y="49651"/>
                        <a:pt x="150025" y="53596"/>
                      </a:cubicBezTo>
                      <a:lnTo>
                        <a:pt x="150025" y="57168"/>
                      </a:lnTo>
                      <a:cubicBezTo>
                        <a:pt x="150025" y="67032"/>
                        <a:pt x="158021" y="75028"/>
                        <a:pt x="167885" y="75028"/>
                      </a:cubicBezTo>
                      <a:lnTo>
                        <a:pt x="171457" y="75028"/>
                      </a:lnTo>
                      <a:cubicBezTo>
                        <a:pt x="175402" y="75028"/>
                        <a:pt x="178600" y="78226"/>
                        <a:pt x="178600" y="82171"/>
                      </a:cubicBezTo>
                      <a:close/>
                      <a:moveTo>
                        <a:pt x="46441" y="89315"/>
                      </a:moveTo>
                      <a:lnTo>
                        <a:pt x="42869" y="89315"/>
                      </a:lnTo>
                      <a:cubicBezTo>
                        <a:pt x="38924" y="89315"/>
                        <a:pt x="35725" y="86117"/>
                        <a:pt x="35725" y="82171"/>
                      </a:cubicBezTo>
                      <a:cubicBezTo>
                        <a:pt x="35725" y="78226"/>
                        <a:pt x="38924" y="75028"/>
                        <a:pt x="42869" y="75028"/>
                      </a:cubicBezTo>
                      <a:lnTo>
                        <a:pt x="46441" y="75028"/>
                      </a:lnTo>
                      <a:cubicBezTo>
                        <a:pt x="56305" y="75028"/>
                        <a:pt x="64300" y="67032"/>
                        <a:pt x="64300" y="57168"/>
                      </a:cubicBezTo>
                      <a:lnTo>
                        <a:pt x="64300" y="53596"/>
                      </a:lnTo>
                      <a:cubicBezTo>
                        <a:pt x="64300" y="49651"/>
                        <a:pt x="67499" y="46453"/>
                        <a:pt x="71444" y="46453"/>
                      </a:cubicBezTo>
                      <a:cubicBezTo>
                        <a:pt x="75390" y="46453"/>
                        <a:pt x="78588" y="49651"/>
                        <a:pt x="78588" y="53596"/>
                      </a:cubicBezTo>
                      <a:lnTo>
                        <a:pt x="78588" y="57168"/>
                      </a:lnTo>
                      <a:cubicBezTo>
                        <a:pt x="78588" y="74922"/>
                        <a:pt x="64195" y="89315"/>
                        <a:pt x="46441" y="89315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956108" y="3024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048952"/>
                <a:ext cx="2462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LangGraph ReAct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96050" y="3467100"/>
              <a:ext cx="4724400" cy="381000"/>
              <a:chOff x="6496050" y="3467100"/>
              <a:chExt cx="4724400" cy="381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496050" y="34671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39600" y="3543533"/>
                <a:ext cx="207005" cy="190263"/>
                <a:chOff x="6639600" y="3543533"/>
                <a:chExt cx="207005" cy="1902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711607" y="3595795"/>
                  <a:ext cx="127676" cy="13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6" h="130963">
                      <a:moveTo>
                        <a:pt x="124748" y="121640"/>
                      </a:moveTo>
                      <a:cubicBezTo>
                        <a:pt x="125284" y="123512"/>
                        <a:pt x="124762" y="125527"/>
                        <a:pt x="123386" y="126904"/>
                      </a:cubicBezTo>
                      <a:cubicBezTo>
                        <a:pt x="122009" y="128281"/>
                        <a:pt x="119994" y="128802"/>
                        <a:pt x="118122" y="128266"/>
                      </a:cubicBezTo>
                      <a:lnTo>
                        <a:pt x="91449" y="120649"/>
                      </a:lnTo>
                      <a:cubicBezTo>
                        <a:pt x="74891" y="129664"/>
                        <a:pt x="55212" y="130963"/>
                        <a:pt x="37612" y="124203"/>
                      </a:cubicBezTo>
                      <a:cubicBezTo>
                        <a:pt x="20013" y="117442"/>
                        <a:pt x="6264" y="103302"/>
                        <a:pt x="0" y="85520"/>
                      </a:cubicBezTo>
                      <a:lnTo>
                        <a:pt x="0" y="85520"/>
                      </a:lnTo>
                      <a:cubicBezTo>
                        <a:pt x="1161" y="85582"/>
                        <a:pt x="2331" y="85618"/>
                        <a:pt x="3509" y="85618"/>
                      </a:cubicBezTo>
                      <a:cubicBezTo>
                        <a:pt x="24362" y="85619"/>
                        <a:pt x="43921" y="75508"/>
                        <a:pt x="55976" y="58492"/>
                      </a:cubicBezTo>
                      <a:cubicBezTo>
                        <a:pt x="68031" y="41477"/>
                        <a:pt x="71085" y="19672"/>
                        <a:pt x="64169" y="0"/>
                      </a:cubicBezTo>
                      <a:lnTo>
                        <a:pt x="64169" y="0"/>
                      </a:lnTo>
                      <a:cubicBezTo>
                        <a:pt x="86202" y="1203"/>
                        <a:pt x="106078" y="13620"/>
                        <a:pt x="116822" y="32893"/>
                      </a:cubicBezTo>
                      <a:cubicBezTo>
                        <a:pt x="127566" y="52167"/>
                        <a:pt x="127676" y="75603"/>
                        <a:pt x="117113" y="9497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39600" y="3543533"/>
                  <a:ext cx="207005" cy="190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5" h="190263">
                      <a:moveTo>
                        <a:pt x="196781" y="147997"/>
                      </a:moveTo>
                      <a:cubicBezTo>
                        <a:pt x="207005" y="127216"/>
                        <a:pt x="206519" y="102768"/>
                        <a:pt x="195479" y="82409"/>
                      </a:cubicBezTo>
                      <a:cubicBezTo>
                        <a:pt x="184439" y="62050"/>
                        <a:pt x="164215" y="48306"/>
                        <a:pt x="141221" y="45538"/>
                      </a:cubicBezTo>
                      <a:cubicBezTo>
                        <a:pt x="130990" y="21688"/>
                        <a:pt x="108630" y="5263"/>
                        <a:pt x="82813" y="2631"/>
                      </a:cubicBezTo>
                      <a:cubicBezTo>
                        <a:pt x="56995" y="0"/>
                        <a:pt x="31781" y="11577"/>
                        <a:pt x="16949" y="32872"/>
                      </a:cubicBezTo>
                      <a:cubicBezTo>
                        <a:pt x="2117" y="54167"/>
                        <a:pt x="0" y="81830"/>
                        <a:pt x="11419" y="105134"/>
                      </a:cubicBezTo>
                      <a:lnTo>
                        <a:pt x="4579" y="129084"/>
                      </a:lnTo>
                      <a:cubicBezTo>
                        <a:pt x="3336" y="133447"/>
                        <a:pt x="4554" y="138141"/>
                        <a:pt x="7762" y="141349"/>
                      </a:cubicBezTo>
                      <a:cubicBezTo>
                        <a:pt x="10970" y="144557"/>
                        <a:pt x="15664" y="145775"/>
                        <a:pt x="20027" y="144532"/>
                      </a:cubicBezTo>
                      <a:lnTo>
                        <a:pt x="43977" y="137692"/>
                      </a:lnTo>
                      <a:cubicBezTo>
                        <a:pt x="51204" y="141240"/>
                        <a:pt x="58977" y="143544"/>
                        <a:pt x="66971" y="144505"/>
                      </a:cubicBezTo>
                      <a:cubicBezTo>
                        <a:pt x="74671" y="162547"/>
                        <a:pt x="89451" y="176628"/>
                        <a:pt x="107844" y="183445"/>
                      </a:cubicBezTo>
                      <a:cubicBezTo>
                        <a:pt x="126237" y="190263"/>
                        <a:pt x="146625" y="189218"/>
                        <a:pt x="164224" y="180554"/>
                      </a:cubicBezTo>
                      <a:lnTo>
                        <a:pt x="188173" y="187395"/>
                      </a:lnTo>
                      <a:cubicBezTo>
                        <a:pt x="192536" y="188638"/>
                        <a:pt x="197230" y="187419"/>
                        <a:pt x="200438" y="184211"/>
                      </a:cubicBezTo>
                      <a:cubicBezTo>
                        <a:pt x="203646" y="181003"/>
                        <a:pt x="204865" y="176309"/>
                        <a:pt x="203622" y="171946"/>
                      </a:cubicBezTo>
                      <a:close/>
                      <a:moveTo>
                        <a:pt x="44745" y="122904"/>
                      </a:moveTo>
                      <a:cubicBezTo>
                        <a:pt x="44081" y="122904"/>
                        <a:pt x="43420" y="122995"/>
                        <a:pt x="42780" y="123172"/>
                      </a:cubicBezTo>
                      <a:lnTo>
                        <a:pt x="19197" y="129914"/>
                      </a:lnTo>
                      <a:lnTo>
                        <a:pt x="25939" y="106331"/>
                      </a:lnTo>
                      <a:cubicBezTo>
                        <a:pt x="26444" y="104534"/>
                        <a:pt x="26226" y="102611"/>
                        <a:pt x="25331" y="100973"/>
                      </a:cubicBezTo>
                      <a:cubicBezTo>
                        <a:pt x="11753" y="76044"/>
                        <a:pt x="18548" y="44925"/>
                        <a:pt x="41282" y="27925"/>
                      </a:cubicBezTo>
                      <a:cubicBezTo>
                        <a:pt x="64016" y="10924"/>
                        <a:pt x="95787" y="13205"/>
                        <a:pt x="115860" y="33278"/>
                      </a:cubicBezTo>
                      <a:cubicBezTo>
                        <a:pt x="135933" y="53351"/>
                        <a:pt x="138213" y="85121"/>
                        <a:pt x="121213" y="107856"/>
                      </a:cubicBezTo>
                      <a:cubicBezTo>
                        <a:pt x="104213" y="130590"/>
                        <a:pt x="73094" y="137385"/>
                        <a:pt x="48165" y="123806"/>
                      </a:cubicBezTo>
                      <a:cubicBezTo>
                        <a:pt x="47119" y="123222"/>
                        <a:pt x="45942" y="122911"/>
                        <a:pt x="44745" y="122904"/>
                      </a:cubicBezTo>
                      <a:close/>
                      <a:moveTo>
                        <a:pt x="182262" y="149193"/>
                      </a:moveTo>
                      <a:lnTo>
                        <a:pt x="189004" y="172777"/>
                      </a:lnTo>
                      <a:lnTo>
                        <a:pt x="165420" y="166035"/>
                      </a:lnTo>
                      <a:cubicBezTo>
                        <a:pt x="163624" y="165530"/>
                        <a:pt x="161701" y="165748"/>
                        <a:pt x="160063" y="166642"/>
                      </a:cubicBezTo>
                      <a:cubicBezTo>
                        <a:pt x="132667" y="181547"/>
                        <a:pt x="98381" y="171760"/>
                        <a:pt x="82982" y="144639"/>
                      </a:cubicBezTo>
                      <a:cubicBezTo>
                        <a:pt x="102757" y="142580"/>
                        <a:pt x="120777" y="132365"/>
                        <a:pt x="132701" y="116456"/>
                      </a:cubicBezTo>
                      <a:cubicBezTo>
                        <a:pt x="144626" y="100546"/>
                        <a:pt x="149374" y="80384"/>
                        <a:pt x="145802" y="60825"/>
                      </a:cubicBezTo>
                      <a:cubicBezTo>
                        <a:pt x="163153" y="64914"/>
                        <a:pt x="177603" y="76866"/>
                        <a:pt x="184873" y="93143"/>
                      </a:cubicBezTo>
                      <a:cubicBezTo>
                        <a:pt x="192144" y="109420"/>
                        <a:pt x="191403" y="128157"/>
                        <a:pt x="182869" y="143809"/>
                      </a:cubicBezTo>
                      <a:cubicBezTo>
                        <a:pt x="181967" y="145454"/>
                        <a:pt x="181749" y="147388"/>
                        <a:pt x="182262" y="14919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3558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49665" y="358235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· 上下文连贯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4000500"/>
              <a:ext cx="4724400" cy="381000"/>
              <a:chOff x="6496050" y="4000500"/>
              <a:chExt cx="472440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40005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650831" y="4079081"/>
                <a:ext cx="185738" cy="185738"/>
                <a:chOff x="6650831" y="4079081"/>
                <a:chExt cx="185738" cy="1857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657975" y="4086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650831" y="40790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956108" y="40914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68665" y="41157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来源文件名 + 页码标注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6496050" y="4667250"/>
              <a:ext cx="4724400" cy="952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846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技术规格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9415" y="5077778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 Size: 1000 | Chunk Overlap: 150 | Top-K: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9415" y="5315902"/>
              <a:ext cx="3961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Embed: MiniLM-L12-v2 · CPU | Memory: k=4 buffer window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7" name="Rectangle 5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921348" cy="574834"/>
            <a:chOff x="762000" y="299085"/>
            <a:chExt cx="3921348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技术栈一览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7432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— STREAMLIT + LANGCHAIN/LANGGRAPH + CHROMADB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2590800" cy="2381250"/>
            <a:chOff x="762000" y="1028700"/>
            <a:chExt cx="259080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25908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325" y="1381125"/>
              <a:ext cx="247650" cy="228600"/>
              <a:chOff x="1076325" y="1381125"/>
              <a:chExt cx="247650" cy="228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585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32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76325" y="1743075"/>
              <a:ext cx="10147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5850" y="2014538"/>
              <a:ext cx="9041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WEB UI FRAMEWORK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3441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界面与会话管理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2553652"/>
              <a:ext cx="15808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文件上传/聊天/设置面板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63202"/>
              <a:ext cx="1454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505200" y="1028700"/>
            <a:ext cx="2590800" cy="2381250"/>
            <a:chOff x="3505200" y="1028700"/>
            <a:chExt cx="2590800" cy="2381250"/>
          </a:xfrm>
        </p:grpSpPr>
        <p:sp>
          <p:nvSpPr>
            <p:cNvPr id="18" name="Rectangle 18"/>
            <p:cNvSpPr/>
            <p:nvPr/>
          </p:nvSpPr>
          <p:spPr>
            <a:xfrm>
              <a:off x="35052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05200" y="1028700"/>
              <a:ext cx="2590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816139" y="1358066"/>
              <a:ext cx="254846" cy="246428"/>
              <a:chOff x="3816139" y="1358066"/>
              <a:chExt cx="254846" cy="24642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914775" y="14573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816139" y="1358066"/>
                <a:ext cx="254846" cy="246428"/>
              </a:xfrm>
              <a:custGeom>
                <a:avLst/>
                <a:gdLst/>
                <a:ahLst/>
                <a:cxnLst/>
                <a:rect l="l" t="t" r="r" b="b"/>
                <a:pathLst>
                  <a:path w="254846" h="246428">
                    <a:moveTo>
                      <a:pt x="212936" y="156409"/>
                    </a:moveTo>
                    <a:cubicBezTo>
                      <a:pt x="204517" y="156405"/>
                      <a:pt x="196336" y="159203"/>
                      <a:pt x="189683" y="164362"/>
                    </a:cubicBezTo>
                    <a:lnTo>
                      <a:pt x="162168" y="142931"/>
                    </a:lnTo>
                    <a:cubicBezTo>
                      <a:pt x="164245" y="138169"/>
                      <a:pt x="165315" y="133029"/>
                      <a:pt x="165311" y="127834"/>
                    </a:cubicBezTo>
                    <a:cubicBezTo>
                      <a:pt x="165311" y="126953"/>
                      <a:pt x="165311" y="126072"/>
                      <a:pt x="165216" y="125203"/>
                    </a:cubicBezTo>
                    <a:lnTo>
                      <a:pt x="180967" y="119952"/>
                    </a:lnTo>
                    <a:cubicBezTo>
                      <a:pt x="191269" y="135841"/>
                      <a:pt x="211677" y="141752"/>
                      <a:pt x="228876" y="133830"/>
                    </a:cubicBezTo>
                    <a:cubicBezTo>
                      <a:pt x="246075" y="125907"/>
                      <a:pt x="254846" y="106556"/>
                      <a:pt x="249466" y="88400"/>
                    </a:cubicBezTo>
                    <a:cubicBezTo>
                      <a:pt x="244086" y="70244"/>
                      <a:pt x="226188" y="58795"/>
                      <a:pt x="207450" y="61521"/>
                    </a:cubicBezTo>
                    <a:cubicBezTo>
                      <a:pt x="188711" y="64248"/>
                      <a:pt x="174819" y="80323"/>
                      <a:pt x="174836" y="99259"/>
                    </a:cubicBezTo>
                    <a:cubicBezTo>
                      <a:pt x="174836" y="100140"/>
                      <a:pt x="174836" y="101021"/>
                      <a:pt x="174931" y="101890"/>
                    </a:cubicBezTo>
                    <a:lnTo>
                      <a:pt x="159179" y="107141"/>
                    </a:lnTo>
                    <a:cubicBezTo>
                      <a:pt x="152163" y="96294"/>
                      <a:pt x="140129" y="89742"/>
                      <a:pt x="127211" y="89734"/>
                    </a:cubicBezTo>
                    <a:cubicBezTo>
                      <a:pt x="125109" y="89738"/>
                      <a:pt x="123010" y="89914"/>
                      <a:pt x="120936" y="90258"/>
                    </a:cubicBezTo>
                    <a:lnTo>
                      <a:pt x="112792" y="71875"/>
                    </a:lnTo>
                    <a:cubicBezTo>
                      <a:pt x="127312" y="60273"/>
                      <a:pt x="131343" y="39888"/>
                      <a:pt x="122330" y="23634"/>
                    </a:cubicBezTo>
                    <a:cubicBezTo>
                      <a:pt x="113318" y="7380"/>
                      <a:pt x="93893" y="0"/>
                      <a:pt x="76361" y="6170"/>
                    </a:cubicBezTo>
                    <a:cubicBezTo>
                      <a:pt x="58830" y="12340"/>
                      <a:pt x="48308" y="30259"/>
                      <a:pt x="51462" y="48575"/>
                    </a:cubicBezTo>
                    <a:cubicBezTo>
                      <a:pt x="54616" y="66891"/>
                      <a:pt x="70525" y="80259"/>
                      <a:pt x="89111" y="80209"/>
                    </a:cubicBezTo>
                    <a:cubicBezTo>
                      <a:pt x="91213" y="80205"/>
                      <a:pt x="93311" y="80030"/>
                      <a:pt x="95385" y="79685"/>
                    </a:cubicBezTo>
                    <a:lnTo>
                      <a:pt x="103529" y="98021"/>
                    </a:lnTo>
                    <a:cubicBezTo>
                      <a:pt x="89287" y="109293"/>
                      <a:pt x="85012" y="129068"/>
                      <a:pt x="93326" y="145217"/>
                    </a:cubicBezTo>
                    <a:lnTo>
                      <a:pt x="62715" y="172411"/>
                    </a:lnTo>
                    <a:cubicBezTo>
                      <a:pt x="46776" y="161666"/>
                      <a:pt x="25335" y="164449"/>
                      <a:pt x="12668" y="178906"/>
                    </a:cubicBezTo>
                    <a:cubicBezTo>
                      <a:pt x="0" y="193363"/>
                      <a:pt x="59" y="214985"/>
                      <a:pt x="12804" y="229373"/>
                    </a:cubicBezTo>
                    <a:cubicBezTo>
                      <a:pt x="25550" y="243761"/>
                      <a:pt x="47006" y="246428"/>
                      <a:pt x="62886" y="235597"/>
                    </a:cubicBezTo>
                    <a:cubicBezTo>
                      <a:pt x="78766" y="224766"/>
                      <a:pt x="84114" y="203817"/>
                      <a:pt x="75371" y="186699"/>
                    </a:cubicBezTo>
                    <a:lnTo>
                      <a:pt x="105982" y="159505"/>
                    </a:lnTo>
                    <a:cubicBezTo>
                      <a:pt x="119576" y="168658"/>
                      <a:pt x="137507" y="168062"/>
                      <a:pt x="150464" y="158028"/>
                    </a:cubicBezTo>
                    <a:lnTo>
                      <a:pt x="177979" y="179460"/>
                    </a:lnTo>
                    <a:cubicBezTo>
                      <a:pt x="175908" y="184207"/>
                      <a:pt x="174838" y="189330"/>
                      <a:pt x="174836" y="194509"/>
                    </a:cubicBezTo>
                    <a:cubicBezTo>
                      <a:pt x="174836" y="215551"/>
                      <a:pt x="191894" y="232609"/>
                      <a:pt x="212936" y="232609"/>
                    </a:cubicBezTo>
                    <a:cubicBezTo>
                      <a:pt x="233978" y="232609"/>
                      <a:pt x="251036" y="215551"/>
                      <a:pt x="251036" y="194509"/>
                    </a:cubicBezTo>
                    <a:cubicBezTo>
                      <a:pt x="251036" y="173467"/>
                      <a:pt x="233978" y="156409"/>
                      <a:pt x="212936" y="156409"/>
                    </a:cubicBezTo>
                    <a:close/>
                    <a:moveTo>
                      <a:pt x="212936" y="80209"/>
                    </a:moveTo>
                    <a:cubicBezTo>
                      <a:pt x="223457" y="80209"/>
                      <a:pt x="231986" y="88738"/>
                      <a:pt x="231986" y="99259"/>
                    </a:cubicBezTo>
                    <a:cubicBezTo>
                      <a:pt x="231986" y="109780"/>
                      <a:pt x="223457" y="118309"/>
                      <a:pt x="212936" y="118309"/>
                    </a:cubicBezTo>
                    <a:cubicBezTo>
                      <a:pt x="202415" y="118309"/>
                      <a:pt x="193886" y="109780"/>
                      <a:pt x="193886" y="99259"/>
                    </a:cubicBezTo>
                    <a:cubicBezTo>
                      <a:pt x="193886" y="88738"/>
                      <a:pt x="202415" y="80209"/>
                      <a:pt x="212936" y="80209"/>
                    </a:cubicBezTo>
                    <a:close/>
                    <a:moveTo>
                      <a:pt x="70061" y="42109"/>
                    </a:moveTo>
                    <a:cubicBezTo>
                      <a:pt x="70061" y="31588"/>
                      <a:pt x="78590" y="23059"/>
                      <a:pt x="89111" y="23059"/>
                    </a:cubicBezTo>
                    <a:cubicBezTo>
                      <a:pt x="99632" y="23059"/>
                      <a:pt x="108161" y="31588"/>
                      <a:pt x="108161" y="42109"/>
                    </a:cubicBezTo>
                    <a:cubicBezTo>
                      <a:pt x="108161" y="52630"/>
                      <a:pt x="99632" y="61159"/>
                      <a:pt x="89111" y="61159"/>
                    </a:cubicBezTo>
                    <a:cubicBezTo>
                      <a:pt x="78590" y="61159"/>
                      <a:pt x="70061" y="52630"/>
                      <a:pt x="70061" y="42109"/>
                    </a:cubicBezTo>
                    <a:close/>
                    <a:moveTo>
                      <a:pt x="41486" y="223084"/>
                    </a:moveTo>
                    <a:cubicBezTo>
                      <a:pt x="30965" y="223084"/>
                      <a:pt x="22436" y="214555"/>
                      <a:pt x="22436" y="204034"/>
                    </a:cubicBezTo>
                    <a:cubicBezTo>
                      <a:pt x="22436" y="193513"/>
                      <a:pt x="30965" y="184984"/>
                      <a:pt x="41486" y="184984"/>
                    </a:cubicBezTo>
                    <a:cubicBezTo>
                      <a:pt x="52007" y="184984"/>
                      <a:pt x="60536" y="193513"/>
                      <a:pt x="60536" y="204034"/>
                    </a:cubicBezTo>
                    <a:cubicBezTo>
                      <a:pt x="60536" y="214555"/>
                      <a:pt x="52007" y="223084"/>
                      <a:pt x="41486" y="223084"/>
                    </a:cubicBezTo>
                    <a:close/>
                    <a:moveTo>
                      <a:pt x="108161" y="127834"/>
                    </a:moveTo>
                    <a:cubicBezTo>
                      <a:pt x="108161" y="117313"/>
                      <a:pt x="116690" y="108784"/>
                      <a:pt x="127211" y="108784"/>
                    </a:cubicBezTo>
                    <a:cubicBezTo>
                      <a:pt x="137732" y="108784"/>
                      <a:pt x="146261" y="117313"/>
                      <a:pt x="146261" y="127834"/>
                    </a:cubicBezTo>
                    <a:cubicBezTo>
                      <a:pt x="146261" y="138355"/>
                      <a:pt x="137732" y="146884"/>
                      <a:pt x="127211" y="146884"/>
                    </a:cubicBezTo>
                    <a:cubicBezTo>
                      <a:pt x="116690" y="146884"/>
                      <a:pt x="108161" y="138355"/>
                      <a:pt x="108161" y="127834"/>
                    </a:cubicBezTo>
                    <a:close/>
                    <a:moveTo>
                      <a:pt x="212936" y="213559"/>
                    </a:moveTo>
                    <a:cubicBezTo>
                      <a:pt x="202415" y="213559"/>
                      <a:pt x="193886" y="205030"/>
                      <a:pt x="193886" y="194509"/>
                    </a:cubicBezTo>
                    <a:cubicBezTo>
                      <a:pt x="193886" y="183988"/>
                      <a:pt x="202415" y="175459"/>
                      <a:pt x="212936" y="175459"/>
                    </a:cubicBezTo>
                    <a:cubicBezTo>
                      <a:pt x="223457" y="175459"/>
                      <a:pt x="231986" y="183988"/>
                      <a:pt x="231986" y="194509"/>
                    </a:cubicBezTo>
                    <a:cubicBezTo>
                      <a:pt x="231986" y="205030"/>
                      <a:pt x="223457" y="213559"/>
                      <a:pt x="212936" y="21355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819525" y="1743075"/>
              <a:ext cx="21803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LangChain+LangGraph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29050" y="2014538"/>
              <a:ext cx="87915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AGENT FRAMEWORK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25240" y="234410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ReAct Agent 编排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25240" y="2553652"/>
              <a:ext cx="1321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Tool 调用与流式输出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25240" y="2763202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48400" y="1028700"/>
            <a:ext cx="2590800" cy="2381250"/>
            <a:chOff x="6248400" y="1028700"/>
            <a:chExt cx="25908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62484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1028700"/>
              <a:ext cx="25908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72250" y="1362075"/>
              <a:ext cx="228600" cy="247650"/>
              <a:chOff x="6572250" y="1362075"/>
              <a:chExt cx="228600" cy="2476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81775" y="1371600"/>
                <a:ext cx="2095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14300">
                    <a:moveTo>
                      <a:pt x="209550" y="57150"/>
                    </a:moveTo>
                    <a:cubicBezTo>
                      <a:pt x="209550" y="88713"/>
                      <a:pt x="162639" y="114300"/>
                      <a:pt x="104775" y="114300"/>
                    </a:cubicBezTo>
                    <a:cubicBezTo>
                      <a:pt x="46911" y="114300"/>
                      <a:pt x="0" y="88713"/>
                      <a:pt x="0" y="57150"/>
                    </a:cubicBezTo>
                    <a:cubicBezTo>
                      <a:pt x="0" y="25587"/>
                      <a:pt x="46911" y="0"/>
                      <a:pt x="104775" y="0"/>
                    </a:cubicBezTo>
                    <a:cubicBezTo>
                      <a:pt x="162639" y="0"/>
                      <a:pt x="209550" y="25587"/>
                      <a:pt x="209550" y="571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72250" y="1362075"/>
                <a:ext cx="2286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7650">
                    <a:moveTo>
                      <a:pt x="114300" y="0"/>
                    </a:moveTo>
                    <a:cubicBezTo>
                      <a:pt x="50209" y="0"/>
                      <a:pt x="0" y="29289"/>
                      <a:pt x="0" y="66675"/>
                    </a:cubicBezTo>
                    <a:lnTo>
                      <a:pt x="0" y="180975"/>
                    </a:lnTo>
                    <a:cubicBezTo>
                      <a:pt x="0" y="218361"/>
                      <a:pt x="50209" y="247650"/>
                      <a:pt x="114300" y="247650"/>
                    </a:cubicBezTo>
                    <a:cubicBezTo>
                      <a:pt x="178391" y="247650"/>
                      <a:pt x="228600" y="218361"/>
                      <a:pt x="228600" y="180975"/>
                    </a:cubicBezTo>
                    <a:lnTo>
                      <a:pt x="228600" y="66675"/>
                    </a:lnTo>
                    <a:cubicBezTo>
                      <a:pt x="228600" y="29289"/>
                      <a:pt x="178391" y="0"/>
                      <a:pt x="114300" y="0"/>
                    </a:cubicBezTo>
                    <a:close/>
                    <a:moveTo>
                      <a:pt x="209550" y="123825"/>
                    </a:moveTo>
                    <a:cubicBezTo>
                      <a:pt x="209550" y="135279"/>
                      <a:pt x="200168" y="146959"/>
                      <a:pt x="183821" y="155877"/>
                    </a:cubicBezTo>
                    <a:cubicBezTo>
                      <a:pt x="165414" y="165914"/>
                      <a:pt x="140720" y="171450"/>
                      <a:pt x="114300" y="171450"/>
                    </a:cubicBezTo>
                    <a:cubicBezTo>
                      <a:pt x="87880" y="171450"/>
                      <a:pt x="63186" y="165914"/>
                      <a:pt x="44779" y="155877"/>
                    </a:cubicBezTo>
                    <a:cubicBezTo>
                      <a:pt x="28432" y="146959"/>
                      <a:pt x="19050" y="135279"/>
                      <a:pt x="19050" y="123825"/>
                    </a:cubicBezTo>
                    <a:lnTo>
                      <a:pt x="19050" y="104013"/>
                    </a:lnTo>
                    <a:cubicBezTo>
                      <a:pt x="39362" y="121872"/>
                      <a:pt x="74093" y="133350"/>
                      <a:pt x="114300" y="133350"/>
                    </a:cubicBezTo>
                    <a:cubicBezTo>
                      <a:pt x="154507" y="133350"/>
                      <a:pt x="189238" y="121825"/>
                      <a:pt x="209550" y="104013"/>
                    </a:cubicBezTo>
                    <a:close/>
                    <a:moveTo>
                      <a:pt x="44779" y="34623"/>
                    </a:moveTo>
                    <a:cubicBezTo>
                      <a:pt x="63186" y="24586"/>
                      <a:pt x="87880" y="19050"/>
                      <a:pt x="114300" y="19050"/>
                    </a:cubicBezTo>
                    <a:cubicBezTo>
                      <a:pt x="140720" y="19050"/>
                      <a:pt x="165414" y="24586"/>
                      <a:pt x="183821" y="34623"/>
                    </a:cubicBezTo>
                    <a:cubicBezTo>
                      <a:pt x="200168" y="43541"/>
                      <a:pt x="209550" y="55221"/>
                      <a:pt x="209550" y="66675"/>
                    </a:cubicBezTo>
                    <a:cubicBezTo>
                      <a:pt x="209550" y="78129"/>
                      <a:pt x="200168" y="89809"/>
                      <a:pt x="183821" y="98727"/>
                    </a:cubicBezTo>
                    <a:cubicBezTo>
                      <a:pt x="165414" y="108764"/>
                      <a:pt x="140720" y="114300"/>
                      <a:pt x="114300" y="114300"/>
                    </a:cubicBezTo>
                    <a:cubicBezTo>
                      <a:pt x="87880" y="114300"/>
                      <a:pt x="63186" y="108764"/>
                      <a:pt x="44779" y="98727"/>
                    </a:cubicBezTo>
                    <a:cubicBezTo>
                      <a:pt x="28432" y="89809"/>
                      <a:pt x="19050" y="78129"/>
                      <a:pt x="19050" y="66675"/>
                    </a:cubicBezTo>
                    <a:cubicBezTo>
                      <a:pt x="19050" y="55221"/>
                      <a:pt x="28432" y="43541"/>
                      <a:pt x="44779" y="34623"/>
                    </a:cubicBezTo>
                    <a:close/>
                    <a:moveTo>
                      <a:pt x="183821" y="213027"/>
                    </a:moveTo>
                    <a:cubicBezTo>
                      <a:pt x="165414" y="223064"/>
                      <a:pt x="140720" y="228600"/>
                      <a:pt x="114300" y="228600"/>
                    </a:cubicBezTo>
                    <a:cubicBezTo>
                      <a:pt x="87880" y="228600"/>
                      <a:pt x="63186" y="223064"/>
                      <a:pt x="44779" y="213027"/>
                    </a:cubicBezTo>
                    <a:cubicBezTo>
                      <a:pt x="28432" y="204109"/>
                      <a:pt x="19050" y="192429"/>
                      <a:pt x="19050" y="180975"/>
                    </a:cubicBezTo>
                    <a:lnTo>
                      <a:pt x="19050" y="161163"/>
                    </a:lnTo>
                    <a:cubicBezTo>
                      <a:pt x="39362" y="179022"/>
                      <a:pt x="74093" y="190500"/>
                      <a:pt x="114300" y="190500"/>
                    </a:cubicBezTo>
                    <a:cubicBezTo>
                      <a:pt x="154507" y="190500"/>
                      <a:pt x="189238" y="178975"/>
                      <a:pt x="209550" y="161163"/>
                    </a:cubicBezTo>
                    <a:lnTo>
                      <a:pt x="209550" y="180975"/>
                    </a:lnTo>
                    <a:cubicBezTo>
                      <a:pt x="209550" y="192429"/>
                      <a:pt x="200168" y="204109"/>
                      <a:pt x="183821" y="213027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562725" y="1743075"/>
              <a:ext cx="10042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72250" y="201453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VECTOR DATABASE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8440" y="2344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文档嵌入存储与检索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68440" y="2553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相似度语义匹配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68440" y="2763202"/>
              <a:ext cx="16718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data/chroma_db/ 持久化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991600" y="1028700"/>
            <a:ext cx="2438400" cy="2381250"/>
            <a:chOff x="8991600" y="1028700"/>
            <a:chExt cx="24384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991600" y="1028700"/>
              <a:ext cx="24384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91600" y="1028700"/>
              <a:ext cx="24384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96400" y="1352550"/>
              <a:ext cx="266700" cy="266700"/>
              <a:chOff x="9296400" y="1352550"/>
              <a:chExt cx="266700" cy="2667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334500" y="13906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80975" y="0"/>
                    </a:moveTo>
                    <a:lnTo>
                      <a:pt x="9525" y="0"/>
                    </a:lnTo>
                    <a:cubicBezTo>
                      <a:pt x="4264" y="0"/>
                      <a:pt x="0" y="4264"/>
                      <a:pt x="0" y="9525"/>
                    </a:cubicBezTo>
                    <a:lnTo>
                      <a:pt x="0" y="180975"/>
                    </a:lnTo>
                    <a:cubicBezTo>
                      <a:pt x="0" y="186236"/>
                      <a:pt x="4264" y="190500"/>
                      <a:pt x="9525" y="190500"/>
                    </a:cubicBezTo>
                    <a:lnTo>
                      <a:pt x="180975" y="190500"/>
                    </a:lnTo>
                    <a:cubicBezTo>
                      <a:pt x="186236" y="190500"/>
                      <a:pt x="190500" y="186236"/>
                      <a:pt x="190500" y="180975"/>
                    </a:cubicBezTo>
                    <a:lnTo>
                      <a:pt x="190500" y="9525"/>
                    </a:lnTo>
                    <a:cubicBezTo>
                      <a:pt x="190500" y="4264"/>
                      <a:pt x="186236" y="0"/>
                      <a:pt x="180975" y="0"/>
                    </a:cubicBezTo>
                    <a:close/>
                    <a:moveTo>
                      <a:pt x="123825" y="123825"/>
                    </a:moveTo>
                    <a:lnTo>
                      <a:pt x="66675" y="123825"/>
                    </a:lnTo>
                    <a:lnTo>
                      <a:pt x="66675" y="66675"/>
                    </a:lnTo>
                    <a:lnTo>
                      <a:pt x="123825" y="66675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96400" y="13525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61925" y="95250"/>
                    </a:moveTo>
                    <a:lnTo>
                      <a:pt x="104775" y="95250"/>
                    </a:lnTo>
                    <a:cubicBezTo>
                      <a:pt x="99514" y="95250"/>
                      <a:pt x="95250" y="99514"/>
                      <a:pt x="95250" y="104775"/>
                    </a:cubicBezTo>
                    <a:lnTo>
                      <a:pt x="95250" y="161925"/>
                    </a:lnTo>
                    <a:cubicBezTo>
                      <a:pt x="95250" y="167186"/>
                      <a:pt x="99514" y="171450"/>
                      <a:pt x="104775" y="171450"/>
                    </a:cubicBezTo>
                    <a:lnTo>
                      <a:pt x="161925" y="171450"/>
                    </a:lnTo>
                    <a:cubicBezTo>
                      <a:pt x="167186" y="171450"/>
                      <a:pt x="171450" y="167186"/>
                      <a:pt x="171450" y="161925"/>
                    </a:cubicBezTo>
                    <a:lnTo>
                      <a:pt x="171450" y="104775"/>
                    </a:lnTo>
                    <a:cubicBezTo>
                      <a:pt x="171450" y="99514"/>
                      <a:pt x="167186" y="95250"/>
                      <a:pt x="161925" y="95250"/>
                    </a:cubicBezTo>
                    <a:close/>
                    <a:moveTo>
                      <a:pt x="152400" y="152400"/>
                    </a:moveTo>
                    <a:lnTo>
                      <a:pt x="114300" y="152400"/>
                    </a:lnTo>
                    <a:lnTo>
                      <a:pt x="114300" y="114300"/>
                    </a:lnTo>
                    <a:lnTo>
                      <a:pt x="152400" y="114300"/>
                    </a:lnTo>
                    <a:close/>
                    <a:moveTo>
                      <a:pt x="257175" y="152400"/>
                    </a:moveTo>
                    <a:lnTo>
                      <a:pt x="238125" y="152400"/>
                    </a:lnTo>
                    <a:lnTo>
                      <a:pt x="238125" y="114300"/>
                    </a:lnTo>
                    <a:lnTo>
                      <a:pt x="257175" y="114300"/>
                    </a:lnTo>
                    <a:cubicBezTo>
                      <a:pt x="262436" y="114300"/>
                      <a:pt x="266700" y="110036"/>
                      <a:pt x="266700" y="104775"/>
                    </a:cubicBezTo>
                    <a:cubicBezTo>
                      <a:pt x="266700" y="99514"/>
                      <a:pt x="262436" y="95250"/>
                      <a:pt x="257175" y="95250"/>
                    </a:cubicBezTo>
                    <a:lnTo>
                      <a:pt x="238125" y="95250"/>
                    </a:lnTo>
                    <a:lnTo>
                      <a:pt x="238125" y="47625"/>
                    </a:lnTo>
                    <a:cubicBezTo>
                      <a:pt x="238125" y="37104"/>
                      <a:pt x="229596" y="28575"/>
                      <a:pt x="219075" y="28575"/>
                    </a:cubicBezTo>
                    <a:lnTo>
                      <a:pt x="171450" y="28575"/>
                    </a:lnTo>
                    <a:lnTo>
                      <a:pt x="171450" y="9525"/>
                    </a:lnTo>
                    <a:cubicBezTo>
                      <a:pt x="171450" y="4264"/>
                      <a:pt x="167186" y="0"/>
                      <a:pt x="161925" y="0"/>
                    </a:cubicBezTo>
                    <a:cubicBezTo>
                      <a:pt x="156664" y="0"/>
                      <a:pt x="152400" y="4264"/>
                      <a:pt x="152400" y="9525"/>
                    </a:cubicBezTo>
                    <a:lnTo>
                      <a:pt x="152400" y="28575"/>
                    </a:lnTo>
                    <a:lnTo>
                      <a:pt x="114300" y="28575"/>
                    </a:lnTo>
                    <a:lnTo>
                      <a:pt x="114300" y="9525"/>
                    </a:lnTo>
                    <a:cubicBezTo>
                      <a:pt x="114300" y="4264"/>
                      <a:pt x="110036" y="0"/>
                      <a:pt x="104775" y="0"/>
                    </a:cubicBezTo>
                    <a:cubicBezTo>
                      <a:pt x="99514" y="0"/>
                      <a:pt x="95250" y="4264"/>
                      <a:pt x="95250" y="9525"/>
                    </a:cubicBezTo>
                    <a:lnTo>
                      <a:pt x="95250" y="28575"/>
                    </a:lnTo>
                    <a:lnTo>
                      <a:pt x="47625" y="28575"/>
                    </a:lnTo>
                    <a:cubicBezTo>
                      <a:pt x="37104" y="28575"/>
                      <a:pt x="28575" y="37104"/>
                      <a:pt x="28575" y="47625"/>
                    </a:cubicBezTo>
                    <a:lnTo>
                      <a:pt x="28575" y="95250"/>
                    </a:lnTo>
                    <a:lnTo>
                      <a:pt x="9525" y="95250"/>
                    </a:lnTo>
                    <a:cubicBezTo>
                      <a:pt x="4264" y="95250"/>
                      <a:pt x="0" y="99514"/>
                      <a:pt x="0" y="104775"/>
                    </a:cubicBezTo>
                    <a:cubicBezTo>
                      <a:pt x="0" y="110036"/>
                      <a:pt x="4264" y="114300"/>
                      <a:pt x="9525" y="114300"/>
                    </a:cubicBezTo>
                    <a:lnTo>
                      <a:pt x="28575" y="114300"/>
                    </a:lnTo>
                    <a:lnTo>
                      <a:pt x="28575" y="152400"/>
                    </a:lnTo>
                    <a:lnTo>
                      <a:pt x="9525" y="152400"/>
                    </a:lnTo>
                    <a:cubicBezTo>
                      <a:pt x="4264" y="152400"/>
                      <a:pt x="0" y="156664"/>
                      <a:pt x="0" y="161925"/>
                    </a:cubicBezTo>
                    <a:cubicBezTo>
                      <a:pt x="0" y="167186"/>
                      <a:pt x="4264" y="171450"/>
                      <a:pt x="9525" y="171450"/>
                    </a:cubicBezTo>
                    <a:lnTo>
                      <a:pt x="28575" y="171450"/>
                    </a:lnTo>
                    <a:lnTo>
                      <a:pt x="28575" y="219075"/>
                    </a:lnTo>
                    <a:cubicBezTo>
                      <a:pt x="28575" y="229596"/>
                      <a:pt x="37104" y="238125"/>
                      <a:pt x="47625" y="238125"/>
                    </a:cubicBezTo>
                    <a:lnTo>
                      <a:pt x="95250" y="238125"/>
                    </a:lnTo>
                    <a:lnTo>
                      <a:pt x="95250" y="257175"/>
                    </a:lnTo>
                    <a:cubicBezTo>
                      <a:pt x="95250" y="262436"/>
                      <a:pt x="99514" y="266700"/>
                      <a:pt x="104775" y="266700"/>
                    </a:cubicBezTo>
                    <a:cubicBezTo>
                      <a:pt x="110036" y="266700"/>
                      <a:pt x="114300" y="262436"/>
                      <a:pt x="114300" y="257175"/>
                    </a:cubicBezTo>
                    <a:lnTo>
                      <a:pt x="114300" y="238125"/>
                    </a:lnTo>
                    <a:lnTo>
                      <a:pt x="152400" y="238125"/>
                    </a:lnTo>
                    <a:lnTo>
                      <a:pt x="152400" y="257175"/>
                    </a:lnTo>
                    <a:cubicBezTo>
                      <a:pt x="152400" y="262436"/>
                      <a:pt x="156664" y="266700"/>
                      <a:pt x="161925" y="266700"/>
                    </a:cubicBezTo>
                    <a:cubicBezTo>
                      <a:pt x="167186" y="266700"/>
                      <a:pt x="171450" y="262436"/>
                      <a:pt x="171450" y="257175"/>
                    </a:cubicBezTo>
                    <a:lnTo>
                      <a:pt x="171450" y="238125"/>
                    </a:lnTo>
                    <a:lnTo>
                      <a:pt x="219075" y="238125"/>
                    </a:lnTo>
                    <a:cubicBezTo>
                      <a:pt x="229596" y="238125"/>
                      <a:pt x="238125" y="229596"/>
                      <a:pt x="238125" y="219075"/>
                    </a:cubicBezTo>
                    <a:lnTo>
                      <a:pt x="238125" y="171450"/>
                    </a:lnTo>
                    <a:lnTo>
                      <a:pt x="257175" y="171450"/>
                    </a:lnTo>
                    <a:cubicBezTo>
                      <a:pt x="262436" y="171450"/>
                      <a:pt x="266700" y="167186"/>
                      <a:pt x="266700" y="161925"/>
                    </a:cubicBezTo>
                    <a:cubicBezTo>
                      <a:pt x="266700" y="156664"/>
                      <a:pt x="262436" y="152400"/>
                      <a:pt x="257175" y="152400"/>
                    </a:cubicBezTo>
                    <a:close/>
                    <a:moveTo>
                      <a:pt x="219075" y="219075"/>
                    </a:moveTo>
                    <a:lnTo>
                      <a:pt x="47625" y="219075"/>
                    </a:lnTo>
                    <a:lnTo>
                      <a:pt x="47625" y="47625"/>
                    </a:lnTo>
                    <a:lnTo>
                      <a:pt x="219075" y="47625"/>
                    </a:lnTo>
                    <a:lnTo>
                      <a:pt x="219075" y="161770"/>
                    </a:lnTo>
                    <a:cubicBezTo>
                      <a:pt x="219075" y="161770"/>
                      <a:pt x="219075" y="161877"/>
                      <a:pt x="219075" y="161925"/>
                    </a:cubicBezTo>
                    <a:cubicBezTo>
                      <a:pt x="219075" y="161973"/>
                      <a:pt x="219075" y="162032"/>
                      <a:pt x="219075" y="162080"/>
                    </a:cubicBezTo>
                    <a:lnTo>
                      <a:pt x="219075" y="219075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305925" y="1743075"/>
              <a:ext cx="1256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15450" y="2014538"/>
              <a:ext cx="5641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EMBEDDINGS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11640" y="2344102"/>
              <a:ext cx="1650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11640" y="2553652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11640" y="2763202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本地运行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62000" y="3600450"/>
            <a:ext cx="2590800" cy="2381250"/>
            <a:chOff x="762000" y="3600450"/>
            <a:chExt cx="2590800" cy="2381250"/>
          </a:xfrm>
        </p:grpSpPr>
        <p:sp>
          <p:nvSpPr>
            <p:cNvPr id="51" name="Rectangle 51"/>
            <p:cNvSpPr/>
            <p:nvPr/>
          </p:nvSpPr>
          <p:spPr>
            <a:xfrm>
              <a:off x="7620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" y="3600450"/>
              <a:ext cx="2590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057266" y="3929038"/>
              <a:ext cx="285759" cy="247698"/>
              <a:chOff x="1057266" y="3929038"/>
              <a:chExt cx="285759" cy="24769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066749" y="394335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57266" y="392903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76325" y="431482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DeepSeek LLM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5850" y="4586288"/>
              <a:ext cx="110918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LARGE LANGUAGE MODEL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2040" y="4915852"/>
              <a:ext cx="1181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2040" y="51254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 API /v1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2040" y="5334952"/>
              <a:ext cx="1391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ChatOpenAI 协议接入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505200" y="3600450"/>
            <a:ext cx="2590800" cy="2381250"/>
            <a:chOff x="3505200" y="3600450"/>
            <a:chExt cx="25908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35052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3505200" y="3600450"/>
              <a:ext cx="25908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3817864" y="3931967"/>
              <a:ext cx="249311" cy="249508"/>
              <a:chOff x="3817864" y="3931967"/>
              <a:chExt cx="249311" cy="24950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3817864" y="3931967"/>
                <a:ext cx="229071" cy="218206"/>
              </a:xfrm>
              <a:custGeom>
                <a:avLst/>
                <a:gdLst/>
                <a:ahLst/>
                <a:cxnLst/>
                <a:rect l="l" t="t" r="r" b="b"/>
                <a:pathLst>
                  <a:path w="229071" h="218206">
                    <a:moveTo>
                      <a:pt x="229071" y="174153"/>
                    </a:moveTo>
                    <a:cubicBezTo>
                      <a:pt x="220855" y="191667"/>
                      <a:pt x="208348" y="206820"/>
                      <a:pt x="192709" y="218206"/>
                    </a:cubicBezTo>
                    <a:lnTo>
                      <a:pt x="181565" y="207050"/>
                    </a:lnTo>
                    <a:cubicBezTo>
                      <a:pt x="180371" y="205852"/>
                      <a:pt x="178879" y="204993"/>
                      <a:pt x="177243" y="204562"/>
                    </a:cubicBezTo>
                    <a:lnTo>
                      <a:pt x="151680" y="197823"/>
                    </a:lnTo>
                    <a:cubicBezTo>
                      <a:pt x="146988" y="196589"/>
                      <a:pt x="143974" y="192026"/>
                      <a:pt x="144679" y="187226"/>
                    </a:cubicBezTo>
                    <a:lnTo>
                      <a:pt x="147513" y="167938"/>
                    </a:lnTo>
                    <a:cubicBezTo>
                      <a:pt x="148000" y="164629"/>
                      <a:pt x="150188" y="161818"/>
                      <a:pt x="153275" y="160533"/>
                    </a:cubicBezTo>
                    <a:lnTo>
                      <a:pt x="189542" y="145459"/>
                    </a:lnTo>
                    <a:cubicBezTo>
                      <a:pt x="192962" y="144040"/>
                      <a:pt x="196896" y="144732"/>
                      <a:pt x="199627" y="147233"/>
                    </a:cubicBezTo>
                    <a:close/>
                    <a:moveTo>
                      <a:pt x="163455" y="98299"/>
                    </a:moveTo>
                    <a:lnTo>
                      <a:pt x="189851" y="67580"/>
                    </a:lnTo>
                    <a:cubicBezTo>
                      <a:pt x="191336" y="65858"/>
                      <a:pt x="192155" y="63662"/>
                      <a:pt x="192161" y="61389"/>
                    </a:cubicBezTo>
                    <a:lnTo>
                      <a:pt x="192161" y="32814"/>
                    </a:lnTo>
                    <a:cubicBezTo>
                      <a:pt x="146537" y="0"/>
                      <a:pt x="83827" y="5221"/>
                      <a:pt x="44257" y="45129"/>
                    </a:cubicBezTo>
                    <a:cubicBezTo>
                      <a:pt x="4688" y="85036"/>
                      <a:pt x="0" y="147788"/>
                      <a:pt x="33201" y="193132"/>
                    </a:cubicBezTo>
                    <a:lnTo>
                      <a:pt x="45012" y="185369"/>
                    </a:lnTo>
                    <a:cubicBezTo>
                      <a:pt x="47669" y="183614"/>
                      <a:pt x="49272" y="180647"/>
                      <a:pt x="49286" y="177463"/>
                    </a:cubicBezTo>
                    <a:lnTo>
                      <a:pt x="49536" y="134327"/>
                    </a:lnTo>
                    <a:cubicBezTo>
                      <a:pt x="49549" y="132458"/>
                      <a:pt x="50108" y="130633"/>
                      <a:pt x="51144" y="129076"/>
                    </a:cubicBezTo>
                    <a:lnTo>
                      <a:pt x="76075" y="91810"/>
                    </a:lnTo>
                    <a:cubicBezTo>
                      <a:pt x="77520" y="89665"/>
                      <a:pt x="79774" y="88201"/>
                      <a:pt x="82320" y="87752"/>
                    </a:cubicBezTo>
                    <a:cubicBezTo>
                      <a:pt x="84867" y="87302"/>
                      <a:pt x="87486" y="87908"/>
                      <a:pt x="89577" y="89428"/>
                    </a:cubicBezTo>
                    <a:lnTo>
                      <a:pt x="113163" y="104907"/>
                    </a:lnTo>
                    <a:cubicBezTo>
                      <a:pt x="115149" y="106337"/>
                      <a:pt x="117607" y="106955"/>
                      <a:pt x="120033" y="106633"/>
                    </a:cubicBezTo>
                    <a:lnTo>
                      <a:pt x="157490" y="101561"/>
                    </a:lnTo>
                    <a:cubicBezTo>
                      <a:pt x="159812" y="101244"/>
                      <a:pt x="161936" y="100083"/>
                      <a:pt x="163455" y="98299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3819525" y="39338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2"/>
                      <a:pt x="55438" y="247650"/>
                      <a:pt x="123825" y="247650"/>
                    </a:cubicBezTo>
                    <a:cubicBezTo>
                      <a:pt x="192212" y="247650"/>
                      <a:pt x="247650" y="192212"/>
                      <a:pt x="247650" y="123825"/>
                    </a:cubicBezTo>
                    <a:cubicBezTo>
                      <a:pt x="247578" y="55468"/>
                      <a:pt x="192182" y="72"/>
                      <a:pt x="123825" y="0"/>
                    </a:cubicBezTo>
                    <a:close/>
                    <a:moveTo>
                      <a:pt x="123825" y="19050"/>
                    </a:moveTo>
                    <a:cubicBezTo>
                      <a:pt x="144125" y="19028"/>
                      <a:pt x="163988" y="24938"/>
                      <a:pt x="180975" y="36052"/>
                    </a:cubicBezTo>
                    <a:lnTo>
                      <a:pt x="180975" y="59531"/>
                    </a:lnTo>
                    <a:lnTo>
                      <a:pt x="154579" y="90178"/>
                    </a:lnTo>
                    <a:lnTo>
                      <a:pt x="117110" y="95250"/>
                    </a:lnTo>
                    <a:lnTo>
                      <a:pt x="116741" y="94988"/>
                    </a:lnTo>
                    <a:lnTo>
                      <a:pt x="93321" y="79677"/>
                    </a:lnTo>
                    <a:cubicBezTo>
                      <a:pt x="89127" y="76722"/>
                      <a:pt x="83917" y="75584"/>
                      <a:pt x="78873" y="76521"/>
                    </a:cubicBezTo>
                    <a:cubicBezTo>
                      <a:pt x="73828" y="77458"/>
                      <a:pt x="69374" y="80390"/>
                      <a:pt x="66520" y="84653"/>
                    </a:cubicBezTo>
                    <a:lnTo>
                      <a:pt x="41589" y="121920"/>
                    </a:lnTo>
                    <a:cubicBezTo>
                      <a:pt x="39512" y="125026"/>
                      <a:pt x="38394" y="128673"/>
                      <a:pt x="38374" y="132409"/>
                    </a:cubicBezTo>
                    <a:lnTo>
                      <a:pt x="38100" y="175546"/>
                    </a:lnTo>
                    <a:lnTo>
                      <a:pt x="34207" y="178106"/>
                    </a:lnTo>
                    <a:cubicBezTo>
                      <a:pt x="14610" y="145752"/>
                      <a:pt x="13974" y="105347"/>
                      <a:pt x="32542" y="72393"/>
                    </a:cubicBezTo>
                    <a:cubicBezTo>
                      <a:pt x="51110" y="39438"/>
                      <a:pt x="85999" y="19050"/>
                      <a:pt x="123825" y="19050"/>
                    </a:cubicBezTo>
                    <a:close/>
                    <a:moveTo>
                      <a:pt x="45589" y="193441"/>
                    </a:moveTo>
                    <a:lnTo>
                      <a:pt x="48589" y="191476"/>
                    </a:lnTo>
                    <a:cubicBezTo>
                      <a:pt x="53911" y="187966"/>
                      <a:pt x="57124" y="182027"/>
                      <a:pt x="57150" y="175653"/>
                    </a:cubicBezTo>
                    <a:lnTo>
                      <a:pt x="57400" y="132517"/>
                    </a:lnTo>
                    <a:lnTo>
                      <a:pt x="82356" y="95250"/>
                    </a:lnTo>
                    <a:cubicBezTo>
                      <a:pt x="82478" y="95344"/>
                      <a:pt x="82605" y="95432"/>
                      <a:pt x="82737" y="95512"/>
                    </a:cubicBezTo>
                    <a:lnTo>
                      <a:pt x="106156" y="110835"/>
                    </a:lnTo>
                    <a:cubicBezTo>
                      <a:pt x="110081" y="113605"/>
                      <a:pt x="114910" y="114784"/>
                      <a:pt x="119670" y="114133"/>
                    </a:cubicBezTo>
                    <a:lnTo>
                      <a:pt x="157162" y="109049"/>
                    </a:lnTo>
                    <a:cubicBezTo>
                      <a:pt x="161786" y="108432"/>
                      <a:pt x="166022" y="106140"/>
                      <a:pt x="169069" y="102608"/>
                    </a:cubicBezTo>
                    <a:lnTo>
                      <a:pt x="195465" y="71938"/>
                    </a:lnTo>
                    <a:cubicBezTo>
                      <a:pt x="198417" y="68479"/>
                      <a:pt x="200034" y="64078"/>
                      <a:pt x="200025" y="59531"/>
                    </a:cubicBezTo>
                    <a:lnTo>
                      <a:pt x="200025" y="51995"/>
                    </a:lnTo>
                    <a:cubicBezTo>
                      <a:pt x="226266" y="79757"/>
                      <a:pt x="235289" y="119615"/>
                      <a:pt x="223564" y="155972"/>
                    </a:cubicBezTo>
                    <a:lnTo>
                      <a:pt x="204347" y="138398"/>
                    </a:lnTo>
                    <a:cubicBezTo>
                      <a:pt x="198893" y="133392"/>
                      <a:pt x="191032" y="131999"/>
                      <a:pt x="184190" y="134826"/>
                    </a:cubicBezTo>
                    <a:lnTo>
                      <a:pt x="147923" y="149888"/>
                    </a:lnTo>
                    <a:cubicBezTo>
                      <a:pt x="141756" y="152476"/>
                      <a:pt x="137387" y="158096"/>
                      <a:pt x="136398" y="164711"/>
                    </a:cubicBezTo>
                    <a:lnTo>
                      <a:pt x="133552" y="183987"/>
                    </a:lnTo>
                    <a:cubicBezTo>
                      <a:pt x="132136" y="193594"/>
                      <a:pt x="138173" y="202729"/>
                      <a:pt x="147566" y="205192"/>
                    </a:cubicBezTo>
                    <a:lnTo>
                      <a:pt x="173117" y="211931"/>
                    </a:lnTo>
                    <a:lnTo>
                      <a:pt x="175927" y="214753"/>
                    </a:lnTo>
                    <a:cubicBezTo>
                      <a:pt x="132919" y="239429"/>
                      <a:pt x="78497" y="230530"/>
                      <a:pt x="45589" y="193441"/>
                    </a:cubicBezTo>
                    <a:close/>
                    <a:moveTo>
                      <a:pt x="191691" y="203597"/>
                    </a:moveTo>
                    <a:lnTo>
                      <a:pt x="186571" y="198465"/>
                    </a:lnTo>
                    <a:cubicBezTo>
                      <a:pt x="184183" y="196068"/>
                      <a:pt x="181199" y="194350"/>
                      <a:pt x="177927" y="193488"/>
                    </a:cubicBezTo>
                    <a:lnTo>
                      <a:pt x="152400" y="186750"/>
                    </a:lnTo>
                    <a:lnTo>
                      <a:pt x="155246" y="167473"/>
                    </a:lnTo>
                    <a:lnTo>
                      <a:pt x="191500" y="152400"/>
                    </a:lnTo>
                    <a:lnTo>
                      <a:pt x="215503" y="174403"/>
                    </a:lnTo>
                    <a:cubicBezTo>
                      <a:pt x="209385" y="185487"/>
                      <a:pt x="201319" y="195376"/>
                      <a:pt x="191691" y="20359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3819525" y="4314825"/>
              <a:ext cx="1193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DuckDuckGo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829050" y="4586288"/>
              <a:ext cx="103417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WEB SEARCH FALLBACK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825240" y="49158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文档外知识回退查询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825240" y="5125402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html/lite 双后端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25240" y="5334952"/>
              <a:ext cx="817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 API Key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248400" y="3600450"/>
            <a:ext cx="2590800" cy="2381250"/>
            <a:chOff x="6248400" y="3600450"/>
            <a:chExt cx="2590800" cy="2381250"/>
          </a:xfrm>
        </p:grpSpPr>
        <p:sp>
          <p:nvSpPr>
            <p:cNvPr id="73" name="Rectangle 73"/>
            <p:cNvSpPr/>
            <p:nvPr/>
          </p:nvSpPr>
          <p:spPr>
            <a:xfrm>
              <a:off x="62484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48400" y="3600450"/>
              <a:ext cx="25908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561504" y="3932604"/>
              <a:ext cx="250129" cy="250129"/>
              <a:chOff x="6561504" y="3932604"/>
              <a:chExt cx="250129" cy="250129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571512" y="3942588"/>
                <a:ext cx="230184" cy="230195"/>
              </a:xfrm>
              <a:custGeom>
                <a:avLst/>
                <a:gdLst/>
                <a:ahLst/>
                <a:cxnLst/>
                <a:rect l="l" t="t" r="r" b="b"/>
                <a:pathLst>
                  <a:path w="230184" h="230195">
                    <a:moveTo>
                      <a:pt x="210121" y="109323"/>
                    </a:moveTo>
                    <a:lnTo>
                      <a:pt x="230100" y="84320"/>
                    </a:lnTo>
                    <a:cubicBezTo>
                      <a:pt x="227405" y="74190"/>
                      <a:pt x="223373" y="64465"/>
                      <a:pt x="218111" y="55400"/>
                    </a:cubicBezTo>
                    <a:lnTo>
                      <a:pt x="186321" y="51828"/>
                    </a:lnTo>
                    <a:cubicBezTo>
                      <a:pt x="183781" y="48967"/>
                      <a:pt x="181074" y="46259"/>
                      <a:pt x="178213" y="43720"/>
                    </a:cubicBezTo>
                    <a:lnTo>
                      <a:pt x="174641" y="11918"/>
                    </a:lnTo>
                    <a:cubicBezTo>
                      <a:pt x="165566" y="6687"/>
                      <a:pt x="155837" y="2683"/>
                      <a:pt x="145709" y="12"/>
                    </a:cubicBezTo>
                    <a:lnTo>
                      <a:pt x="120706" y="19979"/>
                    </a:lnTo>
                    <a:cubicBezTo>
                      <a:pt x="116883" y="19752"/>
                      <a:pt x="113050" y="19752"/>
                      <a:pt x="109228" y="19979"/>
                    </a:cubicBezTo>
                    <a:lnTo>
                      <a:pt x="84225" y="0"/>
                    </a:lnTo>
                    <a:cubicBezTo>
                      <a:pt x="74128" y="2703"/>
                      <a:pt x="64435" y="6734"/>
                      <a:pt x="55400" y="11990"/>
                    </a:cubicBezTo>
                    <a:lnTo>
                      <a:pt x="51828" y="43779"/>
                    </a:lnTo>
                    <a:cubicBezTo>
                      <a:pt x="48967" y="46319"/>
                      <a:pt x="46259" y="49026"/>
                      <a:pt x="43720" y="51887"/>
                    </a:cubicBezTo>
                    <a:lnTo>
                      <a:pt x="11918" y="55459"/>
                    </a:lnTo>
                    <a:cubicBezTo>
                      <a:pt x="6687" y="64534"/>
                      <a:pt x="2683" y="74263"/>
                      <a:pt x="12" y="84391"/>
                    </a:cubicBezTo>
                    <a:lnTo>
                      <a:pt x="19979" y="109395"/>
                    </a:lnTo>
                    <a:cubicBezTo>
                      <a:pt x="19752" y="113217"/>
                      <a:pt x="19752" y="117050"/>
                      <a:pt x="19979" y="120872"/>
                    </a:cubicBezTo>
                    <a:lnTo>
                      <a:pt x="0" y="145875"/>
                    </a:lnTo>
                    <a:cubicBezTo>
                      <a:pt x="2695" y="156005"/>
                      <a:pt x="6727" y="165731"/>
                      <a:pt x="11990" y="174796"/>
                    </a:cubicBezTo>
                    <a:lnTo>
                      <a:pt x="43779" y="178368"/>
                    </a:lnTo>
                    <a:cubicBezTo>
                      <a:pt x="46319" y="181229"/>
                      <a:pt x="49026" y="183936"/>
                      <a:pt x="51887" y="186476"/>
                    </a:cubicBezTo>
                    <a:lnTo>
                      <a:pt x="55459" y="218277"/>
                    </a:lnTo>
                    <a:cubicBezTo>
                      <a:pt x="64534" y="223509"/>
                      <a:pt x="74263" y="227512"/>
                      <a:pt x="84392" y="230184"/>
                    </a:cubicBezTo>
                    <a:lnTo>
                      <a:pt x="109395" y="210217"/>
                    </a:lnTo>
                    <a:cubicBezTo>
                      <a:pt x="113217" y="210443"/>
                      <a:pt x="117050" y="210443"/>
                      <a:pt x="120872" y="210217"/>
                    </a:cubicBezTo>
                    <a:lnTo>
                      <a:pt x="145875" y="230195"/>
                    </a:lnTo>
                    <a:cubicBezTo>
                      <a:pt x="156005" y="227501"/>
                      <a:pt x="165731" y="223469"/>
                      <a:pt x="174796" y="218206"/>
                    </a:cubicBezTo>
                    <a:lnTo>
                      <a:pt x="178368" y="186416"/>
                    </a:lnTo>
                    <a:cubicBezTo>
                      <a:pt x="181229" y="183877"/>
                      <a:pt x="183936" y="181169"/>
                      <a:pt x="186476" y="178308"/>
                    </a:cubicBezTo>
                    <a:lnTo>
                      <a:pt x="218277" y="174736"/>
                    </a:lnTo>
                    <a:cubicBezTo>
                      <a:pt x="223509" y="165661"/>
                      <a:pt x="227512" y="155932"/>
                      <a:pt x="230184" y="145804"/>
                    </a:cubicBezTo>
                    <a:lnTo>
                      <a:pt x="210217" y="120801"/>
                    </a:lnTo>
                    <a:cubicBezTo>
                      <a:pt x="210411" y="116976"/>
                      <a:pt x="210379" y="113144"/>
                      <a:pt x="210121" y="109323"/>
                    </a:cubicBezTo>
                    <a:close/>
                    <a:moveTo>
                      <a:pt x="115038" y="162687"/>
                    </a:moveTo>
                    <a:cubicBezTo>
                      <a:pt x="88736" y="162687"/>
                      <a:pt x="67413" y="141365"/>
                      <a:pt x="67413" y="115062"/>
                    </a:cubicBezTo>
                    <a:cubicBezTo>
                      <a:pt x="67413" y="88759"/>
                      <a:pt x="88736" y="67437"/>
                      <a:pt x="115038" y="67437"/>
                    </a:cubicBezTo>
                    <a:cubicBezTo>
                      <a:pt x="141341" y="67437"/>
                      <a:pt x="162663" y="88759"/>
                      <a:pt x="162663" y="115062"/>
                    </a:cubicBezTo>
                    <a:cubicBezTo>
                      <a:pt x="162663" y="141365"/>
                      <a:pt x="141341" y="162687"/>
                      <a:pt x="115038" y="162687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61504" y="3932604"/>
                <a:ext cx="250129" cy="250129"/>
              </a:xfrm>
              <a:custGeom>
                <a:avLst/>
                <a:gdLst/>
                <a:ahLst/>
                <a:cxnLst/>
                <a:rect l="l" t="t" r="r" b="b"/>
                <a:pathLst>
                  <a:path w="250129" h="250129">
                    <a:moveTo>
                      <a:pt x="125046" y="67896"/>
                    </a:moveTo>
                    <a:cubicBezTo>
                      <a:pt x="93483" y="67896"/>
                      <a:pt x="67896" y="93483"/>
                      <a:pt x="67896" y="125046"/>
                    </a:cubicBezTo>
                    <a:cubicBezTo>
                      <a:pt x="67896" y="156609"/>
                      <a:pt x="93483" y="182196"/>
                      <a:pt x="125046" y="182196"/>
                    </a:cubicBezTo>
                    <a:cubicBezTo>
                      <a:pt x="156609" y="182196"/>
                      <a:pt x="182196" y="156609"/>
                      <a:pt x="182196" y="125046"/>
                    </a:cubicBezTo>
                    <a:cubicBezTo>
                      <a:pt x="182164" y="93497"/>
                      <a:pt x="156596" y="67929"/>
                      <a:pt x="125046" y="67896"/>
                    </a:cubicBezTo>
                    <a:close/>
                    <a:moveTo>
                      <a:pt x="125046" y="163146"/>
                    </a:moveTo>
                    <a:cubicBezTo>
                      <a:pt x="104004" y="163146"/>
                      <a:pt x="86946" y="146088"/>
                      <a:pt x="86946" y="125046"/>
                    </a:cubicBezTo>
                    <a:cubicBezTo>
                      <a:pt x="86946" y="104004"/>
                      <a:pt x="104004" y="86946"/>
                      <a:pt x="125046" y="86946"/>
                    </a:cubicBezTo>
                    <a:cubicBezTo>
                      <a:pt x="146088" y="86946"/>
                      <a:pt x="163146" y="104004"/>
                      <a:pt x="163146" y="125046"/>
                    </a:cubicBezTo>
                    <a:cubicBezTo>
                      <a:pt x="163146" y="146088"/>
                      <a:pt x="146088" y="163146"/>
                      <a:pt x="125046" y="163146"/>
                    </a:cubicBezTo>
                    <a:close/>
                    <a:moveTo>
                      <a:pt x="229821" y="127618"/>
                    </a:moveTo>
                    <a:cubicBezTo>
                      <a:pt x="229869" y="125904"/>
                      <a:pt x="229869" y="124189"/>
                      <a:pt x="229821" y="122475"/>
                    </a:cubicBezTo>
                    <a:lnTo>
                      <a:pt x="247586" y="100281"/>
                    </a:lnTo>
                    <a:cubicBezTo>
                      <a:pt x="249474" y="97918"/>
                      <a:pt x="250129" y="94798"/>
                      <a:pt x="249348" y="91876"/>
                    </a:cubicBezTo>
                    <a:cubicBezTo>
                      <a:pt x="246430" y="80931"/>
                      <a:pt x="242074" y="70421"/>
                      <a:pt x="236394" y="60622"/>
                    </a:cubicBezTo>
                    <a:cubicBezTo>
                      <a:pt x="234884" y="58022"/>
                      <a:pt x="232236" y="56288"/>
                      <a:pt x="229250" y="55943"/>
                    </a:cubicBezTo>
                    <a:lnTo>
                      <a:pt x="201008" y="52799"/>
                    </a:lnTo>
                    <a:cubicBezTo>
                      <a:pt x="199834" y="51561"/>
                      <a:pt x="198643" y="50370"/>
                      <a:pt x="197436" y="49227"/>
                    </a:cubicBezTo>
                    <a:lnTo>
                      <a:pt x="194103" y="20914"/>
                    </a:lnTo>
                    <a:cubicBezTo>
                      <a:pt x="193755" y="17926"/>
                      <a:pt x="192016" y="15277"/>
                      <a:pt x="189412" y="13771"/>
                    </a:cubicBezTo>
                    <a:cubicBezTo>
                      <a:pt x="179613" y="8094"/>
                      <a:pt x="169103" y="3746"/>
                      <a:pt x="158158" y="840"/>
                    </a:cubicBezTo>
                    <a:cubicBezTo>
                      <a:pt x="155235" y="60"/>
                      <a:pt x="152115" y="714"/>
                      <a:pt x="149752" y="2603"/>
                    </a:cubicBezTo>
                    <a:lnTo>
                      <a:pt x="127618" y="20271"/>
                    </a:lnTo>
                    <a:cubicBezTo>
                      <a:pt x="125904" y="20271"/>
                      <a:pt x="124189" y="20271"/>
                      <a:pt x="122475" y="20271"/>
                    </a:cubicBezTo>
                    <a:lnTo>
                      <a:pt x="100281" y="2543"/>
                    </a:lnTo>
                    <a:cubicBezTo>
                      <a:pt x="97918" y="654"/>
                      <a:pt x="94798" y="0"/>
                      <a:pt x="91876" y="781"/>
                    </a:cubicBezTo>
                    <a:cubicBezTo>
                      <a:pt x="80931" y="3698"/>
                      <a:pt x="70421" y="8054"/>
                      <a:pt x="60622" y="13735"/>
                    </a:cubicBezTo>
                    <a:cubicBezTo>
                      <a:pt x="58022" y="15244"/>
                      <a:pt x="56288" y="17892"/>
                      <a:pt x="55943" y="20879"/>
                    </a:cubicBezTo>
                    <a:lnTo>
                      <a:pt x="52799" y="49168"/>
                    </a:lnTo>
                    <a:cubicBezTo>
                      <a:pt x="51561" y="50351"/>
                      <a:pt x="50370" y="51541"/>
                      <a:pt x="49227" y="52740"/>
                    </a:cubicBezTo>
                    <a:lnTo>
                      <a:pt x="20914" y="55990"/>
                    </a:lnTo>
                    <a:cubicBezTo>
                      <a:pt x="17926" y="56338"/>
                      <a:pt x="15277" y="58077"/>
                      <a:pt x="13771" y="60681"/>
                    </a:cubicBezTo>
                    <a:cubicBezTo>
                      <a:pt x="8095" y="70482"/>
                      <a:pt x="3744" y="80991"/>
                      <a:pt x="828" y="91935"/>
                    </a:cubicBezTo>
                    <a:cubicBezTo>
                      <a:pt x="51" y="94860"/>
                      <a:pt x="709" y="97980"/>
                      <a:pt x="2603" y="100341"/>
                    </a:cubicBezTo>
                    <a:lnTo>
                      <a:pt x="20271" y="122475"/>
                    </a:lnTo>
                    <a:cubicBezTo>
                      <a:pt x="20271" y="124189"/>
                      <a:pt x="20271" y="125904"/>
                      <a:pt x="20271" y="127618"/>
                    </a:cubicBezTo>
                    <a:lnTo>
                      <a:pt x="2543" y="149811"/>
                    </a:lnTo>
                    <a:cubicBezTo>
                      <a:pt x="654" y="152174"/>
                      <a:pt x="0" y="155294"/>
                      <a:pt x="781" y="158217"/>
                    </a:cubicBezTo>
                    <a:cubicBezTo>
                      <a:pt x="3698" y="169162"/>
                      <a:pt x="8054" y="179672"/>
                      <a:pt x="13735" y="189471"/>
                    </a:cubicBezTo>
                    <a:cubicBezTo>
                      <a:pt x="15244" y="192071"/>
                      <a:pt x="17892" y="193805"/>
                      <a:pt x="20879" y="194150"/>
                    </a:cubicBezTo>
                    <a:lnTo>
                      <a:pt x="49120" y="197294"/>
                    </a:lnTo>
                    <a:cubicBezTo>
                      <a:pt x="50303" y="198532"/>
                      <a:pt x="51494" y="199722"/>
                      <a:pt x="52692" y="200865"/>
                    </a:cubicBezTo>
                    <a:lnTo>
                      <a:pt x="55990" y="229178"/>
                    </a:lnTo>
                    <a:cubicBezTo>
                      <a:pt x="56338" y="232167"/>
                      <a:pt x="58077" y="234815"/>
                      <a:pt x="60681" y="236322"/>
                    </a:cubicBezTo>
                    <a:cubicBezTo>
                      <a:pt x="70482" y="241997"/>
                      <a:pt x="80991" y="246349"/>
                      <a:pt x="91935" y="249264"/>
                    </a:cubicBezTo>
                    <a:cubicBezTo>
                      <a:pt x="94860" y="250042"/>
                      <a:pt x="97980" y="249383"/>
                      <a:pt x="100341" y="247490"/>
                    </a:cubicBezTo>
                    <a:lnTo>
                      <a:pt x="122475" y="229821"/>
                    </a:lnTo>
                    <a:cubicBezTo>
                      <a:pt x="124189" y="229869"/>
                      <a:pt x="125904" y="229869"/>
                      <a:pt x="127618" y="229821"/>
                    </a:cubicBezTo>
                    <a:lnTo>
                      <a:pt x="149811" y="247586"/>
                    </a:lnTo>
                    <a:cubicBezTo>
                      <a:pt x="152174" y="249474"/>
                      <a:pt x="155294" y="250129"/>
                      <a:pt x="158217" y="249348"/>
                    </a:cubicBezTo>
                    <a:cubicBezTo>
                      <a:pt x="169164" y="246436"/>
                      <a:pt x="179674" y="242079"/>
                      <a:pt x="189471" y="236394"/>
                    </a:cubicBezTo>
                    <a:cubicBezTo>
                      <a:pt x="192071" y="234884"/>
                      <a:pt x="193805" y="232236"/>
                      <a:pt x="194150" y="229250"/>
                    </a:cubicBezTo>
                    <a:lnTo>
                      <a:pt x="197294" y="201008"/>
                    </a:lnTo>
                    <a:cubicBezTo>
                      <a:pt x="198532" y="199834"/>
                      <a:pt x="199722" y="198643"/>
                      <a:pt x="200865" y="197436"/>
                    </a:cubicBezTo>
                    <a:lnTo>
                      <a:pt x="229178" y="194103"/>
                    </a:lnTo>
                    <a:cubicBezTo>
                      <a:pt x="232167" y="193755"/>
                      <a:pt x="234815" y="192016"/>
                      <a:pt x="236322" y="189412"/>
                    </a:cubicBezTo>
                    <a:cubicBezTo>
                      <a:pt x="241997" y="179611"/>
                      <a:pt x="246349" y="169101"/>
                      <a:pt x="249264" y="158158"/>
                    </a:cubicBezTo>
                    <a:cubicBezTo>
                      <a:pt x="250042" y="155233"/>
                      <a:pt x="249383" y="152113"/>
                      <a:pt x="247490" y="149752"/>
                    </a:cubicBezTo>
                    <a:close/>
                    <a:moveTo>
                      <a:pt x="210652" y="119879"/>
                    </a:moveTo>
                    <a:cubicBezTo>
                      <a:pt x="210855" y="123321"/>
                      <a:pt x="210855" y="126772"/>
                      <a:pt x="210652" y="130214"/>
                    </a:cubicBezTo>
                    <a:cubicBezTo>
                      <a:pt x="210510" y="132570"/>
                      <a:pt x="211249" y="134895"/>
                      <a:pt x="212724" y="136738"/>
                    </a:cubicBezTo>
                    <a:lnTo>
                      <a:pt x="229619" y="157848"/>
                    </a:lnTo>
                    <a:cubicBezTo>
                      <a:pt x="227680" y="164009"/>
                      <a:pt x="225198" y="169986"/>
                      <a:pt x="222201" y="175707"/>
                    </a:cubicBezTo>
                    <a:lnTo>
                      <a:pt x="195293" y="178755"/>
                    </a:lnTo>
                    <a:cubicBezTo>
                      <a:pt x="192950" y="179016"/>
                      <a:pt x="190786" y="180136"/>
                      <a:pt x="189221" y="181899"/>
                    </a:cubicBezTo>
                    <a:cubicBezTo>
                      <a:pt x="186929" y="184476"/>
                      <a:pt x="184488" y="186917"/>
                      <a:pt x="181911" y="189209"/>
                    </a:cubicBezTo>
                    <a:cubicBezTo>
                      <a:pt x="180147" y="190774"/>
                      <a:pt x="179028" y="192938"/>
                      <a:pt x="178767" y="195281"/>
                    </a:cubicBezTo>
                    <a:lnTo>
                      <a:pt x="175779" y="222166"/>
                    </a:lnTo>
                    <a:cubicBezTo>
                      <a:pt x="170058" y="225164"/>
                      <a:pt x="164081" y="227646"/>
                      <a:pt x="157920" y="229583"/>
                    </a:cubicBezTo>
                    <a:lnTo>
                      <a:pt x="136798" y="212688"/>
                    </a:lnTo>
                    <a:cubicBezTo>
                      <a:pt x="135108" y="211338"/>
                      <a:pt x="133008" y="210603"/>
                      <a:pt x="130845" y="210605"/>
                    </a:cubicBezTo>
                    <a:lnTo>
                      <a:pt x="130273" y="210605"/>
                    </a:lnTo>
                    <a:cubicBezTo>
                      <a:pt x="126831" y="210807"/>
                      <a:pt x="123381" y="210807"/>
                      <a:pt x="119939" y="210605"/>
                    </a:cubicBezTo>
                    <a:cubicBezTo>
                      <a:pt x="117583" y="210470"/>
                      <a:pt x="115260" y="211207"/>
                      <a:pt x="113414" y="212676"/>
                    </a:cubicBezTo>
                    <a:lnTo>
                      <a:pt x="92245" y="229583"/>
                    </a:lnTo>
                    <a:cubicBezTo>
                      <a:pt x="86084" y="227645"/>
                      <a:pt x="80107" y="225162"/>
                      <a:pt x="74385" y="222166"/>
                    </a:cubicBezTo>
                    <a:lnTo>
                      <a:pt x="71337" y="195293"/>
                    </a:lnTo>
                    <a:cubicBezTo>
                      <a:pt x="71077" y="192950"/>
                      <a:pt x="69957" y="190786"/>
                      <a:pt x="68194" y="189221"/>
                    </a:cubicBezTo>
                    <a:cubicBezTo>
                      <a:pt x="65616" y="186929"/>
                      <a:pt x="63175" y="184488"/>
                      <a:pt x="60884" y="181911"/>
                    </a:cubicBezTo>
                    <a:cubicBezTo>
                      <a:pt x="59318" y="180147"/>
                      <a:pt x="57155" y="179028"/>
                      <a:pt x="54811" y="178767"/>
                    </a:cubicBezTo>
                    <a:lnTo>
                      <a:pt x="27927" y="175767"/>
                    </a:lnTo>
                    <a:cubicBezTo>
                      <a:pt x="24929" y="170046"/>
                      <a:pt x="22447" y="164069"/>
                      <a:pt x="20510" y="157908"/>
                    </a:cubicBezTo>
                    <a:lnTo>
                      <a:pt x="37404" y="136786"/>
                    </a:lnTo>
                    <a:cubicBezTo>
                      <a:pt x="38880" y="134943"/>
                      <a:pt x="39618" y="132618"/>
                      <a:pt x="39476" y="130261"/>
                    </a:cubicBezTo>
                    <a:cubicBezTo>
                      <a:pt x="39274" y="126819"/>
                      <a:pt x="39274" y="123369"/>
                      <a:pt x="39476" y="119927"/>
                    </a:cubicBezTo>
                    <a:cubicBezTo>
                      <a:pt x="39618" y="117570"/>
                      <a:pt x="38880" y="115245"/>
                      <a:pt x="37404" y="113402"/>
                    </a:cubicBezTo>
                    <a:lnTo>
                      <a:pt x="20510" y="92245"/>
                    </a:lnTo>
                    <a:cubicBezTo>
                      <a:pt x="22448" y="86084"/>
                      <a:pt x="24930" y="80107"/>
                      <a:pt x="27927" y="74385"/>
                    </a:cubicBezTo>
                    <a:lnTo>
                      <a:pt x="54800" y="71337"/>
                    </a:lnTo>
                    <a:cubicBezTo>
                      <a:pt x="57143" y="71077"/>
                      <a:pt x="59306" y="69957"/>
                      <a:pt x="60872" y="68194"/>
                    </a:cubicBezTo>
                    <a:cubicBezTo>
                      <a:pt x="63164" y="65616"/>
                      <a:pt x="65605" y="63175"/>
                      <a:pt x="68182" y="60884"/>
                    </a:cubicBezTo>
                    <a:cubicBezTo>
                      <a:pt x="69952" y="59317"/>
                      <a:pt x="71077" y="57149"/>
                      <a:pt x="71337" y="54800"/>
                    </a:cubicBezTo>
                    <a:lnTo>
                      <a:pt x="74326" y="27927"/>
                    </a:lnTo>
                    <a:cubicBezTo>
                      <a:pt x="80047" y="24929"/>
                      <a:pt x="86024" y="22447"/>
                      <a:pt x="92185" y="20510"/>
                    </a:cubicBezTo>
                    <a:lnTo>
                      <a:pt x="113307" y="37404"/>
                    </a:lnTo>
                    <a:cubicBezTo>
                      <a:pt x="115150" y="38880"/>
                      <a:pt x="117475" y="39618"/>
                      <a:pt x="119831" y="39476"/>
                    </a:cubicBezTo>
                    <a:cubicBezTo>
                      <a:pt x="123273" y="39274"/>
                      <a:pt x="126724" y="39274"/>
                      <a:pt x="130166" y="39476"/>
                    </a:cubicBezTo>
                    <a:cubicBezTo>
                      <a:pt x="132522" y="39611"/>
                      <a:pt x="134844" y="38874"/>
                      <a:pt x="136691" y="37404"/>
                    </a:cubicBezTo>
                    <a:lnTo>
                      <a:pt x="157848" y="20510"/>
                    </a:lnTo>
                    <a:cubicBezTo>
                      <a:pt x="164009" y="22448"/>
                      <a:pt x="169986" y="24930"/>
                      <a:pt x="175707" y="27927"/>
                    </a:cubicBezTo>
                    <a:lnTo>
                      <a:pt x="178755" y="54800"/>
                    </a:lnTo>
                    <a:cubicBezTo>
                      <a:pt x="179016" y="57143"/>
                      <a:pt x="180136" y="59306"/>
                      <a:pt x="181899" y="60872"/>
                    </a:cubicBezTo>
                    <a:cubicBezTo>
                      <a:pt x="184476" y="63164"/>
                      <a:pt x="186917" y="65605"/>
                      <a:pt x="189209" y="68182"/>
                    </a:cubicBezTo>
                    <a:cubicBezTo>
                      <a:pt x="190774" y="69945"/>
                      <a:pt x="192938" y="71065"/>
                      <a:pt x="195281" y="71325"/>
                    </a:cubicBezTo>
                    <a:lnTo>
                      <a:pt x="222166" y="74314"/>
                    </a:lnTo>
                    <a:cubicBezTo>
                      <a:pt x="225164" y="80035"/>
                      <a:pt x="227646" y="86012"/>
                      <a:pt x="229583" y="92173"/>
                    </a:cubicBezTo>
                    <a:lnTo>
                      <a:pt x="212688" y="113295"/>
                    </a:lnTo>
                    <a:cubicBezTo>
                      <a:pt x="211199" y="115153"/>
                      <a:pt x="210460" y="117503"/>
                      <a:pt x="210617" y="11987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562725" y="4314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72250" y="458628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568440" y="4915852"/>
              <a:ext cx="1629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python-dotenv 环境变量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68440" y="512540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密钥安全管理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68440" y="53349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config.py 统一入口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991600" y="3600450"/>
            <a:ext cx="2438400" cy="2381250"/>
            <a:chOff x="8991600" y="3600450"/>
            <a:chExt cx="2438400" cy="2381250"/>
          </a:xfrm>
        </p:grpSpPr>
        <p:sp>
          <p:nvSpPr>
            <p:cNvPr id="84" name="Rectangle 84"/>
            <p:cNvSpPr/>
            <p:nvPr/>
          </p:nvSpPr>
          <p:spPr>
            <a:xfrm>
              <a:off x="8991600" y="3600450"/>
              <a:ext cx="24384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8991600" y="3600450"/>
              <a:ext cx="24384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9305925" y="3933825"/>
              <a:ext cx="247650" cy="247650"/>
              <a:chOff x="9305925" y="3933825"/>
              <a:chExt cx="247650" cy="24765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9315450" y="39433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114300"/>
                    </a:move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305925" y="39338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78189" y="88511"/>
                    </a:moveTo>
                    <a:cubicBezTo>
                      <a:pt x="179978" y="90298"/>
                      <a:pt x="180982" y="92722"/>
                      <a:pt x="180982" y="95250"/>
                    </a:cubicBezTo>
                    <a:cubicBezTo>
                      <a:pt x="180982" y="97778"/>
                      <a:pt x="179978" y="100202"/>
                      <a:pt x="178189" y="101989"/>
                    </a:cubicBezTo>
                    <a:lnTo>
                      <a:pt x="111514" y="168664"/>
                    </a:lnTo>
                    <a:cubicBezTo>
                      <a:pt x="109727" y="170453"/>
                      <a:pt x="107303" y="171457"/>
                      <a:pt x="104775" y="171457"/>
                    </a:cubicBezTo>
                    <a:cubicBezTo>
                      <a:pt x="102247" y="171457"/>
                      <a:pt x="99823" y="170453"/>
                      <a:pt x="98036" y="168664"/>
                    </a:cubicBezTo>
                    <a:lnTo>
                      <a:pt x="69461" y="140089"/>
                    </a:lnTo>
                    <a:cubicBezTo>
                      <a:pt x="65739" y="136367"/>
                      <a:pt x="65739" y="130333"/>
                      <a:pt x="69461" y="126611"/>
                    </a:cubicBezTo>
                    <a:cubicBezTo>
                      <a:pt x="73183" y="122889"/>
                      <a:pt x="79217" y="122889"/>
                      <a:pt x="82939" y="126611"/>
                    </a:cubicBezTo>
                    <a:lnTo>
                      <a:pt x="104775" y="148459"/>
                    </a:lnTo>
                    <a:lnTo>
                      <a:pt x="164711" y="88511"/>
                    </a:lnTo>
                    <a:cubicBezTo>
                      <a:pt x="166498" y="86722"/>
                      <a:pt x="168922" y="85718"/>
                      <a:pt x="171450" y="85718"/>
                    </a:cubicBezTo>
                    <a:cubicBezTo>
                      <a:pt x="173978" y="85718"/>
                      <a:pt x="176402" y="86722"/>
                      <a:pt x="178189" y="88511"/>
                    </a:cubicBezTo>
                    <a:close/>
                    <a:moveTo>
                      <a:pt x="247650" y="123825"/>
                    </a:moveTo>
                    <a:cubicBezTo>
                      <a:pt x="247650" y="192212"/>
                      <a:pt x="192212" y="247650"/>
                      <a:pt x="123825" y="247650"/>
                    </a:cubicBezTo>
                    <a:cubicBezTo>
                      <a:pt x="55438" y="247650"/>
                      <a:pt x="0" y="192212"/>
                      <a:pt x="0" y="123825"/>
                    </a:cubicBezTo>
                    <a:cubicBezTo>
                      <a:pt x="0" y="55438"/>
                      <a:pt x="55438" y="0"/>
                      <a:pt x="123825" y="0"/>
                    </a:cubicBezTo>
                    <a:cubicBezTo>
                      <a:pt x="192182" y="72"/>
                      <a:pt x="247578" y="55468"/>
                      <a:pt x="247650" y="123825"/>
                    </a:cubicBezTo>
                    <a:close/>
                    <a:moveTo>
                      <a:pt x="228600" y="123825"/>
                    </a:moveTo>
                    <a:cubicBezTo>
                      <a:pt x="228600" y="65959"/>
                      <a:pt x="181691" y="19050"/>
                      <a:pt x="123825" y="19050"/>
                    </a:cubicBezTo>
                    <a:cubicBezTo>
                      <a:pt x="65959" y="19050"/>
                      <a:pt x="19050" y="65959"/>
                      <a:pt x="19050" y="123825"/>
                    </a:cubicBezTo>
                    <a:cubicBezTo>
                      <a:pt x="19050" y="181691"/>
                      <a:pt x="65959" y="228600"/>
                      <a:pt x="123825" y="228600"/>
                    </a:cubicBezTo>
                    <a:cubicBezTo>
                      <a:pt x="181663" y="228534"/>
                      <a:pt x="228534" y="181663"/>
                      <a:pt x="228600" y="1238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9305925" y="4314825"/>
              <a:ext cx="7311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pytest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315450" y="4586288"/>
              <a:ext cx="37909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TESTING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311640" y="4915852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单元测试 + E2E 测试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11640" y="512540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 临时目录隔离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311640" y="53349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全流程验证覆盖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5" name="Rectangle 9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  <p:bldP spid="83" grpId="0"/>
      <p:bldP spid="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03835"/>
            <a:ext cx="3646361" cy="548640"/>
            <a:chOff x="762000" y="203835"/>
            <a:chExt cx="3646361" cy="548640"/>
          </a:xfrm>
        </p:grpSpPr>
        <p:sp>
          <p:nvSpPr>
            <p:cNvPr id="3" name="Rectangle 3"/>
            <p:cNvSpPr/>
            <p:nvPr/>
          </p:nvSpPr>
          <p:spPr>
            <a:xfrm>
              <a:off x="762000" y="285750"/>
              <a:ext cx="38100" cy="2476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03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69595"/>
              <a:ext cx="3467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THREE-TIER ARCHITECTURE — PRESENTATION · AGENT · STORAGE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904875"/>
            <a:ext cx="10668000" cy="1619250"/>
            <a:chOff x="762000" y="904875"/>
            <a:chExt cx="10668000" cy="1619250"/>
          </a:xfrm>
        </p:grpSpPr>
        <p:sp>
          <p:nvSpPr>
            <p:cNvPr id="7" name="Rectangle 7"/>
            <p:cNvSpPr/>
            <p:nvPr/>
          </p:nvSpPr>
          <p:spPr>
            <a:xfrm>
              <a:off x="762000" y="904875"/>
              <a:ext cx="10668000" cy="1619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904875"/>
              <a:ext cx="47625" cy="1619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9048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992981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展示层 PRESENTATION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0820" y="1017270"/>
              <a:ext cx="1835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Web UI — 用户交互界面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00745" y="1575792"/>
              <a:ext cx="170259" cy="157162"/>
              <a:chOff x="1200745" y="1575792"/>
              <a:chExt cx="170259" cy="1571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07294" y="1582341"/>
                <a:ext cx="157162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130">
                    <a:moveTo>
                      <a:pt x="157162" y="13097"/>
                    </a:moveTo>
                    <a:lnTo>
                      <a:pt x="157162" y="85130"/>
                    </a:lnTo>
                    <a:lnTo>
                      <a:pt x="0" y="85130"/>
                    </a:ln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lnTo>
                      <a:pt x="144066" y="0"/>
                    </a:lnTo>
                    <a:cubicBezTo>
                      <a:pt x="151299" y="0"/>
                      <a:pt x="157162" y="5864"/>
                      <a:pt x="157162" y="1309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0745" y="1575792"/>
                <a:ext cx="17025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57162">
                    <a:moveTo>
                      <a:pt x="150614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78581" y="130969"/>
                    </a:lnTo>
                    <a:lnTo>
                      <a:pt x="78581" y="144066"/>
                    </a:lnTo>
                    <a:lnTo>
                      <a:pt x="58936" y="144066"/>
                    </a:lnTo>
                    <a:cubicBezTo>
                      <a:pt x="55319" y="144066"/>
                      <a:pt x="52388" y="146997"/>
                      <a:pt x="52388" y="150614"/>
                    </a:cubicBezTo>
                    <a:cubicBezTo>
                      <a:pt x="52388" y="154231"/>
                      <a:pt x="55319" y="157162"/>
                      <a:pt x="58936" y="157162"/>
                    </a:cubicBezTo>
                    <a:lnTo>
                      <a:pt x="111323" y="157162"/>
                    </a:lnTo>
                    <a:cubicBezTo>
                      <a:pt x="114940" y="157162"/>
                      <a:pt x="117872" y="154231"/>
                      <a:pt x="117872" y="150614"/>
                    </a:cubicBezTo>
                    <a:cubicBezTo>
                      <a:pt x="117872" y="146997"/>
                      <a:pt x="114940" y="144066"/>
                      <a:pt x="111323" y="144066"/>
                    </a:cubicBezTo>
                    <a:lnTo>
                      <a:pt x="91678" y="144066"/>
                    </a:lnTo>
                    <a:lnTo>
                      <a:pt x="91678" y="130969"/>
                    </a:lnTo>
                    <a:lnTo>
                      <a:pt x="150614" y="130969"/>
                    </a:lnTo>
                    <a:cubicBezTo>
                      <a:pt x="161464" y="130969"/>
                      <a:pt x="170259" y="122173"/>
                      <a:pt x="170259" y="111323"/>
                    </a:cubicBezTo>
                    <a:lnTo>
                      <a:pt x="170259" y="19645"/>
                    </a:lnTo>
                    <a:cubicBezTo>
                      <a:pt x="170259" y="8796"/>
                      <a:pt x="161464" y="0"/>
                      <a:pt x="150614" y="0"/>
                    </a:cubicBezTo>
                    <a:close/>
                    <a:moveTo>
                      <a:pt x="19645" y="13097"/>
                    </a:moveTo>
                    <a:lnTo>
                      <a:pt x="150614" y="13097"/>
                    </a:lnTo>
                    <a:cubicBezTo>
                      <a:pt x="154231" y="13097"/>
                      <a:pt x="157162" y="16029"/>
                      <a:pt x="157162" y="19645"/>
                    </a:cubicBezTo>
                    <a:lnTo>
                      <a:pt x="157162" y="85130"/>
                    </a:lnTo>
                    <a:lnTo>
                      <a:pt x="13097" y="85130"/>
                    </a:lnTo>
                    <a:lnTo>
                      <a:pt x="13097" y="19645"/>
                    </a:lnTo>
                    <a:cubicBezTo>
                      <a:pt x="13097" y="16029"/>
                      <a:pt x="16029" y="13097"/>
                      <a:pt x="19645" y="13097"/>
                    </a:cubicBezTo>
                    <a:close/>
                    <a:moveTo>
                      <a:pt x="150614" y="117872"/>
                    </a:moveTo>
                    <a:lnTo>
                      <a:pt x="19645" y="117872"/>
                    </a:lnTo>
                    <a:cubicBezTo>
                      <a:pt x="16029" y="117872"/>
                      <a:pt x="13097" y="114940"/>
                      <a:pt x="13097" y="111323"/>
                    </a:cubicBezTo>
                    <a:lnTo>
                      <a:pt x="13097" y="98227"/>
                    </a:lnTo>
                    <a:lnTo>
                      <a:pt x="157162" y="98227"/>
                    </a:lnTo>
                    <a:lnTo>
                      <a:pt x="157162" y="111323"/>
                    </a:lnTo>
                    <a:cubicBezTo>
                      <a:pt x="157162" y="114940"/>
                      <a:pt x="154231" y="117872"/>
                      <a:pt x="150614" y="11787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0660" y="1546860"/>
              <a:ext cx="1559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 Web 界面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5618" y="15711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 · 聊天界面 · 侧边栏设置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5422" y="1739741"/>
              <a:ext cx="26667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st.file_uploader + st.chat_message + st.sidebar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38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377786" y="1581352"/>
              <a:ext cx="197518" cy="145325"/>
              <a:chOff x="5377786" y="1581352"/>
              <a:chExt cx="197518" cy="145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98294" y="1588889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11323" y="72033"/>
                    </a:moveTo>
                    <a:cubicBezTo>
                      <a:pt x="111323" y="90116"/>
                      <a:pt x="96664" y="104775"/>
                      <a:pt x="78581" y="104775"/>
                    </a:cubicBezTo>
                    <a:cubicBezTo>
                      <a:pt x="60498" y="104775"/>
                      <a:pt x="45839" y="90116"/>
                      <a:pt x="45839" y="72033"/>
                    </a:cubicBezTo>
                    <a:cubicBezTo>
                      <a:pt x="45839" y="53950"/>
                      <a:pt x="60498" y="39291"/>
                      <a:pt x="78581" y="39291"/>
                    </a:cubicBezTo>
                    <a:cubicBezTo>
                      <a:pt x="96664" y="39291"/>
                      <a:pt x="111323" y="53950"/>
                      <a:pt x="111323" y="72033"/>
                    </a:cubicBezTo>
                    <a:close/>
                    <a:moveTo>
                      <a:pt x="26194" y="0"/>
                    </a:move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lose/>
                    <a:moveTo>
                      <a:pt x="130969" y="0"/>
                    </a:moveTo>
                    <a:cubicBezTo>
                      <a:pt x="116502" y="0"/>
                      <a:pt x="104775" y="11727"/>
                      <a:pt x="104775" y="26194"/>
                    </a:cubicBezTo>
                    <a:cubicBezTo>
                      <a:pt x="104775" y="40660"/>
                      <a:pt x="116502" y="52388"/>
                      <a:pt x="130969" y="52388"/>
                    </a:cubicBezTo>
                    <a:cubicBezTo>
                      <a:pt x="145435" y="52388"/>
                      <a:pt x="157162" y="40660"/>
                      <a:pt x="157162" y="26194"/>
                    </a:cubicBezTo>
                    <a:cubicBezTo>
                      <a:pt x="157162" y="11727"/>
                      <a:pt x="145435" y="0"/>
                      <a:pt x="130969" y="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77786" y="1581352"/>
                <a:ext cx="197518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197518" h="145325">
                    <a:moveTo>
                      <a:pt x="194696" y="84808"/>
                    </a:moveTo>
                    <a:cubicBezTo>
                      <a:pt x="191803" y="86978"/>
                      <a:pt x="187698" y="86392"/>
                      <a:pt x="185528" y="83499"/>
                    </a:cubicBezTo>
                    <a:cubicBezTo>
                      <a:pt x="177524" y="72740"/>
                      <a:pt x="164886" y="66421"/>
                      <a:pt x="151477" y="66473"/>
                    </a:cubicBezTo>
                    <a:cubicBezTo>
                      <a:pt x="147860" y="66473"/>
                      <a:pt x="144928" y="63541"/>
                      <a:pt x="144928" y="59924"/>
                    </a:cubicBezTo>
                    <a:cubicBezTo>
                      <a:pt x="144928" y="56308"/>
                      <a:pt x="147860" y="53376"/>
                      <a:pt x="151477" y="53376"/>
                    </a:cubicBezTo>
                    <a:cubicBezTo>
                      <a:pt x="161685" y="53375"/>
                      <a:pt x="170192" y="45555"/>
                      <a:pt x="171051" y="35382"/>
                    </a:cubicBezTo>
                    <a:cubicBezTo>
                      <a:pt x="171909" y="25209"/>
                      <a:pt x="164832" y="16075"/>
                      <a:pt x="154768" y="14363"/>
                    </a:cubicBezTo>
                    <a:cubicBezTo>
                      <a:pt x="144704" y="12652"/>
                      <a:pt x="135006" y="18935"/>
                      <a:pt x="132453" y="28819"/>
                    </a:cubicBezTo>
                    <a:cubicBezTo>
                      <a:pt x="131549" y="32323"/>
                      <a:pt x="127976" y="34430"/>
                      <a:pt x="124472" y="33526"/>
                    </a:cubicBezTo>
                    <a:cubicBezTo>
                      <a:pt x="120969" y="32622"/>
                      <a:pt x="118862" y="29049"/>
                      <a:pt x="119766" y="25545"/>
                    </a:cubicBezTo>
                    <a:cubicBezTo>
                      <a:pt x="123263" y="12013"/>
                      <a:pt x="134964" y="2193"/>
                      <a:pt x="148898" y="1096"/>
                    </a:cubicBezTo>
                    <a:cubicBezTo>
                      <a:pt x="162832" y="0"/>
                      <a:pt x="175925" y="7869"/>
                      <a:pt x="181496" y="20688"/>
                    </a:cubicBezTo>
                    <a:cubicBezTo>
                      <a:pt x="187066" y="33506"/>
                      <a:pt x="183886" y="48448"/>
                      <a:pt x="173578" y="57886"/>
                    </a:cubicBezTo>
                    <a:cubicBezTo>
                      <a:pt x="182482" y="61742"/>
                      <a:pt x="190223" y="67860"/>
                      <a:pt x="196031" y="75632"/>
                    </a:cubicBezTo>
                    <a:cubicBezTo>
                      <a:pt x="197073" y="77025"/>
                      <a:pt x="197518" y="78776"/>
                      <a:pt x="197267" y="80497"/>
                    </a:cubicBezTo>
                    <a:cubicBezTo>
                      <a:pt x="197017" y="82219"/>
                      <a:pt x="196092" y="83770"/>
                      <a:pt x="194696" y="84808"/>
                    </a:cubicBezTo>
                    <a:close/>
                    <a:moveTo>
                      <a:pt x="150593" y="135231"/>
                    </a:moveTo>
                    <a:cubicBezTo>
                      <a:pt x="151837" y="137261"/>
                      <a:pt x="151882" y="139806"/>
                      <a:pt x="150711" y="141878"/>
                    </a:cubicBezTo>
                    <a:cubicBezTo>
                      <a:pt x="149539" y="143950"/>
                      <a:pt x="147335" y="145224"/>
                      <a:pt x="144954" y="145203"/>
                    </a:cubicBezTo>
                    <a:cubicBezTo>
                      <a:pt x="142574" y="145183"/>
                      <a:pt x="140392" y="143872"/>
                      <a:pt x="139256" y="141780"/>
                    </a:cubicBezTo>
                    <a:cubicBezTo>
                      <a:pt x="130862" y="127572"/>
                      <a:pt x="115587" y="118855"/>
                      <a:pt x="99085" y="118855"/>
                    </a:cubicBezTo>
                    <a:cubicBezTo>
                      <a:pt x="82583" y="118855"/>
                      <a:pt x="67308" y="127572"/>
                      <a:pt x="58914" y="141780"/>
                    </a:cubicBezTo>
                    <a:cubicBezTo>
                      <a:pt x="57799" y="143911"/>
                      <a:pt x="55606" y="145260"/>
                      <a:pt x="53201" y="145292"/>
                    </a:cubicBezTo>
                    <a:cubicBezTo>
                      <a:pt x="50795" y="145325"/>
                      <a:pt x="48566" y="144036"/>
                      <a:pt x="47394" y="141936"/>
                    </a:cubicBezTo>
                    <a:cubicBezTo>
                      <a:pt x="46222" y="139835"/>
                      <a:pt x="46295" y="137261"/>
                      <a:pt x="47586" y="135231"/>
                    </a:cubicBezTo>
                    <a:cubicBezTo>
                      <a:pt x="53934" y="124323"/>
                      <a:pt x="63615" y="115739"/>
                      <a:pt x="75204" y="110740"/>
                    </a:cubicBezTo>
                    <a:cubicBezTo>
                      <a:pt x="61833" y="100503"/>
                      <a:pt x="56472" y="82883"/>
                      <a:pt x="61877" y="66934"/>
                    </a:cubicBezTo>
                    <a:cubicBezTo>
                      <a:pt x="67281" y="50984"/>
                      <a:pt x="82249" y="40253"/>
                      <a:pt x="99089" y="40253"/>
                    </a:cubicBezTo>
                    <a:cubicBezTo>
                      <a:pt x="115929" y="40253"/>
                      <a:pt x="130897" y="50984"/>
                      <a:pt x="136301" y="66934"/>
                    </a:cubicBezTo>
                    <a:cubicBezTo>
                      <a:pt x="141706" y="82883"/>
                      <a:pt x="136346" y="100503"/>
                      <a:pt x="122975" y="110740"/>
                    </a:cubicBezTo>
                    <a:cubicBezTo>
                      <a:pt x="134564" y="115739"/>
                      <a:pt x="144244" y="124323"/>
                      <a:pt x="150593" y="135231"/>
                    </a:cubicBezTo>
                    <a:close/>
                    <a:moveTo>
                      <a:pt x="99089" y="105763"/>
                    </a:moveTo>
                    <a:cubicBezTo>
                      <a:pt x="113556" y="105763"/>
                      <a:pt x="125283" y="94036"/>
                      <a:pt x="125283" y="79570"/>
                    </a:cubicBezTo>
                    <a:cubicBezTo>
                      <a:pt x="125283" y="65103"/>
                      <a:pt x="113556" y="53376"/>
                      <a:pt x="99089" y="53376"/>
                    </a:cubicBezTo>
                    <a:cubicBezTo>
                      <a:pt x="84623" y="53376"/>
                      <a:pt x="72895" y="65103"/>
                      <a:pt x="72895" y="79570"/>
                    </a:cubicBezTo>
                    <a:cubicBezTo>
                      <a:pt x="72895" y="94036"/>
                      <a:pt x="84623" y="105763"/>
                      <a:pt x="99089" y="105763"/>
                    </a:cubicBezTo>
                    <a:close/>
                    <a:moveTo>
                      <a:pt x="53250" y="59924"/>
                    </a:moveTo>
                    <a:cubicBezTo>
                      <a:pt x="53250" y="56308"/>
                      <a:pt x="50318" y="53376"/>
                      <a:pt x="46702" y="53376"/>
                    </a:cubicBezTo>
                    <a:cubicBezTo>
                      <a:pt x="36493" y="53375"/>
                      <a:pt x="27986" y="45555"/>
                      <a:pt x="27128" y="35382"/>
                    </a:cubicBezTo>
                    <a:cubicBezTo>
                      <a:pt x="26269" y="25209"/>
                      <a:pt x="33346" y="16075"/>
                      <a:pt x="43410" y="14363"/>
                    </a:cubicBezTo>
                    <a:cubicBezTo>
                      <a:pt x="53475" y="12652"/>
                      <a:pt x="63173" y="18935"/>
                      <a:pt x="65725" y="28819"/>
                    </a:cubicBezTo>
                    <a:cubicBezTo>
                      <a:pt x="66629" y="32323"/>
                      <a:pt x="70202" y="34430"/>
                      <a:pt x="73706" y="33526"/>
                    </a:cubicBezTo>
                    <a:cubicBezTo>
                      <a:pt x="77209" y="32622"/>
                      <a:pt x="79317" y="29049"/>
                      <a:pt x="78412" y="25545"/>
                    </a:cubicBezTo>
                    <a:cubicBezTo>
                      <a:pt x="74915" y="12013"/>
                      <a:pt x="63214" y="2193"/>
                      <a:pt x="49280" y="1096"/>
                    </a:cubicBezTo>
                    <a:cubicBezTo>
                      <a:pt x="35347" y="0"/>
                      <a:pt x="22253" y="7869"/>
                      <a:pt x="16683" y="20688"/>
                    </a:cubicBezTo>
                    <a:cubicBezTo>
                      <a:pt x="11112" y="33506"/>
                      <a:pt x="14292" y="48448"/>
                      <a:pt x="24601" y="57886"/>
                    </a:cubicBezTo>
                    <a:cubicBezTo>
                      <a:pt x="15705" y="61745"/>
                      <a:pt x="7973" y="67863"/>
                      <a:pt x="2172" y="75632"/>
                    </a:cubicBezTo>
                    <a:cubicBezTo>
                      <a:pt x="0" y="78526"/>
                      <a:pt x="585" y="82632"/>
                      <a:pt x="3478" y="84804"/>
                    </a:cubicBezTo>
                    <a:cubicBezTo>
                      <a:pt x="6371" y="86977"/>
                      <a:pt x="10478" y="86392"/>
                      <a:pt x="12650" y="83499"/>
                    </a:cubicBezTo>
                    <a:cubicBezTo>
                      <a:pt x="20654" y="72740"/>
                      <a:pt x="33292" y="66421"/>
                      <a:pt x="46702" y="66473"/>
                    </a:cubicBezTo>
                    <a:cubicBezTo>
                      <a:pt x="50318" y="66473"/>
                      <a:pt x="53250" y="63541"/>
                      <a:pt x="53250" y="59924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661660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会话状态管理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6618" y="15711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 · 文件去重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6422" y="1739741"/>
              <a:ext cx="19131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uploaded_files[name_size] 去重 key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99906" y="2152406"/>
              <a:ext cx="171963" cy="171963"/>
              <a:chOff x="1199906" y="2152406"/>
              <a:chExt cx="171963" cy="17196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06786" y="2159270"/>
                <a:ext cx="158251" cy="158259"/>
              </a:xfrm>
              <a:custGeom>
                <a:avLst/>
                <a:gdLst/>
                <a:ahLst/>
                <a:cxnLst/>
                <a:rect l="l" t="t" r="r" b="b"/>
                <a:pathLst>
                  <a:path w="158251" h="158259">
                    <a:moveTo>
                      <a:pt x="144459" y="75160"/>
                    </a:moveTo>
                    <a:lnTo>
                      <a:pt x="158194" y="57970"/>
                    </a:lnTo>
                    <a:cubicBezTo>
                      <a:pt x="156341" y="51006"/>
                      <a:pt x="153569" y="44320"/>
                      <a:pt x="149951" y="38087"/>
                    </a:cubicBezTo>
                    <a:lnTo>
                      <a:pt x="128096" y="35632"/>
                    </a:lnTo>
                    <a:cubicBezTo>
                      <a:pt x="126350" y="33665"/>
                      <a:pt x="124488" y="31803"/>
                      <a:pt x="122521" y="30057"/>
                    </a:cubicBezTo>
                    <a:lnTo>
                      <a:pt x="120066" y="8194"/>
                    </a:lnTo>
                    <a:cubicBezTo>
                      <a:pt x="113827" y="4597"/>
                      <a:pt x="107138" y="1845"/>
                      <a:pt x="100175" y="8"/>
                    </a:cubicBezTo>
                    <a:lnTo>
                      <a:pt x="82985" y="13735"/>
                    </a:lnTo>
                    <a:cubicBezTo>
                      <a:pt x="80357" y="13580"/>
                      <a:pt x="77722" y="13580"/>
                      <a:pt x="75094" y="13735"/>
                    </a:cubicBezTo>
                    <a:lnTo>
                      <a:pt x="57905" y="0"/>
                    </a:lnTo>
                    <a:cubicBezTo>
                      <a:pt x="50963" y="1858"/>
                      <a:pt x="44299" y="4630"/>
                      <a:pt x="38087" y="8243"/>
                    </a:cubicBezTo>
                    <a:lnTo>
                      <a:pt x="35632" y="30098"/>
                    </a:lnTo>
                    <a:cubicBezTo>
                      <a:pt x="33665" y="31844"/>
                      <a:pt x="31803" y="33706"/>
                      <a:pt x="30057" y="35673"/>
                    </a:cubicBezTo>
                    <a:lnTo>
                      <a:pt x="8194" y="38128"/>
                    </a:lnTo>
                    <a:cubicBezTo>
                      <a:pt x="4597" y="44367"/>
                      <a:pt x="1845" y="51056"/>
                      <a:pt x="8" y="58019"/>
                    </a:cubicBezTo>
                    <a:lnTo>
                      <a:pt x="13735" y="75209"/>
                    </a:lnTo>
                    <a:cubicBezTo>
                      <a:pt x="13580" y="77837"/>
                      <a:pt x="13580" y="80472"/>
                      <a:pt x="13735" y="83100"/>
                    </a:cubicBezTo>
                    <a:lnTo>
                      <a:pt x="0" y="100289"/>
                    </a:lnTo>
                    <a:cubicBezTo>
                      <a:pt x="1853" y="107253"/>
                      <a:pt x="4625" y="113940"/>
                      <a:pt x="8243" y="120172"/>
                    </a:cubicBezTo>
                    <a:lnTo>
                      <a:pt x="30098" y="122628"/>
                    </a:lnTo>
                    <a:cubicBezTo>
                      <a:pt x="31844" y="124595"/>
                      <a:pt x="33706" y="126456"/>
                      <a:pt x="35673" y="128202"/>
                    </a:cubicBezTo>
                    <a:lnTo>
                      <a:pt x="38128" y="150066"/>
                    </a:lnTo>
                    <a:cubicBezTo>
                      <a:pt x="44367" y="153662"/>
                      <a:pt x="51056" y="156415"/>
                      <a:pt x="58019" y="158251"/>
                    </a:cubicBezTo>
                    <a:lnTo>
                      <a:pt x="75209" y="144524"/>
                    </a:lnTo>
                    <a:cubicBezTo>
                      <a:pt x="77837" y="144680"/>
                      <a:pt x="80472" y="144680"/>
                      <a:pt x="83100" y="144524"/>
                    </a:cubicBezTo>
                    <a:lnTo>
                      <a:pt x="100289" y="158259"/>
                    </a:lnTo>
                    <a:cubicBezTo>
                      <a:pt x="107253" y="156407"/>
                      <a:pt x="113940" y="153635"/>
                      <a:pt x="120172" y="150017"/>
                    </a:cubicBezTo>
                    <a:lnTo>
                      <a:pt x="122628" y="128161"/>
                    </a:lnTo>
                    <a:cubicBezTo>
                      <a:pt x="124595" y="126415"/>
                      <a:pt x="126456" y="124554"/>
                      <a:pt x="128202" y="122587"/>
                    </a:cubicBezTo>
                    <a:lnTo>
                      <a:pt x="150066" y="120131"/>
                    </a:lnTo>
                    <a:cubicBezTo>
                      <a:pt x="153662" y="113892"/>
                      <a:pt x="156415" y="107203"/>
                      <a:pt x="158251" y="100240"/>
                    </a:cubicBezTo>
                    <a:lnTo>
                      <a:pt x="144524" y="83051"/>
                    </a:lnTo>
                    <a:cubicBezTo>
                      <a:pt x="144658" y="80421"/>
                      <a:pt x="144636" y="77786"/>
                      <a:pt x="144459" y="75160"/>
                    </a:cubicBezTo>
                    <a:close/>
                    <a:moveTo>
                      <a:pt x="79089" y="111847"/>
                    </a:moveTo>
                    <a:cubicBezTo>
                      <a:pt x="61006" y="111847"/>
                      <a:pt x="46347" y="97188"/>
                      <a:pt x="46347" y="79105"/>
                    </a:cubicBezTo>
                    <a:cubicBezTo>
                      <a:pt x="46347" y="61022"/>
                      <a:pt x="61006" y="46363"/>
                      <a:pt x="79089" y="46363"/>
                    </a:cubicBezTo>
                    <a:cubicBezTo>
                      <a:pt x="97172" y="46363"/>
                      <a:pt x="111831" y="61022"/>
                      <a:pt x="111831" y="79105"/>
                    </a:cubicBezTo>
                    <a:cubicBezTo>
                      <a:pt x="111831" y="97188"/>
                      <a:pt x="97172" y="111847"/>
                      <a:pt x="79089" y="11184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99906" y="2152406"/>
                <a:ext cx="171963" cy="171963"/>
              </a:xfrm>
              <a:custGeom>
                <a:avLst/>
                <a:gdLst/>
                <a:ahLst/>
                <a:cxnLst/>
                <a:rect l="l" t="t" r="r" b="b"/>
                <a:pathLst>
                  <a:path w="171963" h="171963">
                    <a:moveTo>
                      <a:pt x="85969" y="46679"/>
                    </a:moveTo>
                    <a:cubicBezTo>
                      <a:pt x="64270" y="46679"/>
                      <a:pt x="46679" y="64270"/>
                      <a:pt x="46679" y="85969"/>
                    </a:cubicBezTo>
                    <a:cubicBezTo>
                      <a:pt x="46679" y="107669"/>
                      <a:pt x="64270" y="125260"/>
                      <a:pt x="85969" y="125260"/>
                    </a:cubicBezTo>
                    <a:cubicBezTo>
                      <a:pt x="107669" y="125260"/>
                      <a:pt x="125260" y="107669"/>
                      <a:pt x="125260" y="85969"/>
                    </a:cubicBezTo>
                    <a:cubicBezTo>
                      <a:pt x="125237" y="64279"/>
                      <a:pt x="107660" y="46701"/>
                      <a:pt x="85969" y="46679"/>
                    </a:cubicBezTo>
                    <a:close/>
                    <a:moveTo>
                      <a:pt x="85969" y="112163"/>
                    </a:moveTo>
                    <a:cubicBezTo>
                      <a:pt x="71503" y="112163"/>
                      <a:pt x="59776" y="100436"/>
                      <a:pt x="59776" y="85969"/>
                    </a:cubicBezTo>
                    <a:cubicBezTo>
                      <a:pt x="59776" y="71503"/>
                      <a:pt x="71503" y="59776"/>
                      <a:pt x="85969" y="59776"/>
                    </a:cubicBezTo>
                    <a:cubicBezTo>
                      <a:pt x="100436" y="59776"/>
                      <a:pt x="112163" y="71503"/>
                      <a:pt x="112163" y="85969"/>
                    </a:cubicBezTo>
                    <a:cubicBezTo>
                      <a:pt x="112163" y="100436"/>
                      <a:pt x="100436" y="112163"/>
                      <a:pt x="85969" y="112163"/>
                    </a:cubicBezTo>
                    <a:close/>
                    <a:moveTo>
                      <a:pt x="158002" y="87737"/>
                    </a:moveTo>
                    <a:cubicBezTo>
                      <a:pt x="158035" y="86559"/>
                      <a:pt x="158035" y="85380"/>
                      <a:pt x="158002" y="84201"/>
                    </a:cubicBezTo>
                    <a:lnTo>
                      <a:pt x="170215" y="68943"/>
                    </a:lnTo>
                    <a:cubicBezTo>
                      <a:pt x="171514" y="67319"/>
                      <a:pt x="171963" y="65174"/>
                      <a:pt x="171427" y="63164"/>
                    </a:cubicBezTo>
                    <a:cubicBezTo>
                      <a:pt x="169421" y="55640"/>
                      <a:pt x="166426" y="48415"/>
                      <a:pt x="162521" y="41677"/>
                    </a:cubicBezTo>
                    <a:cubicBezTo>
                      <a:pt x="161483" y="39890"/>
                      <a:pt x="159662" y="38698"/>
                      <a:pt x="157609" y="38460"/>
                    </a:cubicBezTo>
                    <a:lnTo>
                      <a:pt x="138193" y="36300"/>
                    </a:lnTo>
                    <a:cubicBezTo>
                      <a:pt x="137386" y="35448"/>
                      <a:pt x="136567" y="34630"/>
                      <a:pt x="135738" y="33844"/>
                    </a:cubicBezTo>
                    <a:lnTo>
                      <a:pt x="133446" y="14379"/>
                    </a:lnTo>
                    <a:cubicBezTo>
                      <a:pt x="133207" y="12324"/>
                      <a:pt x="132011" y="10503"/>
                      <a:pt x="130220" y="9467"/>
                    </a:cubicBezTo>
                    <a:cubicBezTo>
                      <a:pt x="123484" y="5565"/>
                      <a:pt x="116258" y="2575"/>
                      <a:pt x="108733" y="578"/>
                    </a:cubicBezTo>
                    <a:cubicBezTo>
                      <a:pt x="106724" y="41"/>
                      <a:pt x="104579" y="491"/>
                      <a:pt x="102954" y="1789"/>
                    </a:cubicBezTo>
                    <a:lnTo>
                      <a:pt x="87737" y="13937"/>
                    </a:lnTo>
                    <a:cubicBezTo>
                      <a:pt x="86559" y="13937"/>
                      <a:pt x="85380" y="13937"/>
                      <a:pt x="84201" y="13937"/>
                    </a:cubicBezTo>
                    <a:lnTo>
                      <a:pt x="68943" y="1748"/>
                    </a:lnTo>
                    <a:cubicBezTo>
                      <a:pt x="67319" y="450"/>
                      <a:pt x="65174" y="0"/>
                      <a:pt x="63164" y="537"/>
                    </a:cubicBezTo>
                    <a:cubicBezTo>
                      <a:pt x="55640" y="2543"/>
                      <a:pt x="48415" y="5537"/>
                      <a:pt x="41677" y="9443"/>
                    </a:cubicBezTo>
                    <a:cubicBezTo>
                      <a:pt x="39890" y="10480"/>
                      <a:pt x="38698" y="12301"/>
                      <a:pt x="38460" y="14354"/>
                    </a:cubicBezTo>
                    <a:lnTo>
                      <a:pt x="36300" y="33803"/>
                    </a:lnTo>
                    <a:cubicBezTo>
                      <a:pt x="35448" y="34616"/>
                      <a:pt x="34630" y="35435"/>
                      <a:pt x="33844" y="36259"/>
                    </a:cubicBezTo>
                    <a:lnTo>
                      <a:pt x="14379" y="38493"/>
                    </a:lnTo>
                    <a:cubicBezTo>
                      <a:pt x="12324" y="38732"/>
                      <a:pt x="10503" y="39928"/>
                      <a:pt x="9467" y="41718"/>
                    </a:cubicBezTo>
                    <a:cubicBezTo>
                      <a:pt x="5566" y="48456"/>
                      <a:pt x="2574" y="55682"/>
                      <a:pt x="570" y="63205"/>
                    </a:cubicBezTo>
                    <a:cubicBezTo>
                      <a:pt x="35" y="65216"/>
                      <a:pt x="488" y="67361"/>
                      <a:pt x="1789" y="68984"/>
                    </a:cubicBezTo>
                    <a:lnTo>
                      <a:pt x="13937" y="84201"/>
                    </a:lnTo>
                    <a:cubicBezTo>
                      <a:pt x="13937" y="85380"/>
                      <a:pt x="13937" y="86559"/>
                      <a:pt x="13937" y="87737"/>
                    </a:cubicBezTo>
                    <a:lnTo>
                      <a:pt x="1748" y="102995"/>
                    </a:lnTo>
                    <a:cubicBezTo>
                      <a:pt x="450" y="104620"/>
                      <a:pt x="0" y="106765"/>
                      <a:pt x="537" y="108774"/>
                    </a:cubicBezTo>
                    <a:cubicBezTo>
                      <a:pt x="2543" y="116299"/>
                      <a:pt x="5537" y="123524"/>
                      <a:pt x="9443" y="130261"/>
                    </a:cubicBezTo>
                    <a:cubicBezTo>
                      <a:pt x="10480" y="132049"/>
                      <a:pt x="12301" y="133241"/>
                      <a:pt x="14354" y="133478"/>
                    </a:cubicBezTo>
                    <a:lnTo>
                      <a:pt x="33770" y="135639"/>
                    </a:lnTo>
                    <a:cubicBezTo>
                      <a:pt x="34583" y="136491"/>
                      <a:pt x="35402" y="137309"/>
                      <a:pt x="36226" y="138095"/>
                    </a:cubicBezTo>
                    <a:lnTo>
                      <a:pt x="38493" y="157560"/>
                    </a:lnTo>
                    <a:cubicBezTo>
                      <a:pt x="38732" y="159615"/>
                      <a:pt x="39928" y="161436"/>
                      <a:pt x="41718" y="162472"/>
                    </a:cubicBezTo>
                    <a:cubicBezTo>
                      <a:pt x="48456" y="166373"/>
                      <a:pt x="55682" y="169365"/>
                      <a:pt x="63205" y="171369"/>
                    </a:cubicBezTo>
                    <a:cubicBezTo>
                      <a:pt x="65216" y="171904"/>
                      <a:pt x="67361" y="171451"/>
                      <a:pt x="68984" y="170150"/>
                    </a:cubicBezTo>
                    <a:lnTo>
                      <a:pt x="84201" y="158002"/>
                    </a:lnTo>
                    <a:cubicBezTo>
                      <a:pt x="85380" y="158035"/>
                      <a:pt x="86559" y="158035"/>
                      <a:pt x="87737" y="158002"/>
                    </a:cubicBezTo>
                    <a:lnTo>
                      <a:pt x="102995" y="170215"/>
                    </a:lnTo>
                    <a:cubicBezTo>
                      <a:pt x="104620" y="171514"/>
                      <a:pt x="106765" y="171963"/>
                      <a:pt x="108774" y="171427"/>
                    </a:cubicBezTo>
                    <a:cubicBezTo>
                      <a:pt x="116300" y="169424"/>
                      <a:pt x="123526" y="166429"/>
                      <a:pt x="130261" y="162521"/>
                    </a:cubicBezTo>
                    <a:cubicBezTo>
                      <a:pt x="132049" y="161483"/>
                      <a:pt x="133241" y="159662"/>
                      <a:pt x="133478" y="157609"/>
                    </a:cubicBezTo>
                    <a:lnTo>
                      <a:pt x="135639" y="138193"/>
                    </a:lnTo>
                    <a:cubicBezTo>
                      <a:pt x="136491" y="137386"/>
                      <a:pt x="137309" y="136567"/>
                      <a:pt x="138095" y="135738"/>
                    </a:cubicBezTo>
                    <a:lnTo>
                      <a:pt x="157560" y="133446"/>
                    </a:lnTo>
                    <a:cubicBezTo>
                      <a:pt x="159615" y="133207"/>
                      <a:pt x="161436" y="132011"/>
                      <a:pt x="162472" y="130220"/>
                    </a:cubicBezTo>
                    <a:cubicBezTo>
                      <a:pt x="166373" y="123482"/>
                      <a:pt x="169365" y="116257"/>
                      <a:pt x="171369" y="108733"/>
                    </a:cubicBezTo>
                    <a:cubicBezTo>
                      <a:pt x="171904" y="106723"/>
                      <a:pt x="171451" y="104578"/>
                      <a:pt x="170150" y="102954"/>
                    </a:cubicBezTo>
                    <a:close/>
                    <a:moveTo>
                      <a:pt x="144823" y="82417"/>
                    </a:moveTo>
                    <a:cubicBezTo>
                      <a:pt x="144963" y="84783"/>
                      <a:pt x="144963" y="87156"/>
                      <a:pt x="144823" y="89522"/>
                    </a:cubicBezTo>
                    <a:cubicBezTo>
                      <a:pt x="144726" y="91142"/>
                      <a:pt x="145234" y="92741"/>
                      <a:pt x="146248" y="94008"/>
                    </a:cubicBezTo>
                    <a:lnTo>
                      <a:pt x="157863" y="108521"/>
                    </a:lnTo>
                    <a:cubicBezTo>
                      <a:pt x="156530" y="112756"/>
                      <a:pt x="154824" y="116865"/>
                      <a:pt x="152763" y="120799"/>
                    </a:cubicBezTo>
                    <a:lnTo>
                      <a:pt x="134264" y="122894"/>
                    </a:lnTo>
                    <a:cubicBezTo>
                      <a:pt x="132653" y="123073"/>
                      <a:pt x="131166" y="123843"/>
                      <a:pt x="130089" y="125055"/>
                    </a:cubicBezTo>
                    <a:cubicBezTo>
                      <a:pt x="128514" y="126827"/>
                      <a:pt x="126836" y="128506"/>
                      <a:pt x="125064" y="130081"/>
                    </a:cubicBezTo>
                    <a:cubicBezTo>
                      <a:pt x="123851" y="131157"/>
                      <a:pt x="123081" y="132645"/>
                      <a:pt x="122903" y="134256"/>
                    </a:cubicBezTo>
                    <a:lnTo>
                      <a:pt x="120848" y="152739"/>
                    </a:lnTo>
                    <a:cubicBezTo>
                      <a:pt x="116915" y="154800"/>
                      <a:pt x="112806" y="156507"/>
                      <a:pt x="108570" y="157839"/>
                    </a:cubicBezTo>
                    <a:lnTo>
                      <a:pt x="94049" y="146223"/>
                    </a:lnTo>
                    <a:cubicBezTo>
                      <a:pt x="92887" y="145295"/>
                      <a:pt x="91443" y="144790"/>
                      <a:pt x="89956" y="144791"/>
                    </a:cubicBezTo>
                    <a:lnTo>
                      <a:pt x="89563" y="144791"/>
                    </a:lnTo>
                    <a:cubicBezTo>
                      <a:pt x="87197" y="144930"/>
                      <a:pt x="84824" y="144930"/>
                      <a:pt x="82458" y="144791"/>
                    </a:cubicBezTo>
                    <a:cubicBezTo>
                      <a:pt x="80838" y="144698"/>
                      <a:pt x="79241" y="145205"/>
                      <a:pt x="77972" y="146215"/>
                    </a:cubicBezTo>
                    <a:lnTo>
                      <a:pt x="63418" y="157839"/>
                    </a:lnTo>
                    <a:cubicBezTo>
                      <a:pt x="59182" y="156506"/>
                      <a:pt x="55074" y="154799"/>
                      <a:pt x="51140" y="152739"/>
                    </a:cubicBezTo>
                    <a:lnTo>
                      <a:pt x="49044" y="134264"/>
                    </a:lnTo>
                    <a:cubicBezTo>
                      <a:pt x="48866" y="132653"/>
                      <a:pt x="48096" y="131166"/>
                      <a:pt x="46883" y="130089"/>
                    </a:cubicBezTo>
                    <a:cubicBezTo>
                      <a:pt x="45111" y="128514"/>
                      <a:pt x="43433" y="126836"/>
                      <a:pt x="41857" y="125064"/>
                    </a:cubicBezTo>
                    <a:cubicBezTo>
                      <a:pt x="40781" y="123851"/>
                      <a:pt x="39294" y="123081"/>
                      <a:pt x="37683" y="122903"/>
                    </a:cubicBezTo>
                    <a:lnTo>
                      <a:pt x="19200" y="120840"/>
                    </a:lnTo>
                    <a:cubicBezTo>
                      <a:pt x="17139" y="116907"/>
                      <a:pt x="15432" y="112798"/>
                      <a:pt x="14100" y="108562"/>
                    </a:cubicBezTo>
                    <a:lnTo>
                      <a:pt x="25716" y="94040"/>
                    </a:lnTo>
                    <a:cubicBezTo>
                      <a:pt x="26730" y="92773"/>
                      <a:pt x="27237" y="91175"/>
                      <a:pt x="27140" y="89555"/>
                    </a:cubicBezTo>
                    <a:cubicBezTo>
                      <a:pt x="27001" y="87188"/>
                      <a:pt x="27001" y="84816"/>
                      <a:pt x="27140" y="82450"/>
                    </a:cubicBezTo>
                    <a:cubicBezTo>
                      <a:pt x="27237" y="80830"/>
                      <a:pt x="26730" y="79231"/>
                      <a:pt x="25716" y="77964"/>
                    </a:cubicBezTo>
                    <a:lnTo>
                      <a:pt x="14100" y="63418"/>
                    </a:lnTo>
                    <a:cubicBezTo>
                      <a:pt x="15433" y="59182"/>
                      <a:pt x="17140" y="55074"/>
                      <a:pt x="19200" y="51140"/>
                    </a:cubicBezTo>
                    <a:lnTo>
                      <a:pt x="37675" y="49044"/>
                    </a:lnTo>
                    <a:cubicBezTo>
                      <a:pt x="39286" y="48866"/>
                      <a:pt x="40773" y="48096"/>
                      <a:pt x="41849" y="46883"/>
                    </a:cubicBezTo>
                    <a:cubicBezTo>
                      <a:pt x="43425" y="45111"/>
                      <a:pt x="45103" y="43433"/>
                      <a:pt x="46875" y="41857"/>
                    </a:cubicBezTo>
                    <a:cubicBezTo>
                      <a:pt x="48092" y="40781"/>
                      <a:pt x="48865" y="39290"/>
                      <a:pt x="49044" y="37675"/>
                    </a:cubicBezTo>
                    <a:lnTo>
                      <a:pt x="51099" y="19200"/>
                    </a:lnTo>
                    <a:cubicBezTo>
                      <a:pt x="55032" y="17139"/>
                      <a:pt x="59141" y="15432"/>
                      <a:pt x="63377" y="14100"/>
                    </a:cubicBezTo>
                    <a:lnTo>
                      <a:pt x="77898" y="25716"/>
                    </a:lnTo>
                    <a:cubicBezTo>
                      <a:pt x="79166" y="26730"/>
                      <a:pt x="80764" y="27237"/>
                      <a:pt x="82384" y="27140"/>
                    </a:cubicBezTo>
                    <a:cubicBezTo>
                      <a:pt x="84750" y="27001"/>
                      <a:pt x="87123" y="27001"/>
                      <a:pt x="89489" y="27140"/>
                    </a:cubicBezTo>
                    <a:cubicBezTo>
                      <a:pt x="91109" y="27233"/>
                      <a:pt x="92706" y="26726"/>
                      <a:pt x="93975" y="25716"/>
                    </a:cubicBezTo>
                    <a:lnTo>
                      <a:pt x="108521" y="14100"/>
                    </a:lnTo>
                    <a:cubicBezTo>
                      <a:pt x="112756" y="15433"/>
                      <a:pt x="116865" y="17140"/>
                      <a:pt x="120799" y="19200"/>
                    </a:cubicBezTo>
                    <a:lnTo>
                      <a:pt x="122894" y="37675"/>
                    </a:lnTo>
                    <a:cubicBezTo>
                      <a:pt x="123073" y="39286"/>
                      <a:pt x="123843" y="40773"/>
                      <a:pt x="125055" y="41849"/>
                    </a:cubicBezTo>
                    <a:cubicBezTo>
                      <a:pt x="126827" y="43425"/>
                      <a:pt x="128506" y="45103"/>
                      <a:pt x="130081" y="46875"/>
                    </a:cubicBezTo>
                    <a:cubicBezTo>
                      <a:pt x="131157" y="48087"/>
                      <a:pt x="132645" y="48857"/>
                      <a:pt x="134256" y="49036"/>
                    </a:cubicBezTo>
                    <a:lnTo>
                      <a:pt x="152739" y="51091"/>
                    </a:lnTo>
                    <a:cubicBezTo>
                      <a:pt x="154800" y="55024"/>
                      <a:pt x="156507" y="59133"/>
                      <a:pt x="157839" y="63369"/>
                    </a:cubicBezTo>
                    <a:lnTo>
                      <a:pt x="146223" y="77890"/>
                    </a:lnTo>
                    <a:cubicBezTo>
                      <a:pt x="145199" y="79168"/>
                      <a:pt x="144691" y="80783"/>
                      <a:pt x="144799" y="8241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70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设置面板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4618" y="215217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Top-K 滑块 · 模型信息 · 清空按钮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38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387664" y="2153239"/>
              <a:ext cx="181328" cy="176930"/>
              <a:chOff x="5387664" y="2153239"/>
              <a:chExt cx="181328" cy="1769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392308" y="2153251"/>
                <a:ext cx="163151" cy="167236"/>
              </a:xfrm>
              <a:custGeom>
                <a:avLst/>
                <a:gdLst/>
                <a:ahLst/>
                <a:cxnLst/>
                <a:rect l="l" t="t" r="r" b="b"/>
                <a:pathLst>
                  <a:path w="163151" h="167236">
                    <a:moveTo>
                      <a:pt x="163148" y="85124"/>
                    </a:moveTo>
                    <a:cubicBezTo>
                      <a:pt x="163151" y="113212"/>
                      <a:pt x="148163" y="139166"/>
                      <a:pt x="123833" y="153201"/>
                    </a:cubicBezTo>
                    <a:cubicBezTo>
                      <a:pt x="99503" y="167236"/>
                      <a:pt x="69532" y="167218"/>
                      <a:pt x="45219" y="153154"/>
                    </a:cubicBezTo>
                    <a:lnTo>
                      <a:pt x="45219" y="153154"/>
                    </a:lnTo>
                    <a:lnTo>
                      <a:pt x="14613" y="163361"/>
                    </a:lnTo>
                    <a:cubicBezTo>
                      <a:pt x="12260" y="164146"/>
                      <a:pt x="9665" y="163534"/>
                      <a:pt x="7911" y="161780"/>
                    </a:cubicBezTo>
                    <a:cubicBezTo>
                      <a:pt x="6157" y="160025"/>
                      <a:pt x="5544" y="157431"/>
                      <a:pt x="6329" y="155077"/>
                    </a:cubicBezTo>
                    <a:lnTo>
                      <a:pt x="16536" y="124472"/>
                    </a:lnTo>
                    <a:lnTo>
                      <a:pt x="16536" y="124472"/>
                    </a:lnTo>
                    <a:cubicBezTo>
                      <a:pt x="0" y="95869"/>
                      <a:pt x="3121" y="59977"/>
                      <a:pt x="24346" y="34658"/>
                    </a:cubicBezTo>
                    <a:cubicBezTo>
                      <a:pt x="45571" y="9339"/>
                      <a:pt x="80367" y="0"/>
                      <a:pt x="111418" y="11289"/>
                    </a:cubicBezTo>
                    <a:cubicBezTo>
                      <a:pt x="142468" y="22579"/>
                      <a:pt x="163141" y="52085"/>
                      <a:pt x="163148" y="8512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87664" y="2153239"/>
                <a:ext cx="181328" cy="176930"/>
              </a:xfrm>
              <a:custGeom>
                <a:avLst/>
                <a:gdLst/>
                <a:ahLst/>
                <a:cxnLst/>
                <a:rect l="l" t="t" r="r" b="b"/>
                <a:pathLst>
                  <a:path w="181328" h="176930">
                    <a:moveTo>
                      <a:pt x="89211" y="7"/>
                    </a:moveTo>
                    <a:cubicBezTo>
                      <a:pt x="59315" y="0"/>
                      <a:pt x="31606" y="15676"/>
                      <a:pt x="16214" y="41305"/>
                    </a:cubicBezTo>
                    <a:cubicBezTo>
                      <a:pt x="821" y="66934"/>
                      <a:pt x="0" y="98759"/>
                      <a:pt x="14051" y="125147"/>
                    </a:cubicBezTo>
                    <a:lnTo>
                      <a:pt x="4761" y="153019"/>
                    </a:lnTo>
                    <a:cubicBezTo>
                      <a:pt x="3191" y="157726"/>
                      <a:pt x="4416" y="162915"/>
                      <a:pt x="7924" y="166423"/>
                    </a:cubicBezTo>
                    <a:cubicBezTo>
                      <a:pt x="11432" y="169931"/>
                      <a:pt x="16622" y="171156"/>
                      <a:pt x="21328" y="169586"/>
                    </a:cubicBezTo>
                    <a:lnTo>
                      <a:pt x="49200" y="160296"/>
                    </a:lnTo>
                    <a:cubicBezTo>
                      <a:pt x="80474" y="176930"/>
                      <a:pt x="118781" y="172460"/>
                      <a:pt x="145384" y="149071"/>
                    </a:cubicBezTo>
                    <a:cubicBezTo>
                      <a:pt x="171988" y="125682"/>
                      <a:pt x="181328" y="88264"/>
                      <a:pt x="168837" y="55117"/>
                    </a:cubicBezTo>
                    <a:cubicBezTo>
                      <a:pt x="156346" y="21969"/>
                      <a:pt x="124634" y="21"/>
                      <a:pt x="89211" y="7"/>
                    </a:cubicBezTo>
                    <a:close/>
                    <a:moveTo>
                      <a:pt x="89211" y="157169"/>
                    </a:moveTo>
                    <a:cubicBezTo>
                      <a:pt x="76548" y="157178"/>
                      <a:pt x="64107" y="153843"/>
                      <a:pt x="53145" y="147502"/>
                    </a:cubicBezTo>
                    <a:cubicBezTo>
                      <a:pt x="52150" y="146925"/>
                      <a:pt x="51021" y="146620"/>
                      <a:pt x="49871" y="146618"/>
                    </a:cubicBezTo>
                    <a:cubicBezTo>
                      <a:pt x="49167" y="146618"/>
                      <a:pt x="48467" y="146734"/>
                      <a:pt x="47800" y="146962"/>
                    </a:cubicBezTo>
                    <a:lnTo>
                      <a:pt x="17178" y="157169"/>
                    </a:lnTo>
                    <a:lnTo>
                      <a:pt x="27385" y="126555"/>
                    </a:lnTo>
                    <a:cubicBezTo>
                      <a:pt x="27981" y="124776"/>
                      <a:pt x="27784" y="122826"/>
                      <a:pt x="26845" y="121202"/>
                    </a:cubicBezTo>
                    <a:cubicBezTo>
                      <a:pt x="10520" y="92976"/>
                      <a:pt x="15190" y="57304"/>
                      <a:pt x="38232" y="34234"/>
                    </a:cubicBezTo>
                    <a:cubicBezTo>
                      <a:pt x="61274" y="11163"/>
                      <a:pt x="96940" y="6447"/>
                      <a:pt x="125186" y="22737"/>
                    </a:cubicBezTo>
                    <a:cubicBezTo>
                      <a:pt x="153432" y="39027"/>
                      <a:pt x="167212" y="72259"/>
                      <a:pt x="158783" y="103757"/>
                    </a:cubicBezTo>
                    <a:cubicBezTo>
                      <a:pt x="150354" y="135256"/>
                      <a:pt x="121817" y="157164"/>
                      <a:pt x="89211" y="157169"/>
                    </a:cubicBezTo>
                    <a:close/>
                    <a:moveTo>
                      <a:pt x="99034" y="85136"/>
                    </a:moveTo>
                    <a:cubicBezTo>
                      <a:pt x="99034" y="90561"/>
                      <a:pt x="94636" y="94959"/>
                      <a:pt x="89211" y="94959"/>
                    </a:cubicBezTo>
                    <a:cubicBezTo>
                      <a:pt x="83786" y="94959"/>
                      <a:pt x="79388" y="90561"/>
                      <a:pt x="79388" y="85136"/>
                    </a:cubicBezTo>
                    <a:cubicBezTo>
                      <a:pt x="79388" y="79711"/>
                      <a:pt x="83786" y="75314"/>
                      <a:pt x="89211" y="75314"/>
                    </a:cubicBezTo>
                    <a:cubicBezTo>
                      <a:pt x="94636" y="75314"/>
                      <a:pt x="99034" y="79711"/>
                      <a:pt x="99034" y="85136"/>
                    </a:cubicBezTo>
                    <a:close/>
                    <a:moveTo>
                      <a:pt x="63017" y="85136"/>
                    </a:moveTo>
                    <a:cubicBezTo>
                      <a:pt x="63017" y="90561"/>
                      <a:pt x="58619" y="94959"/>
                      <a:pt x="53194" y="94959"/>
                    </a:cubicBezTo>
                    <a:cubicBezTo>
                      <a:pt x="47770" y="94959"/>
                      <a:pt x="43372" y="90561"/>
                      <a:pt x="43372" y="85136"/>
                    </a:cubicBezTo>
                    <a:cubicBezTo>
                      <a:pt x="43372" y="79711"/>
                      <a:pt x="47770" y="75314"/>
                      <a:pt x="53194" y="75314"/>
                    </a:cubicBezTo>
                    <a:cubicBezTo>
                      <a:pt x="58619" y="75314"/>
                      <a:pt x="63017" y="79711"/>
                      <a:pt x="63017" y="85136"/>
                    </a:cubicBezTo>
                    <a:close/>
                    <a:moveTo>
                      <a:pt x="135050" y="85136"/>
                    </a:moveTo>
                    <a:cubicBezTo>
                      <a:pt x="135050" y="90561"/>
                      <a:pt x="130652" y="94959"/>
                      <a:pt x="125227" y="94959"/>
                    </a:cubicBezTo>
                    <a:cubicBezTo>
                      <a:pt x="119802" y="94959"/>
                      <a:pt x="115405" y="90561"/>
                      <a:pt x="115405" y="85136"/>
                    </a:cubicBezTo>
                    <a:cubicBezTo>
                      <a:pt x="115405" y="79711"/>
                      <a:pt x="119802" y="75314"/>
                      <a:pt x="125227" y="75314"/>
                    </a:cubicBezTo>
                    <a:cubicBezTo>
                      <a:pt x="130652" y="75314"/>
                      <a:pt x="135050" y="79711"/>
                      <a:pt x="135050" y="8513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661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聊天展示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45618" y="215217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流式渲染 · 检索来源展开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781050" y="25241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1A73E8"/>
            </a:solidFill>
            <a:custDash>
              <a:ds d="266666" sp="200000"/>
            </a:custDash>
          </a:ln>
        </p:spPr>
      </p:sp>
      <p:grpSp>
        <p:nvGrpSpPr>
          <p:cNvPr id="77" name="Group 77"/>
          <p:cNvGrpSpPr/>
          <p:nvPr/>
        </p:nvGrpSpPr>
        <p:grpSpPr>
          <a:xfrm>
            <a:off x="762000" y="2695575"/>
            <a:ext cx="10668000" cy="1762125"/>
            <a:chOff x="762000" y="2695575"/>
            <a:chExt cx="10668000" cy="1762125"/>
          </a:xfrm>
        </p:grpSpPr>
        <p:sp>
          <p:nvSpPr>
            <p:cNvPr id="40" name="Rectangle 40"/>
            <p:cNvSpPr/>
            <p:nvPr/>
          </p:nvSpPr>
          <p:spPr>
            <a:xfrm>
              <a:off x="762000" y="2695575"/>
              <a:ext cx="10668000" cy="1762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95575"/>
              <a:ext cx="47625" cy="176212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" y="26955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3462" y="2783681"/>
              <a:ext cx="9815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代理层 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0320" y="2807970"/>
              <a:ext cx="2327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ReAct Agent — 工具编排与推理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7750" y="3171825"/>
              <a:ext cx="285750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87642" y="3350104"/>
              <a:ext cx="196459" cy="170293"/>
              <a:chOff x="1187642" y="3350104"/>
              <a:chExt cx="196459" cy="17029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4162" y="3359944"/>
                <a:ext cx="183397" cy="150614"/>
              </a:xfrm>
              <a:custGeom>
                <a:avLst/>
                <a:gdLst/>
                <a:ahLst/>
                <a:cxnLst/>
                <a:rect l="l" t="t" r="r" b="b"/>
                <a:pathLst>
                  <a:path w="183397" h="150614">
                    <a:moveTo>
                      <a:pt x="183391" y="75307"/>
                    </a:moveTo>
                    <a:cubicBezTo>
                      <a:pt x="183397" y="91962"/>
                      <a:pt x="172900" y="106811"/>
                      <a:pt x="157198" y="112363"/>
                    </a:cubicBezTo>
                    <a:lnTo>
                      <a:pt x="157198" y="112363"/>
                    </a:lnTo>
                    <a:lnTo>
                      <a:pt x="157198" y="117872"/>
                    </a:lnTo>
                    <a:cubicBezTo>
                      <a:pt x="157198" y="135955"/>
                      <a:pt x="142538" y="150614"/>
                      <a:pt x="124455" y="150614"/>
                    </a:cubicBezTo>
                    <a:cubicBezTo>
                      <a:pt x="106372" y="150614"/>
                      <a:pt x="91713" y="135955"/>
                      <a:pt x="91713" y="117872"/>
                    </a:cubicBezTo>
                    <a:cubicBezTo>
                      <a:pt x="91713" y="135955"/>
                      <a:pt x="77054" y="150614"/>
                      <a:pt x="58971" y="150614"/>
                    </a:cubicBezTo>
                    <a:cubicBezTo>
                      <a:pt x="40888" y="150614"/>
                      <a:pt x="26229" y="135955"/>
                      <a:pt x="26229" y="117872"/>
                    </a:cubicBezTo>
                    <a:lnTo>
                      <a:pt x="26229" y="112363"/>
                    </a:lnTo>
                    <a:lnTo>
                      <a:pt x="26229" y="112363"/>
                    </a:lnTo>
                    <a:cubicBezTo>
                      <a:pt x="10512" y="106823"/>
                      <a:pt x="0" y="91971"/>
                      <a:pt x="0" y="75307"/>
                    </a:cubicBezTo>
                    <a:cubicBezTo>
                      <a:pt x="0" y="58643"/>
                      <a:pt x="10512" y="43791"/>
                      <a:pt x="26229" y="38251"/>
                    </a:cubicBezTo>
                    <a:lnTo>
                      <a:pt x="26229" y="32742"/>
                    </a:lnTo>
                    <a:cubicBezTo>
                      <a:pt x="26229" y="14659"/>
                      <a:pt x="40888" y="0"/>
                      <a:pt x="58971" y="0"/>
                    </a:cubicBezTo>
                    <a:cubicBezTo>
                      <a:pt x="77054" y="0"/>
                      <a:pt x="91713" y="14659"/>
                      <a:pt x="91713" y="32742"/>
                    </a:cubicBezTo>
                    <a:cubicBezTo>
                      <a:pt x="91713" y="14659"/>
                      <a:pt x="106372" y="0"/>
                      <a:pt x="124455" y="0"/>
                    </a:cubicBezTo>
                    <a:cubicBezTo>
                      <a:pt x="142538" y="0"/>
                      <a:pt x="157198" y="14659"/>
                      <a:pt x="157198" y="32742"/>
                    </a:cubicBezTo>
                    <a:lnTo>
                      <a:pt x="157198" y="38251"/>
                    </a:lnTo>
                    <a:cubicBezTo>
                      <a:pt x="172900" y="43803"/>
                      <a:pt x="183397" y="58652"/>
                      <a:pt x="183391" y="7530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87642" y="3350104"/>
                <a:ext cx="196459" cy="170293"/>
              </a:xfrm>
              <a:custGeom>
                <a:avLst/>
                <a:gdLst/>
                <a:ahLst/>
                <a:cxnLst/>
                <a:rect l="l" t="t" r="r" b="b"/>
                <a:pathLst>
                  <a:path w="196459" h="170293">
                    <a:moveTo>
                      <a:pt x="196459" y="85146"/>
                    </a:moveTo>
                    <a:cubicBezTo>
                      <a:pt x="196442" y="67443"/>
                      <a:pt x="186251" y="51326"/>
                      <a:pt x="170266" y="43719"/>
                    </a:cubicBezTo>
                    <a:lnTo>
                      <a:pt x="170266" y="42582"/>
                    </a:lnTo>
                    <a:cubicBezTo>
                      <a:pt x="170250" y="25257"/>
                      <a:pt x="158889" y="9987"/>
                      <a:pt x="142300" y="4994"/>
                    </a:cubicBezTo>
                    <a:cubicBezTo>
                      <a:pt x="125711" y="0"/>
                      <a:pt x="107809" y="6461"/>
                      <a:pt x="98233" y="20898"/>
                    </a:cubicBezTo>
                    <a:cubicBezTo>
                      <a:pt x="88656" y="6461"/>
                      <a:pt x="70754" y="0"/>
                      <a:pt x="54165" y="4994"/>
                    </a:cubicBezTo>
                    <a:cubicBezTo>
                      <a:pt x="37576" y="9987"/>
                      <a:pt x="26215" y="25257"/>
                      <a:pt x="26200" y="42582"/>
                    </a:cubicBezTo>
                    <a:lnTo>
                      <a:pt x="26200" y="43719"/>
                    </a:lnTo>
                    <a:cubicBezTo>
                      <a:pt x="10200" y="51306"/>
                      <a:pt x="0" y="67430"/>
                      <a:pt x="0" y="85138"/>
                    </a:cubicBezTo>
                    <a:cubicBezTo>
                      <a:pt x="0" y="102846"/>
                      <a:pt x="10200" y="118970"/>
                      <a:pt x="26200" y="126557"/>
                    </a:cubicBezTo>
                    <a:lnTo>
                      <a:pt x="26200" y="127711"/>
                    </a:lnTo>
                    <a:cubicBezTo>
                      <a:pt x="26215" y="145036"/>
                      <a:pt x="37576" y="160305"/>
                      <a:pt x="54165" y="165299"/>
                    </a:cubicBezTo>
                    <a:cubicBezTo>
                      <a:pt x="70754" y="170293"/>
                      <a:pt x="88656" y="163832"/>
                      <a:pt x="98233" y="149395"/>
                    </a:cubicBezTo>
                    <a:cubicBezTo>
                      <a:pt x="107809" y="163832"/>
                      <a:pt x="125711" y="170293"/>
                      <a:pt x="142300" y="165299"/>
                    </a:cubicBezTo>
                    <a:cubicBezTo>
                      <a:pt x="158889" y="160305"/>
                      <a:pt x="170250" y="145036"/>
                      <a:pt x="170266" y="127711"/>
                    </a:cubicBezTo>
                    <a:lnTo>
                      <a:pt x="170266" y="126557"/>
                    </a:lnTo>
                    <a:cubicBezTo>
                      <a:pt x="186248" y="118956"/>
                      <a:pt x="196439" y="102845"/>
                      <a:pt x="196459" y="85146"/>
                    </a:cubicBezTo>
                    <a:close/>
                    <a:moveTo>
                      <a:pt x="65491" y="153905"/>
                    </a:moveTo>
                    <a:cubicBezTo>
                      <a:pt x="52115" y="153903"/>
                      <a:pt x="40890" y="143825"/>
                      <a:pt x="39452" y="130527"/>
                    </a:cubicBezTo>
                    <a:cubicBezTo>
                      <a:pt x="41570" y="130829"/>
                      <a:pt x="43706" y="130982"/>
                      <a:pt x="45845" y="130985"/>
                    </a:cubicBezTo>
                    <a:lnTo>
                      <a:pt x="52394" y="130985"/>
                    </a:lnTo>
                    <a:cubicBezTo>
                      <a:pt x="56010" y="130985"/>
                      <a:pt x="58942" y="128054"/>
                      <a:pt x="58942" y="124437"/>
                    </a:cubicBezTo>
                    <a:cubicBezTo>
                      <a:pt x="58942" y="120820"/>
                      <a:pt x="56010" y="117889"/>
                      <a:pt x="52394" y="117889"/>
                    </a:cubicBezTo>
                    <a:lnTo>
                      <a:pt x="45845" y="117889"/>
                    </a:lnTo>
                    <a:cubicBezTo>
                      <a:pt x="29883" y="117907"/>
                      <a:pt x="16234" y="106413"/>
                      <a:pt x="13536" y="90681"/>
                    </a:cubicBezTo>
                    <a:cubicBezTo>
                      <a:pt x="10838" y="74948"/>
                      <a:pt x="19878" y="59563"/>
                      <a:pt x="34934" y="54262"/>
                    </a:cubicBezTo>
                    <a:cubicBezTo>
                      <a:pt x="37548" y="53337"/>
                      <a:pt x="39296" y="50864"/>
                      <a:pt x="39297" y="48090"/>
                    </a:cubicBezTo>
                    <a:lnTo>
                      <a:pt x="39297" y="42582"/>
                    </a:lnTo>
                    <a:cubicBezTo>
                      <a:pt x="39297" y="28115"/>
                      <a:pt x="51024" y="16388"/>
                      <a:pt x="65491" y="16388"/>
                    </a:cubicBezTo>
                    <a:cubicBezTo>
                      <a:pt x="79957" y="16388"/>
                      <a:pt x="91684" y="28115"/>
                      <a:pt x="91684" y="42582"/>
                    </a:cubicBezTo>
                    <a:lnTo>
                      <a:pt x="91684" y="98456"/>
                    </a:lnTo>
                    <a:cubicBezTo>
                      <a:pt x="84493" y="91989"/>
                      <a:pt x="75162" y="88413"/>
                      <a:pt x="65491" y="88421"/>
                    </a:cubicBezTo>
                    <a:cubicBezTo>
                      <a:pt x="61874" y="88421"/>
                      <a:pt x="58942" y="91352"/>
                      <a:pt x="58942" y="94969"/>
                    </a:cubicBezTo>
                    <a:cubicBezTo>
                      <a:pt x="58942" y="98586"/>
                      <a:pt x="61874" y="101517"/>
                      <a:pt x="65491" y="101517"/>
                    </a:cubicBezTo>
                    <a:cubicBezTo>
                      <a:pt x="79957" y="101517"/>
                      <a:pt x="91684" y="113245"/>
                      <a:pt x="91684" y="127711"/>
                    </a:cubicBezTo>
                    <a:cubicBezTo>
                      <a:pt x="91684" y="142178"/>
                      <a:pt x="79957" y="153905"/>
                      <a:pt x="65491" y="153905"/>
                    </a:cubicBezTo>
                    <a:close/>
                    <a:moveTo>
                      <a:pt x="150620" y="117889"/>
                    </a:moveTo>
                    <a:lnTo>
                      <a:pt x="144072" y="117889"/>
                    </a:lnTo>
                    <a:cubicBezTo>
                      <a:pt x="140455" y="117889"/>
                      <a:pt x="137523" y="120820"/>
                      <a:pt x="137523" y="124437"/>
                    </a:cubicBezTo>
                    <a:cubicBezTo>
                      <a:pt x="137523" y="128054"/>
                      <a:pt x="140455" y="130985"/>
                      <a:pt x="144072" y="130985"/>
                    </a:cubicBezTo>
                    <a:lnTo>
                      <a:pt x="150620" y="130985"/>
                    </a:lnTo>
                    <a:cubicBezTo>
                      <a:pt x="152759" y="130982"/>
                      <a:pt x="154895" y="130829"/>
                      <a:pt x="157013" y="130527"/>
                    </a:cubicBezTo>
                    <a:cubicBezTo>
                      <a:pt x="155497" y="144546"/>
                      <a:pt x="143155" y="154850"/>
                      <a:pt x="129091" y="153837"/>
                    </a:cubicBezTo>
                    <a:cubicBezTo>
                      <a:pt x="115026" y="152825"/>
                      <a:pt x="104287" y="140860"/>
                      <a:pt x="104794" y="126768"/>
                    </a:cubicBezTo>
                    <a:cubicBezTo>
                      <a:pt x="105302" y="112677"/>
                      <a:pt x="116874" y="101515"/>
                      <a:pt x="130975" y="101517"/>
                    </a:cubicBezTo>
                    <a:cubicBezTo>
                      <a:pt x="134591" y="101517"/>
                      <a:pt x="137523" y="98586"/>
                      <a:pt x="137523" y="94969"/>
                    </a:cubicBezTo>
                    <a:cubicBezTo>
                      <a:pt x="137523" y="91352"/>
                      <a:pt x="134591" y="88421"/>
                      <a:pt x="130975" y="88421"/>
                    </a:cubicBezTo>
                    <a:cubicBezTo>
                      <a:pt x="121303" y="88413"/>
                      <a:pt x="111972" y="91989"/>
                      <a:pt x="104781" y="98456"/>
                    </a:cubicBezTo>
                    <a:lnTo>
                      <a:pt x="104781" y="42582"/>
                    </a:lnTo>
                    <a:cubicBezTo>
                      <a:pt x="104781" y="28115"/>
                      <a:pt x="116508" y="16388"/>
                      <a:pt x="130975" y="16388"/>
                    </a:cubicBezTo>
                    <a:cubicBezTo>
                      <a:pt x="145441" y="16388"/>
                      <a:pt x="157169" y="28115"/>
                      <a:pt x="157169" y="42582"/>
                    </a:cubicBezTo>
                    <a:lnTo>
                      <a:pt x="157169" y="48090"/>
                    </a:lnTo>
                    <a:cubicBezTo>
                      <a:pt x="157169" y="50864"/>
                      <a:pt x="158917" y="53337"/>
                      <a:pt x="161532" y="54262"/>
                    </a:cubicBezTo>
                    <a:cubicBezTo>
                      <a:pt x="176588" y="59563"/>
                      <a:pt x="185628" y="74948"/>
                      <a:pt x="182930" y="90681"/>
                    </a:cubicBezTo>
                    <a:cubicBezTo>
                      <a:pt x="180232" y="106413"/>
                      <a:pt x="166582" y="117907"/>
                      <a:pt x="150620" y="117889"/>
                    </a:cubicBezTo>
                    <a:close/>
                    <a:moveTo>
                      <a:pt x="163717" y="75324"/>
                    </a:moveTo>
                    <a:cubicBezTo>
                      <a:pt x="163717" y="78940"/>
                      <a:pt x="160785" y="81872"/>
                      <a:pt x="157169" y="81872"/>
                    </a:cubicBezTo>
                    <a:lnTo>
                      <a:pt x="153894" y="81872"/>
                    </a:lnTo>
                    <a:cubicBezTo>
                      <a:pt x="137620" y="81872"/>
                      <a:pt x="124426" y="68679"/>
                      <a:pt x="124426" y="52404"/>
                    </a:cubicBezTo>
                    <a:lnTo>
                      <a:pt x="124426" y="49130"/>
                    </a:lnTo>
                    <a:cubicBezTo>
                      <a:pt x="124426" y="45513"/>
                      <a:pt x="127358" y="42582"/>
                      <a:pt x="130975" y="42582"/>
                    </a:cubicBezTo>
                    <a:cubicBezTo>
                      <a:pt x="134591" y="42582"/>
                      <a:pt x="137523" y="45513"/>
                      <a:pt x="137523" y="49130"/>
                    </a:cubicBezTo>
                    <a:lnTo>
                      <a:pt x="137523" y="52404"/>
                    </a:lnTo>
                    <a:cubicBezTo>
                      <a:pt x="137523" y="61446"/>
                      <a:pt x="144853" y="68775"/>
                      <a:pt x="153894" y="68775"/>
                    </a:cubicBezTo>
                    <a:lnTo>
                      <a:pt x="157169" y="68775"/>
                    </a:lnTo>
                    <a:cubicBezTo>
                      <a:pt x="160785" y="68775"/>
                      <a:pt x="163717" y="71707"/>
                      <a:pt x="163717" y="75324"/>
                    </a:cubicBezTo>
                    <a:close/>
                    <a:moveTo>
                      <a:pt x="42571" y="81872"/>
                    </a:moveTo>
                    <a:lnTo>
                      <a:pt x="39297" y="81872"/>
                    </a:lnTo>
                    <a:cubicBezTo>
                      <a:pt x="35680" y="81872"/>
                      <a:pt x="32748" y="78940"/>
                      <a:pt x="32748" y="75324"/>
                    </a:cubicBezTo>
                    <a:cubicBezTo>
                      <a:pt x="32748" y="71707"/>
                      <a:pt x="35680" y="68775"/>
                      <a:pt x="39297" y="68775"/>
                    </a:cubicBezTo>
                    <a:lnTo>
                      <a:pt x="42571" y="68775"/>
                    </a:lnTo>
                    <a:cubicBezTo>
                      <a:pt x="51612" y="68775"/>
                      <a:pt x="58942" y="61446"/>
                      <a:pt x="58942" y="52404"/>
                    </a:cubicBezTo>
                    <a:lnTo>
                      <a:pt x="58942" y="49130"/>
                    </a:lnTo>
                    <a:cubicBezTo>
                      <a:pt x="58942" y="45513"/>
                      <a:pt x="61874" y="42582"/>
                      <a:pt x="65491" y="42582"/>
                    </a:cubicBezTo>
                    <a:cubicBezTo>
                      <a:pt x="69107" y="42582"/>
                      <a:pt x="72039" y="45513"/>
                      <a:pt x="72039" y="49130"/>
                    </a:cubicBezTo>
                    <a:lnTo>
                      <a:pt x="72039" y="52404"/>
                    </a:lnTo>
                    <a:cubicBezTo>
                      <a:pt x="72039" y="68679"/>
                      <a:pt x="58846" y="81872"/>
                      <a:pt x="42571" y="81872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70660" y="33375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ReAct Agent 核心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74470" y="357949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 · ChatOpenAI · stream_mode="values"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957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241296" y="3345915"/>
              <a:ext cx="178352" cy="178383"/>
              <a:chOff x="4241296" y="3345915"/>
              <a:chExt cx="178352" cy="17838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255294" y="3359944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30969" y="65484"/>
                    </a:moveTo>
                    <a:cubicBezTo>
                      <a:pt x="130969" y="101650"/>
                      <a:pt x="101650" y="130969"/>
                      <a:pt x="65484" y="130969"/>
                    </a:cubicBezTo>
                    <a:cubicBezTo>
                      <a:pt x="29318" y="130969"/>
                      <a:pt x="0" y="101650"/>
                      <a:pt x="0" y="65484"/>
                    </a:cubicBezTo>
                    <a:cubicBezTo>
                      <a:pt x="0" y="29318"/>
                      <a:pt x="29318" y="0"/>
                      <a:pt x="65484" y="0"/>
                    </a:cubicBez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1296" y="3345915"/>
                <a:ext cx="178352" cy="178383"/>
              </a:xfrm>
              <a:custGeom>
                <a:avLst/>
                <a:gdLst/>
                <a:ahLst/>
                <a:cxnLst/>
                <a:rect l="l" t="t" r="r" b="b"/>
                <a:pathLst>
                  <a:path w="178352" h="178383">
                    <a:moveTo>
                      <a:pt x="175793" y="166558"/>
                    </a:moveTo>
                    <a:lnTo>
                      <a:pt x="134816" y="125581"/>
                    </a:lnTo>
                    <a:cubicBezTo>
                      <a:pt x="159537" y="95932"/>
                      <a:pt x="156565" y="52083"/>
                      <a:pt x="128069" y="26042"/>
                    </a:cubicBezTo>
                    <a:cubicBezTo>
                      <a:pt x="99573" y="0"/>
                      <a:pt x="55634" y="978"/>
                      <a:pt x="28326" y="28263"/>
                    </a:cubicBezTo>
                    <a:cubicBezTo>
                      <a:pt x="1017" y="55547"/>
                      <a:pt x="0" y="99485"/>
                      <a:pt x="26016" y="128004"/>
                    </a:cubicBezTo>
                    <a:cubicBezTo>
                      <a:pt x="52033" y="156523"/>
                      <a:pt x="95879" y="159534"/>
                      <a:pt x="125550" y="134839"/>
                    </a:cubicBezTo>
                    <a:lnTo>
                      <a:pt x="166527" y="175824"/>
                    </a:lnTo>
                    <a:cubicBezTo>
                      <a:pt x="169086" y="178383"/>
                      <a:pt x="173234" y="178383"/>
                      <a:pt x="175793" y="175824"/>
                    </a:cubicBezTo>
                    <a:cubicBezTo>
                      <a:pt x="178352" y="173265"/>
                      <a:pt x="178352" y="169117"/>
                      <a:pt x="175793" y="166558"/>
                    </a:cubicBezTo>
                    <a:close/>
                    <a:moveTo>
                      <a:pt x="20546" y="79513"/>
                    </a:moveTo>
                    <a:cubicBezTo>
                      <a:pt x="20546" y="46964"/>
                      <a:pt x="46932" y="20577"/>
                      <a:pt x="79482" y="20577"/>
                    </a:cubicBezTo>
                    <a:cubicBezTo>
                      <a:pt x="112031" y="20577"/>
                      <a:pt x="138418" y="46964"/>
                      <a:pt x="138418" y="79513"/>
                    </a:cubicBezTo>
                    <a:cubicBezTo>
                      <a:pt x="138418" y="112062"/>
                      <a:pt x="112031" y="138449"/>
                      <a:pt x="79482" y="138449"/>
                    </a:cubicBezTo>
                    <a:cubicBezTo>
                      <a:pt x="46947" y="138413"/>
                      <a:pt x="20582" y="112048"/>
                      <a:pt x="20546" y="79513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520565" y="3353752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4518" y="33618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22470" y="3579495"/>
              <a:ext cx="23871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优先调用 · k=4 · 返回[来源:文件名(页码)]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152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867103" y="3352118"/>
              <a:ext cx="171401" cy="171536"/>
              <a:chOff x="7867103" y="3352118"/>
              <a:chExt cx="171401" cy="17153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867103" y="3352118"/>
                <a:ext cx="157486" cy="150017"/>
              </a:xfrm>
              <a:custGeom>
                <a:avLst/>
                <a:gdLst/>
                <a:ahLst/>
                <a:cxnLst/>
                <a:rect l="l" t="t" r="r" b="b"/>
                <a:pathLst>
                  <a:path w="157486" h="150017">
                    <a:moveTo>
                      <a:pt x="157486" y="119730"/>
                    </a:moveTo>
                    <a:cubicBezTo>
                      <a:pt x="151838" y="131771"/>
                      <a:pt x="143239" y="142189"/>
                      <a:pt x="132487" y="150017"/>
                    </a:cubicBezTo>
                    <a:lnTo>
                      <a:pt x="124826" y="142347"/>
                    </a:lnTo>
                    <a:cubicBezTo>
                      <a:pt x="124005" y="141523"/>
                      <a:pt x="122979" y="140933"/>
                      <a:pt x="121854" y="140636"/>
                    </a:cubicBezTo>
                    <a:lnTo>
                      <a:pt x="104280" y="136003"/>
                    </a:lnTo>
                    <a:cubicBezTo>
                      <a:pt x="101055" y="135155"/>
                      <a:pt x="98982" y="132018"/>
                      <a:pt x="99467" y="128718"/>
                    </a:cubicBezTo>
                    <a:lnTo>
                      <a:pt x="101415" y="115458"/>
                    </a:lnTo>
                    <a:cubicBezTo>
                      <a:pt x="101750" y="113183"/>
                      <a:pt x="103254" y="111250"/>
                      <a:pt x="105377" y="110366"/>
                    </a:cubicBezTo>
                    <a:lnTo>
                      <a:pt x="130310" y="100003"/>
                    </a:lnTo>
                    <a:cubicBezTo>
                      <a:pt x="132662" y="99027"/>
                      <a:pt x="135366" y="99503"/>
                      <a:pt x="137243" y="101223"/>
                    </a:cubicBezTo>
                    <a:close/>
                    <a:moveTo>
                      <a:pt x="112376" y="67580"/>
                    </a:moveTo>
                    <a:lnTo>
                      <a:pt x="130523" y="46462"/>
                    </a:lnTo>
                    <a:cubicBezTo>
                      <a:pt x="131543" y="45278"/>
                      <a:pt x="132106" y="43768"/>
                      <a:pt x="132111" y="42205"/>
                    </a:cubicBezTo>
                    <a:lnTo>
                      <a:pt x="132111" y="22560"/>
                    </a:lnTo>
                    <a:cubicBezTo>
                      <a:pt x="100744" y="0"/>
                      <a:pt x="57631" y="3590"/>
                      <a:pt x="30427" y="31026"/>
                    </a:cubicBezTo>
                    <a:cubicBezTo>
                      <a:pt x="3223" y="58462"/>
                      <a:pt x="0" y="101604"/>
                      <a:pt x="22826" y="132778"/>
                    </a:cubicBezTo>
                    <a:lnTo>
                      <a:pt x="30946" y="127441"/>
                    </a:lnTo>
                    <a:cubicBezTo>
                      <a:pt x="32772" y="126235"/>
                      <a:pt x="33875" y="124195"/>
                      <a:pt x="33884" y="122006"/>
                    </a:cubicBezTo>
                    <a:lnTo>
                      <a:pt x="34056" y="92350"/>
                    </a:lnTo>
                    <a:cubicBezTo>
                      <a:pt x="34065" y="91065"/>
                      <a:pt x="34449" y="89810"/>
                      <a:pt x="35161" y="88740"/>
                    </a:cubicBezTo>
                    <a:lnTo>
                      <a:pt x="52302" y="63119"/>
                    </a:lnTo>
                    <a:cubicBezTo>
                      <a:pt x="53295" y="61645"/>
                      <a:pt x="54845" y="60638"/>
                      <a:pt x="56595" y="60329"/>
                    </a:cubicBezTo>
                    <a:cubicBezTo>
                      <a:pt x="58346" y="60020"/>
                      <a:pt x="60147" y="60437"/>
                      <a:pt x="61584" y="61482"/>
                    </a:cubicBezTo>
                    <a:lnTo>
                      <a:pt x="77800" y="72123"/>
                    </a:lnTo>
                    <a:cubicBezTo>
                      <a:pt x="79165" y="73107"/>
                      <a:pt x="80855" y="73531"/>
                      <a:pt x="82523" y="73310"/>
                    </a:cubicBezTo>
                    <a:lnTo>
                      <a:pt x="108275" y="69823"/>
                    </a:lnTo>
                    <a:cubicBezTo>
                      <a:pt x="109871" y="69605"/>
                      <a:pt x="111331" y="68807"/>
                      <a:pt x="112376" y="6758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868245" y="33533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85130" y="0"/>
                    </a:moveTo>
                    <a:cubicBezTo>
                      <a:pt x="38114" y="0"/>
                      <a:pt x="0" y="38114"/>
                      <a:pt x="0" y="85130"/>
                    </a:cubicBezTo>
                    <a:cubicBezTo>
                      <a:pt x="0" y="132146"/>
                      <a:pt x="38114" y="170259"/>
                      <a:pt x="85130" y="170259"/>
                    </a:cubicBez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10" y="38134"/>
                      <a:pt x="132125" y="50"/>
                      <a:pt x="85130" y="0"/>
                    </a:cubicBezTo>
                    <a:close/>
                    <a:moveTo>
                      <a:pt x="85130" y="13097"/>
                    </a:moveTo>
                    <a:cubicBezTo>
                      <a:pt x="99086" y="13082"/>
                      <a:pt x="112742" y="17145"/>
                      <a:pt x="124420" y="24786"/>
                    </a:cubicBezTo>
                    <a:lnTo>
                      <a:pt x="124420" y="40928"/>
                    </a:lnTo>
                    <a:lnTo>
                      <a:pt x="106273" y="61997"/>
                    </a:lnTo>
                    <a:lnTo>
                      <a:pt x="80513" y="65484"/>
                    </a:lnTo>
                    <a:lnTo>
                      <a:pt x="80259" y="65304"/>
                    </a:lnTo>
                    <a:lnTo>
                      <a:pt x="64158" y="54778"/>
                    </a:lnTo>
                    <a:cubicBezTo>
                      <a:pt x="61274" y="52746"/>
                      <a:pt x="57693" y="51964"/>
                      <a:pt x="54225" y="52608"/>
                    </a:cubicBezTo>
                    <a:cubicBezTo>
                      <a:pt x="50757" y="53252"/>
                      <a:pt x="47695" y="55268"/>
                      <a:pt x="45733" y="58199"/>
                    </a:cubicBezTo>
                    <a:lnTo>
                      <a:pt x="28592" y="83820"/>
                    </a:lnTo>
                    <a:cubicBezTo>
                      <a:pt x="27164" y="85955"/>
                      <a:pt x="26396" y="88463"/>
                      <a:pt x="26382" y="91031"/>
                    </a:cubicBezTo>
                    <a:lnTo>
                      <a:pt x="26194" y="120688"/>
                    </a:lnTo>
                    <a:lnTo>
                      <a:pt x="23517" y="122448"/>
                    </a:lnTo>
                    <a:cubicBezTo>
                      <a:pt x="10045" y="100204"/>
                      <a:pt x="9607" y="72426"/>
                      <a:pt x="22373" y="49770"/>
                    </a:cubicBezTo>
                    <a:cubicBezTo>
                      <a:pt x="35138" y="27114"/>
                      <a:pt x="59125" y="13097"/>
                      <a:pt x="85130" y="13097"/>
                    </a:cubicBezTo>
                    <a:close/>
                    <a:moveTo>
                      <a:pt x="31342" y="132991"/>
                    </a:moveTo>
                    <a:lnTo>
                      <a:pt x="33405" y="131640"/>
                    </a:lnTo>
                    <a:cubicBezTo>
                      <a:pt x="37064" y="129227"/>
                      <a:pt x="39273" y="125144"/>
                      <a:pt x="39291" y="120761"/>
                    </a:cubicBezTo>
                    <a:lnTo>
                      <a:pt x="39463" y="91105"/>
                    </a:lnTo>
                    <a:lnTo>
                      <a:pt x="56619" y="65484"/>
                    </a:lnTo>
                    <a:cubicBezTo>
                      <a:pt x="56703" y="65549"/>
                      <a:pt x="56791" y="65609"/>
                      <a:pt x="56881" y="65664"/>
                    </a:cubicBezTo>
                    <a:lnTo>
                      <a:pt x="72982" y="76199"/>
                    </a:lnTo>
                    <a:cubicBezTo>
                      <a:pt x="75681" y="78104"/>
                      <a:pt x="79001" y="78914"/>
                      <a:pt x="82273" y="78467"/>
                    </a:cubicBezTo>
                    <a:lnTo>
                      <a:pt x="108049" y="74971"/>
                    </a:lnTo>
                    <a:cubicBezTo>
                      <a:pt x="111228" y="74547"/>
                      <a:pt x="114140" y="72972"/>
                      <a:pt x="116235" y="70543"/>
                    </a:cubicBezTo>
                    <a:lnTo>
                      <a:pt x="134382" y="49457"/>
                    </a:lnTo>
                    <a:cubicBezTo>
                      <a:pt x="136412" y="47079"/>
                      <a:pt x="137524" y="44054"/>
                      <a:pt x="137517" y="40928"/>
                    </a:cubicBezTo>
                    <a:lnTo>
                      <a:pt x="137517" y="35746"/>
                    </a:lnTo>
                    <a:cubicBezTo>
                      <a:pt x="155558" y="54833"/>
                      <a:pt x="161761" y="82235"/>
                      <a:pt x="153700" y="107231"/>
                    </a:cubicBezTo>
                    <a:lnTo>
                      <a:pt x="140489" y="95149"/>
                    </a:lnTo>
                    <a:cubicBezTo>
                      <a:pt x="136739" y="91707"/>
                      <a:pt x="131335" y="90749"/>
                      <a:pt x="126630" y="92693"/>
                    </a:cubicBezTo>
                    <a:lnTo>
                      <a:pt x="101697" y="103048"/>
                    </a:lnTo>
                    <a:cubicBezTo>
                      <a:pt x="97457" y="104828"/>
                      <a:pt x="94453" y="108691"/>
                      <a:pt x="93774" y="113239"/>
                    </a:cubicBezTo>
                    <a:lnTo>
                      <a:pt x="91817" y="126491"/>
                    </a:lnTo>
                    <a:cubicBezTo>
                      <a:pt x="90844" y="133096"/>
                      <a:pt x="94994" y="139376"/>
                      <a:pt x="101452" y="141070"/>
                    </a:cubicBezTo>
                    <a:lnTo>
                      <a:pt x="119018" y="145703"/>
                    </a:lnTo>
                    <a:lnTo>
                      <a:pt x="120950" y="147643"/>
                    </a:lnTo>
                    <a:cubicBezTo>
                      <a:pt x="91382" y="164607"/>
                      <a:pt x="53967" y="158490"/>
                      <a:pt x="31342" y="132991"/>
                    </a:cubicBezTo>
                    <a:close/>
                    <a:moveTo>
                      <a:pt x="131787" y="139973"/>
                    </a:moveTo>
                    <a:lnTo>
                      <a:pt x="128268" y="136445"/>
                    </a:lnTo>
                    <a:cubicBezTo>
                      <a:pt x="126626" y="134797"/>
                      <a:pt x="124574" y="133616"/>
                      <a:pt x="122325" y="133023"/>
                    </a:cubicBezTo>
                    <a:lnTo>
                      <a:pt x="104775" y="128390"/>
                    </a:lnTo>
                    <a:lnTo>
                      <a:pt x="106731" y="115138"/>
                    </a:lnTo>
                    <a:lnTo>
                      <a:pt x="131656" y="104775"/>
                    </a:lnTo>
                    <a:lnTo>
                      <a:pt x="148158" y="119902"/>
                    </a:lnTo>
                    <a:cubicBezTo>
                      <a:pt x="143952" y="127522"/>
                      <a:pt x="138407" y="134321"/>
                      <a:pt x="131787" y="13997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40065" y="335375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9268" y="33618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联网回退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41970" y="3579495"/>
              <a:ext cx="22251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html/lite · 失败后禁止重试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47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190450" y="4037226"/>
              <a:ext cx="189754" cy="174408"/>
              <a:chOff x="1190450" y="4037226"/>
              <a:chExt cx="189754" cy="17440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256456" y="4085133"/>
                <a:ext cx="117036" cy="120050"/>
              </a:xfrm>
              <a:custGeom>
                <a:avLst/>
                <a:gdLst/>
                <a:ahLst/>
                <a:cxnLst/>
                <a:rect l="l" t="t" r="r" b="b"/>
                <a:pathLst>
                  <a:path w="117036" h="120050">
                    <a:moveTo>
                      <a:pt x="114352" y="111504"/>
                    </a:moveTo>
                    <a:cubicBezTo>
                      <a:pt x="114843" y="113219"/>
                      <a:pt x="114365" y="115067"/>
                      <a:pt x="113103" y="116328"/>
                    </a:cubicBezTo>
                    <a:cubicBezTo>
                      <a:pt x="111841" y="117590"/>
                      <a:pt x="109994" y="118069"/>
                      <a:pt x="108278" y="117577"/>
                    </a:cubicBezTo>
                    <a:lnTo>
                      <a:pt x="83828" y="110595"/>
                    </a:lnTo>
                    <a:cubicBezTo>
                      <a:pt x="68650" y="118859"/>
                      <a:pt x="50611" y="120050"/>
                      <a:pt x="34478" y="113852"/>
                    </a:cubicBezTo>
                    <a:cubicBezTo>
                      <a:pt x="18345" y="107655"/>
                      <a:pt x="5742" y="94693"/>
                      <a:pt x="0" y="78393"/>
                    </a:cubicBezTo>
                    <a:lnTo>
                      <a:pt x="0" y="78393"/>
                    </a:lnTo>
                    <a:cubicBezTo>
                      <a:pt x="1064" y="78450"/>
                      <a:pt x="2136" y="78483"/>
                      <a:pt x="3217" y="78483"/>
                    </a:cubicBezTo>
                    <a:cubicBezTo>
                      <a:pt x="22332" y="78484"/>
                      <a:pt x="40261" y="69215"/>
                      <a:pt x="51311" y="53618"/>
                    </a:cubicBezTo>
                    <a:cubicBezTo>
                      <a:pt x="62361" y="38021"/>
                      <a:pt x="65161" y="18033"/>
                      <a:pt x="58821" y="0"/>
                    </a:cubicBezTo>
                    <a:lnTo>
                      <a:pt x="58821" y="0"/>
                    </a:lnTo>
                    <a:cubicBezTo>
                      <a:pt x="79018" y="1102"/>
                      <a:pt x="97239" y="12485"/>
                      <a:pt x="107087" y="30152"/>
                    </a:cubicBezTo>
                    <a:cubicBezTo>
                      <a:pt x="116936" y="47819"/>
                      <a:pt x="117036" y="69303"/>
                      <a:pt x="107353" y="8706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90450" y="4037226"/>
                <a:ext cx="189754" cy="174408"/>
              </a:xfrm>
              <a:custGeom>
                <a:avLst/>
                <a:gdLst/>
                <a:ahLst/>
                <a:cxnLst/>
                <a:rect l="l" t="t" r="r" b="b"/>
                <a:pathLst>
                  <a:path w="189754" h="174408">
                    <a:moveTo>
                      <a:pt x="180383" y="135664"/>
                    </a:moveTo>
                    <a:cubicBezTo>
                      <a:pt x="189754" y="116614"/>
                      <a:pt x="189309" y="94204"/>
                      <a:pt x="179189" y="75542"/>
                    </a:cubicBezTo>
                    <a:cubicBezTo>
                      <a:pt x="169069" y="56879"/>
                      <a:pt x="150530" y="44281"/>
                      <a:pt x="129453" y="41743"/>
                    </a:cubicBezTo>
                    <a:cubicBezTo>
                      <a:pt x="120074" y="19881"/>
                      <a:pt x="99578" y="4824"/>
                      <a:pt x="75912" y="2412"/>
                    </a:cubicBezTo>
                    <a:cubicBezTo>
                      <a:pt x="52245" y="0"/>
                      <a:pt x="29133" y="10612"/>
                      <a:pt x="15537" y="30132"/>
                    </a:cubicBezTo>
                    <a:cubicBezTo>
                      <a:pt x="1941" y="49653"/>
                      <a:pt x="0" y="75011"/>
                      <a:pt x="10467" y="96373"/>
                    </a:cubicBezTo>
                    <a:lnTo>
                      <a:pt x="4197" y="118327"/>
                    </a:lnTo>
                    <a:cubicBezTo>
                      <a:pt x="3058" y="122326"/>
                      <a:pt x="4175" y="126629"/>
                      <a:pt x="7115" y="129570"/>
                    </a:cubicBezTo>
                    <a:cubicBezTo>
                      <a:pt x="10056" y="132510"/>
                      <a:pt x="14359" y="133627"/>
                      <a:pt x="18358" y="132488"/>
                    </a:cubicBezTo>
                    <a:lnTo>
                      <a:pt x="40312" y="126218"/>
                    </a:lnTo>
                    <a:cubicBezTo>
                      <a:pt x="46937" y="129470"/>
                      <a:pt x="54062" y="131582"/>
                      <a:pt x="61390" y="132463"/>
                    </a:cubicBezTo>
                    <a:cubicBezTo>
                      <a:pt x="68448" y="149001"/>
                      <a:pt x="81997" y="161909"/>
                      <a:pt x="98857" y="168158"/>
                    </a:cubicBezTo>
                    <a:cubicBezTo>
                      <a:pt x="115718" y="174408"/>
                      <a:pt x="134406" y="173450"/>
                      <a:pt x="150538" y="165508"/>
                    </a:cubicBezTo>
                    <a:lnTo>
                      <a:pt x="172492" y="171778"/>
                    </a:lnTo>
                    <a:cubicBezTo>
                      <a:pt x="176492" y="172918"/>
                      <a:pt x="180795" y="171801"/>
                      <a:pt x="183735" y="168860"/>
                    </a:cubicBezTo>
                    <a:cubicBezTo>
                      <a:pt x="186676" y="165920"/>
                      <a:pt x="187792" y="161617"/>
                      <a:pt x="186653" y="157617"/>
                    </a:cubicBezTo>
                    <a:close/>
                    <a:moveTo>
                      <a:pt x="41016" y="112662"/>
                    </a:moveTo>
                    <a:cubicBezTo>
                      <a:pt x="40407" y="112662"/>
                      <a:pt x="39801" y="112745"/>
                      <a:pt x="39215" y="112908"/>
                    </a:cubicBezTo>
                    <a:lnTo>
                      <a:pt x="17597" y="119088"/>
                    </a:lnTo>
                    <a:lnTo>
                      <a:pt x="23777" y="97470"/>
                    </a:lnTo>
                    <a:cubicBezTo>
                      <a:pt x="24240" y="95823"/>
                      <a:pt x="24040" y="94060"/>
                      <a:pt x="23220" y="92559"/>
                    </a:cubicBezTo>
                    <a:cubicBezTo>
                      <a:pt x="10773" y="69707"/>
                      <a:pt x="17002" y="41181"/>
                      <a:pt x="37842" y="25598"/>
                    </a:cubicBezTo>
                    <a:cubicBezTo>
                      <a:pt x="58682" y="10014"/>
                      <a:pt x="87804" y="12105"/>
                      <a:pt x="106205" y="30505"/>
                    </a:cubicBezTo>
                    <a:cubicBezTo>
                      <a:pt x="124605" y="48905"/>
                      <a:pt x="126696" y="78028"/>
                      <a:pt x="111112" y="98868"/>
                    </a:cubicBezTo>
                    <a:cubicBezTo>
                      <a:pt x="95528" y="119708"/>
                      <a:pt x="67003" y="125936"/>
                      <a:pt x="44151" y="113489"/>
                    </a:cubicBezTo>
                    <a:cubicBezTo>
                      <a:pt x="43193" y="112953"/>
                      <a:pt x="42114" y="112669"/>
                      <a:pt x="41016" y="112662"/>
                    </a:cubicBezTo>
                    <a:close/>
                    <a:moveTo>
                      <a:pt x="167073" y="136761"/>
                    </a:moveTo>
                    <a:lnTo>
                      <a:pt x="173253" y="158379"/>
                    </a:lnTo>
                    <a:lnTo>
                      <a:pt x="151635" y="152199"/>
                    </a:lnTo>
                    <a:cubicBezTo>
                      <a:pt x="149988" y="151735"/>
                      <a:pt x="148226" y="151935"/>
                      <a:pt x="146724" y="152755"/>
                    </a:cubicBezTo>
                    <a:cubicBezTo>
                      <a:pt x="121611" y="166418"/>
                      <a:pt x="90183" y="157446"/>
                      <a:pt x="76066" y="132586"/>
                    </a:cubicBezTo>
                    <a:cubicBezTo>
                      <a:pt x="94194" y="130698"/>
                      <a:pt x="110712" y="121335"/>
                      <a:pt x="121643" y="106751"/>
                    </a:cubicBezTo>
                    <a:cubicBezTo>
                      <a:pt x="132574" y="92167"/>
                      <a:pt x="136926" y="73685"/>
                      <a:pt x="133652" y="55756"/>
                    </a:cubicBezTo>
                    <a:cubicBezTo>
                      <a:pt x="149557" y="59505"/>
                      <a:pt x="162803" y="70461"/>
                      <a:pt x="169467" y="85381"/>
                    </a:cubicBezTo>
                    <a:cubicBezTo>
                      <a:pt x="176132" y="100302"/>
                      <a:pt x="175452" y="117477"/>
                      <a:pt x="167630" y="131825"/>
                    </a:cubicBezTo>
                    <a:cubicBezTo>
                      <a:pt x="166803" y="133333"/>
                      <a:pt x="166603" y="135106"/>
                      <a:pt x="167073" y="13676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471612" y="4031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54618" y="4047649"/>
              <a:ext cx="257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ConversationBufferWindowMemory · k=4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38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85197" y="4032647"/>
              <a:ext cx="183356" cy="183356"/>
              <a:chOff x="5385197" y="4032647"/>
              <a:chExt cx="183356" cy="18335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411391" y="4058841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24420" y="0"/>
                    </a:moveTo>
                    <a:lnTo>
                      <a:pt x="6548" y="0"/>
                    </a:lnTo>
                    <a:cubicBezTo>
                      <a:pt x="2932" y="0"/>
                      <a:pt x="0" y="2932"/>
                      <a:pt x="0" y="6548"/>
                    </a:cubicBezTo>
                    <a:lnTo>
                      <a:pt x="0" y="124420"/>
                    </a:lnTo>
                    <a:cubicBezTo>
                      <a:pt x="0" y="128037"/>
                      <a:pt x="2932" y="130969"/>
                      <a:pt x="6548" y="130969"/>
                    </a:cubicBezTo>
                    <a:lnTo>
                      <a:pt x="124420" y="130969"/>
                    </a:lnTo>
                    <a:cubicBezTo>
                      <a:pt x="128037" y="130969"/>
                      <a:pt x="130969" y="128037"/>
                      <a:pt x="130969" y="124420"/>
                    </a:cubicBezTo>
                    <a:lnTo>
                      <a:pt x="130969" y="6548"/>
                    </a:lnTo>
                    <a:cubicBezTo>
                      <a:pt x="130969" y="2932"/>
                      <a:pt x="128037" y="0"/>
                      <a:pt x="124420" y="0"/>
                    </a:cubicBezTo>
                    <a:close/>
                    <a:moveTo>
                      <a:pt x="85130" y="85130"/>
                    </a:moveTo>
                    <a:lnTo>
                      <a:pt x="45839" y="85130"/>
                    </a:lnTo>
                    <a:lnTo>
                      <a:pt x="45839" y="45839"/>
                    </a:lnTo>
                    <a:lnTo>
                      <a:pt x="85130" y="45839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85197" y="4032647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111323" y="65484"/>
                    </a:moveTo>
                    <a:lnTo>
                      <a:pt x="72033" y="65484"/>
                    </a:lnTo>
                    <a:cubicBezTo>
                      <a:pt x="68416" y="65484"/>
                      <a:pt x="65484" y="68416"/>
                      <a:pt x="65484" y="72033"/>
                    </a:cubicBezTo>
                    <a:lnTo>
                      <a:pt x="65484" y="111323"/>
                    </a:lnTo>
                    <a:cubicBezTo>
                      <a:pt x="65484" y="114940"/>
                      <a:pt x="68416" y="117872"/>
                      <a:pt x="72033" y="117872"/>
                    </a:cubicBezTo>
                    <a:lnTo>
                      <a:pt x="111323" y="117872"/>
                    </a:lnTo>
                    <a:cubicBezTo>
                      <a:pt x="114940" y="117872"/>
                      <a:pt x="117872" y="114940"/>
                      <a:pt x="117872" y="111323"/>
                    </a:cubicBezTo>
                    <a:lnTo>
                      <a:pt x="117872" y="72033"/>
                    </a:lnTo>
                    <a:cubicBezTo>
                      <a:pt x="117872" y="68416"/>
                      <a:pt x="114940" y="65484"/>
                      <a:pt x="111323" y="65484"/>
                    </a:cubicBezTo>
                    <a:close/>
                    <a:moveTo>
                      <a:pt x="104775" y="104775"/>
                    </a:moveTo>
                    <a:lnTo>
                      <a:pt x="78581" y="104775"/>
                    </a:lnTo>
                    <a:lnTo>
                      <a:pt x="78581" y="78581"/>
                    </a:lnTo>
                    <a:lnTo>
                      <a:pt x="104775" y="78581"/>
                    </a:lnTo>
                    <a:close/>
                    <a:moveTo>
                      <a:pt x="176808" y="104775"/>
                    </a:moveTo>
                    <a:lnTo>
                      <a:pt x="163711" y="104775"/>
                    </a:lnTo>
                    <a:lnTo>
                      <a:pt x="163711" y="78581"/>
                    </a:lnTo>
                    <a:lnTo>
                      <a:pt x="176808" y="78581"/>
                    </a:lnTo>
                    <a:cubicBezTo>
                      <a:pt x="180424" y="78581"/>
                      <a:pt x="183356" y="75649"/>
                      <a:pt x="183356" y="72033"/>
                    </a:cubicBezTo>
                    <a:cubicBezTo>
                      <a:pt x="183356" y="68416"/>
                      <a:pt x="180424" y="65484"/>
                      <a:pt x="176808" y="65484"/>
                    </a:cubicBezTo>
                    <a:lnTo>
                      <a:pt x="163711" y="65484"/>
                    </a:lnTo>
                    <a:lnTo>
                      <a:pt x="163711" y="32742"/>
                    </a:lnTo>
                    <a:cubicBezTo>
                      <a:pt x="163711" y="25509"/>
                      <a:pt x="157847" y="19645"/>
                      <a:pt x="150614" y="19645"/>
                    </a:cubicBezTo>
                    <a:lnTo>
                      <a:pt x="117872" y="19645"/>
                    </a:lnTo>
                    <a:lnTo>
                      <a:pt x="117872" y="6548"/>
                    </a:lnTo>
                    <a:cubicBezTo>
                      <a:pt x="117872" y="2932"/>
                      <a:pt x="114940" y="0"/>
                      <a:pt x="111323" y="0"/>
                    </a:cubicBezTo>
                    <a:cubicBezTo>
                      <a:pt x="107707" y="0"/>
                      <a:pt x="104775" y="2932"/>
                      <a:pt x="104775" y="6548"/>
                    </a:cubicBezTo>
                    <a:lnTo>
                      <a:pt x="104775" y="19645"/>
                    </a:lnTo>
                    <a:lnTo>
                      <a:pt x="78581" y="19645"/>
                    </a:lnTo>
                    <a:lnTo>
                      <a:pt x="78581" y="6548"/>
                    </a:lnTo>
                    <a:cubicBezTo>
                      <a:pt x="78581" y="2932"/>
                      <a:pt x="75649" y="0"/>
                      <a:pt x="72033" y="0"/>
                    </a:cubicBezTo>
                    <a:cubicBezTo>
                      <a:pt x="68416" y="0"/>
                      <a:pt x="65484" y="2932"/>
                      <a:pt x="65484" y="6548"/>
                    </a:cubicBezTo>
                    <a:lnTo>
                      <a:pt x="65484" y="19645"/>
                    </a:lnTo>
                    <a:lnTo>
                      <a:pt x="32742" y="19645"/>
                    </a:lnTo>
                    <a:cubicBezTo>
                      <a:pt x="25509" y="19645"/>
                      <a:pt x="19645" y="25509"/>
                      <a:pt x="19645" y="32742"/>
                    </a:cubicBezTo>
                    <a:lnTo>
                      <a:pt x="19645" y="65484"/>
                    </a:lnTo>
                    <a:lnTo>
                      <a:pt x="6548" y="65484"/>
                    </a:lnTo>
                    <a:cubicBezTo>
                      <a:pt x="2932" y="65484"/>
                      <a:pt x="0" y="68416"/>
                      <a:pt x="0" y="72033"/>
                    </a:cubicBezTo>
                    <a:cubicBezTo>
                      <a:pt x="0" y="75649"/>
                      <a:pt x="2932" y="78581"/>
                      <a:pt x="6548" y="78581"/>
                    </a:cubicBezTo>
                    <a:lnTo>
                      <a:pt x="19645" y="78581"/>
                    </a:lnTo>
                    <a:lnTo>
                      <a:pt x="19645" y="104775"/>
                    </a:lnTo>
                    <a:lnTo>
                      <a:pt x="6548" y="104775"/>
                    </a:lnTo>
                    <a:cubicBezTo>
                      <a:pt x="2932" y="104775"/>
                      <a:pt x="0" y="107707"/>
                      <a:pt x="0" y="111323"/>
                    </a:cubicBezTo>
                    <a:cubicBezTo>
                      <a:pt x="0" y="114940"/>
                      <a:pt x="2932" y="117872"/>
                      <a:pt x="6548" y="117872"/>
                    </a:cubicBezTo>
                    <a:lnTo>
                      <a:pt x="19645" y="117872"/>
                    </a:lnTo>
                    <a:lnTo>
                      <a:pt x="19645" y="150614"/>
                    </a:lnTo>
                    <a:cubicBezTo>
                      <a:pt x="19645" y="157847"/>
                      <a:pt x="25509" y="163711"/>
                      <a:pt x="32742" y="163711"/>
                    </a:cubicBezTo>
                    <a:lnTo>
                      <a:pt x="65484" y="163711"/>
                    </a:lnTo>
                    <a:lnTo>
                      <a:pt x="65484" y="176808"/>
                    </a:lnTo>
                    <a:cubicBezTo>
                      <a:pt x="65484" y="180424"/>
                      <a:pt x="68416" y="183356"/>
                      <a:pt x="72033" y="183356"/>
                    </a:cubicBezTo>
                    <a:cubicBezTo>
                      <a:pt x="75649" y="183356"/>
                      <a:pt x="78581" y="180424"/>
                      <a:pt x="78581" y="176808"/>
                    </a:cubicBezTo>
                    <a:lnTo>
                      <a:pt x="78581" y="163711"/>
                    </a:lnTo>
                    <a:lnTo>
                      <a:pt x="104775" y="163711"/>
                    </a:lnTo>
                    <a:lnTo>
                      <a:pt x="104775" y="176808"/>
                    </a:lnTo>
                    <a:cubicBezTo>
                      <a:pt x="104775" y="180424"/>
                      <a:pt x="107707" y="183356"/>
                      <a:pt x="111323" y="183356"/>
                    </a:cubicBezTo>
                    <a:cubicBezTo>
                      <a:pt x="114940" y="183356"/>
                      <a:pt x="117872" y="180424"/>
                      <a:pt x="117872" y="176808"/>
                    </a:cubicBezTo>
                    <a:lnTo>
                      <a:pt x="117872" y="163711"/>
                    </a:lnTo>
                    <a:lnTo>
                      <a:pt x="150614" y="163711"/>
                    </a:lnTo>
                    <a:cubicBezTo>
                      <a:pt x="157847" y="163711"/>
                      <a:pt x="163711" y="157847"/>
                      <a:pt x="163711" y="150614"/>
                    </a:cubicBezTo>
                    <a:lnTo>
                      <a:pt x="163711" y="117872"/>
                    </a:lnTo>
                    <a:lnTo>
                      <a:pt x="176808" y="117872"/>
                    </a:lnTo>
                    <a:cubicBezTo>
                      <a:pt x="180424" y="117872"/>
                      <a:pt x="183356" y="114940"/>
                      <a:pt x="183356" y="111323"/>
                    </a:cubicBezTo>
                    <a:cubicBezTo>
                      <a:pt x="183356" y="107707"/>
                      <a:pt x="180424" y="104775"/>
                      <a:pt x="176808" y="104775"/>
                    </a:cubicBezTo>
                    <a:close/>
                    <a:moveTo>
                      <a:pt x="150614" y="150614"/>
                    </a:moveTo>
                    <a:lnTo>
                      <a:pt x="32742" y="150614"/>
                    </a:lnTo>
                    <a:lnTo>
                      <a:pt x="32742" y="32742"/>
                    </a:lnTo>
                    <a:lnTo>
                      <a:pt x="150614" y="32742"/>
                    </a:lnTo>
                    <a:lnTo>
                      <a:pt x="150614" y="111217"/>
                    </a:lnTo>
                    <a:cubicBezTo>
                      <a:pt x="150614" y="111217"/>
                      <a:pt x="150614" y="111291"/>
                      <a:pt x="150614" y="111323"/>
                    </a:cubicBezTo>
                    <a:cubicBezTo>
                      <a:pt x="150614" y="111356"/>
                      <a:pt x="150614" y="111397"/>
                      <a:pt x="150614" y="111430"/>
                    </a:cubicBezTo>
                    <a:lnTo>
                      <a:pt x="150614" y="150614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662612" y="4031456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45618" y="40476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 · temperature=0.3 · /v1 endpoint</a:t>
              </a:r>
            </a:p>
          </p:txBody>
        </p:sp>
      </p:grpSp>
      <p:sp>
        <p:nvSpPr>
          <p:cNvPr id="78" name="Line 78"/>
          <p:cNvSpPr/>
          <p:nvPr/>
        </p:nvSpPr>
        <p:spPr>
          <a:xfrm>
            <a:off x="781050" y="44577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6C3FD4"/>
            </a:solidFill>
            <a:custDash>
              <a:ds d="266666" sp="200000"/>
            </a:custDash>
          </a:ln>
        </p:spPr>
      </p:sp>
      <p:grpSp>
        <p:nvGrpSpPr>
          <p:cNvPr id="108" name="Group 108"/>
          <p:cNvGrpSpPr/>
          <p:nvPr/>
        </p:nvGrpSpPr>
        <p:grpSpPr>
          <a:xfrm>
            <a:off x="762000" y="4629150"/>
            <a:ext cx="10668000" cy="1638300"/>
            <a:chOff x="762000" y="4629150"/>
            <a:chExt cx="10668000" cy="1638300"/>
          </a:xfrm>
        </p:grpSpPr>
        <p:sp>
          <p:nvSpPr>
            <p:cNvPr id="79" name="Rectangle 79"/>
            <p:cNvSpPr/>
            <p:nvPr/>
          </p:nvSpPr>
          <p:spPr>
            <a:xfrm>
              <a:off x="762000" y="4629150"/>
              <a:ext cx="10668000" cy="16383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62000" y="4629150"/>
              <a:ext cx="47625" cy="16383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09625" y="4629150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3462" y="47172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存储层 STORAGE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65070" y="4741545"/>
              <a:ext cx="2837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+ HuggingFace Embeddings + FileLoader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7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1266825" y="5317331"/>
              <a:ext cx="171450" cy="185738"/>
              <a:chOff x="1266825" y="5317331"/>
              <a:chExt cx="171450" cy="18573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1273969" y="5324475"/>
                <a:ext cx="1571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725">
                    <a:moveTo>
                      <a:pt x="157162" y="42862"/>
                    </a:moveTo>
                    <a:cubicBezTo>
                      <a:pt x="157162" y="66535"/>
                      <a:pt x="121980" y="85725"/>
                      <a:pt x="78581" y="85725"/>
                    </a:cubicBezTo>
                    <a:cubicBezTo>
                      <a:pt x="35183" y="85725"/>
                      <a:pt x="0" y="66535"/>
                      <a:pt x="0" y="42862"/>
                    </a:cubicBezTo>
                    <a:cubicBezTo>
                      <a:pt x="0" y="19190"/>
                      <a:pt x="35183" y="0"/>
                      <a:pt x="78581" y="0"/>
                    </a:cubicBezTo>
                    <a:cubicBezTo>
                      <a:pt x="121980" y="0"/>
                      <a:pt x="157162" y="19190"/>
                      <a:pt x="157162" y="4286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266825" y="5317331"/>
                <a:ext cx="17145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5738">
                    <a:moveTo>
                      <a:pt x="85725" y="0"/>
                    </a:moveTo>
                    <a:cubicBezTo>
                      <a:pt x="37656" y="0"/>
                      <a:pt x="0" y="21967"/>
                      <a:pt x="0" y="50006"/>
                    </a:cubicBezTo>
                    <a:lnTo>
                      <a:pt x="0" y="135731"/>
                    </a:lnTo>
                    <a:cubicBezTo>
                      <a:pt x="0" y="163770"/>
                      <a:pt x="37656" y="185738"/>
                      <a:pt x="85725" y="185738"/>
                    </a:cubicBezTo>
                    <a:cubicBezTo>
                      <a:pt x="133794" y="185738"/>
                      <a:pt x="171450" y="163770"/>
                      <a:pt x="171450" y="135731"/>
                    </a:cubicBezTo>
                    <a:lnTo>
                      <a:pt x="171450" y="50006"/>
                    </a:lnTo>
                    <a:cubicBezTo>
                      <a:pt x="171450" y="21967"/>
                      <a:pt x="133794" y="0"/>
                      <a:pt x="85725" y="0"/>
                    </a:cubicBezTo>
                    <a:close/>
                    <a:moveTo>
                      <a:pt x="157162" y="92869"/>
                    </a:moveTo>
                    <a:cubicBezTo>
                      <a:pt x="157162" y="101459"/>
                      <a:pt x="150126" y="110219"/>
                      <a:pt x="137865" y="116907"/>
                    </a:cubicBezTo>
                    <a:cubicBezTo>
                      <a:pt x="124060" y="124435"/>
                      <a:pt x="105540" y="128588"/>
                      <a:pt x="85725" y="128588"/>
                    </a:cubicBezTo>
                    <a:cubicBezTo>
                      <a:pt x="65910" y="128588"/>
                      <a:pt x="47390" y="124435"/>
                      <a:pt x="33585" y="116907"/>
                    </a:cubicBezTo>
                    <a:cubicBezTo>
                      <a:pt x="21324" y="110219"/>
                      <a:pt x="14288" y="101459"/>
                      <a:pt x="14288" y="92869"/>
                    </a:cubicBezTo>
                    <a:lnTo>
                      <a:pt x="14288" y="78010"/>
                    </a:lnTo>
                    <a:cubicBezTo>
                      <a:pt x="29522" y="91404"/>
                      <a:pt x="55569" y="100012"/>
                      <a:pt x="85725" y="100012"/>
                    </a:cubicBezTo>
                    <a:cubicBezTo>
                      <a:pt x="115881" y="100012"/>
                      <a:pt x="141928" y="91369"/>
                      <a:pt x="157162" y="78010"/>
                    </a:cubicBezTo>
                    <a:close/>
                    <a:moveTo>
                      <a:pt x="33585" y="25968"/>
                    </a:moveTo>
                    <a:cubicBezTo>
                      <a:pt x="47390" y="18440"/>
                      <a:pt x="65910" y="14288"/>
                      <a:pt x="85725" y="14288"/>
                    </a:cubicBezTo>
                    <a:cubicBezTo>
                      <a:pt x="105540" y="14288"/>
                      <a:pt x="124060" y="18440"/>
                      <a:pt x="137865" y="25968"/>
                    </a:cubicBezTo>
                    <a:cubicBezTo>
                      <a:pt x="150126" y="32656"/>
                      <a:pt x="157162" y="41416"/>
                      <a:pt x="157162" y="50006"/>
                    </a:cubicBezTo>
                    <a:cubicBezTo>
                      <a:pt x="157162" y="58597"/>
                      <a:pt x="150126" y="67357"/>
                      <a:pt x="137865" y="74045"/>
                    </a:cubicBezTo>
                    <a:cubicBezTo>
                      <a:pt x="124060" y="81573"/>
                      <a:pt x="105540" y="85725"/>
                      <a:pt x="85725" y="85725"/>
                    </a:cubicBezTo>
                    <a:cubicBezTo>
                      <a:pt x="65910" y="85725"/>
                      <a:pt x="47390" y="81573"/>
                      <a:pt x="33585" y="74045"/>
                    </a:cubicBezTo>
                    <a:cubicBezTo>
                      <a:pt x="21324" y="67357"/>
                      <a:pt x="14288" y="58597"/>
                      <a:pt x="14288" y="50006"/>
                    </a:cubicBezTo>
                    <a:cubicBezTo>
                      <a:pt x="14288" y="41416"/>
                      <a:pt x="21324" y="32656"/>
                      <a:pt x="33585" y="25968"/>
                    </a:cubicBezTo>
                    <a:close/>
                    <a:moveTo>
                      <a:pt x="137865" y="159770"/>
                    </a:moveTo>
                    <a:cubicBezTo>
                      <a:pt x="124060" y="167298"/>
                      <a:pt x="105540" y="171450"/>
                      <a:pt x="85725" y="171450"/>
                    </a:cubicBezTo>
                    <a:cubicBezTo>
                      <a:pt x="65910" y="171450"/>
                      <a:pt x="47390" y="167298"/>
                      <a:pt x="33585" y="159770"/>
                    </a:cubicBezTo>
                    <a:cubicBezTo>
                      <a:pt x="21324" y="153082"/>
                      <a:pt x="14288" y="144322"/>
                      <a:pt x="14288" y="135731"/>
                    </a:cubicBezTo>
                    <a:lnTo>
                      <a:pt x="14288" y="120872"/>
                    </a:lnTo>
                    <a:cubicBezTo>
                      <a:pt x="29522" y="134267"/>
                      <a:pt x="55569" y="142875"/>
                      <a:pt x="85725" y="142875"/>
                    </a:cubicBezTo>
                    <a:cubicBezTo>
                      <a:pt x="115881" y="142875"/>
                      <a:pt x="141928" y="134231"/>
                      <a:pt x="157162" y="120872"/>
                    </a:cubicBezTo>
                    <a:lnTo>
                      <a:pt x="157162" y="135731"/>
                    </a:lnTo>
                    <a:cubicBezTo>
                      <a:pt x="157162" y="144322"/>
                      <a:pt x="150126" y="153082"/>
                      <a:pt x="137865" y="15977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546860" y="53378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25868" y="55906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· 相似度检索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25868" y="57811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source+chunk_index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26820" y="5979795"/>
              <a:ext cx="1036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476750" y="5105400"/>
              <a:ext cx="32385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4681538" y="5310188"/>
              <a:ext cx="200025" cy="200025"/>
              <a:chOff x="4681538" y="5310188"/>
              <a:chExt cx="200025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4710112" y="5338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5731" y="0"/>
                    </a:moveTo>
                    <a:lnTo>
                      <a:pt x="7144" y="0"/>
                    </a:lnTo>
                    <a:cubicBezTo>
                      <a:pt x="3198" y="0"/>
                      <a:pt x="0" y="3198"/>
                      <a:pt x="0" y="7144"/>
                    </a:cubicBezTo>
                    <a:lnTo>
                      <a:pt x="0" y="135731"/>
                    </a:lnTo>
                    <a:cubicBezTo>
                      <a:pt x="0" y="139677"/>
                      <a:pt x="3198" y="142875"/>
                      <a:pt x="7144" y="142875"/>
                    </a:cubicBezTo>
                    <a:lnTo>
                      <a:pt x="135731" y="142875"/>
                    </a:lnTo>
                    <a:cubicBezTo>
                      <a:pt x="139677" y="142875"/>
                      <a:pt x="142875" y="139677"/>
                      <a:pt x="142875" y="135731"/>
                    </a:cubicBezTo>
                    <a:lnTo>
                      <a:pt x="142875" y="7144"/>
                    </a:lnTo>
                    <a:cubicBezTo>
                      <a:pt x="142875" y="3198"/>
                      <a:pt x="139677" y="0"/>
                      <a:pt x="135731" y="0"/>
                    </a:cubicBezTo>
                    <a:close/>
                    <a:moveTo>
                      <a:pt x="92869" y="92869"/>
                    </a:moveTo>
                    <a:lnTo>
                      <a:pt x="50006" y="92869"/>
                    </a:lnTo>
                    <a:lnTo>
                      <a:pt x="50006" y="50006"/>
                    </a:lnTo>
                    <a:lnTo>
                      <a:pt x="92869" y="50006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681538" y="53101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21444" y="71438"/>
                    </a:moveTo>
                    <a:lnTo>
                      <a:pt x="78581" y="71438"/>
                    </a:lnTo>
                    <a:cubicBezTo>
                      <a:pt x="74636" y="71438"/>
                      <a:pt x="71438" y="74636"/>
                      <a:pt x="71438" y="78581"/>
                    </a:cubicBezTo>
                    <a:lnTo>
                      <a:pt x="71438" y="121444"/>
                    </a:lnTo>
                    <a:cubicBezTo>
                      <a:pt x="71438" y="125389"/>
                      <a:pt x="74636" y="128588"/>
                      <a:pt x="78581" y="128588"/>
                    </a:cubicBezTo>
                    <a:lnTo>
                      <a:pt x="121444" y="128588"/>
                    </a:lnTo>
                    <a:cubicBezTo>
                      <a:pt x="125389" y="128588"/>
                      <a:pt x="128588" y="125389"/>
                      <a:pt x="128588" y="121444"/>
                    </a:cubicBezTo>
                    <a:lnTo>
                      <a:pt x="128588" y="78581"/>
                    </a:lnTo>
                    <a:cubicBezTo>
                      <a:pt x="128588" y="74636"/>
                      <a:pt x="125389" y="71438"/>
                      <a:pt x="121444" y="71438"/>
                    </a:cubicBezTo>
                    <a:close/>
                    <a:moveTo>
                      <a:pt x="114300" y="114300"/>
                    </a:moveTo>
                    <a:lnTo>
                      <a:pt x="85725" y="114300"/>
                    </a:lnTo>
                    <a:lnTo>
                      <a:pt x="85725" y="85725"/>
                    </a:lnTo>
                    <a:lnTo>
                      <a:pt x="114300" y="85725"/>
                    </a:lnTo>
                    <a:close/>
                    <a:moveTo>
                      <a:pt x="192881" y="114300"/>
                    </a:moveTo>
                    <a:lnTo>
                      <a:pt x="178594" y="114300"/>
                    </a:lnTo>
                    <a:lnTo>
                      <a:pt x="178594" y="85725"/>
                    </a:lnTo>
                    <a:lnTo>
                      <a:pt x="192881" y="85725"/>
                    </a:lnTo>
                    <a:cubicBezTo>
                      <a:pt x="196827" y="85725"/>
                      <a:pt x="200025" y="82527"/>
                      <a:pt x="200025" y="78581"/>
                    </a:cubicBezTo>
                    <a:cubicBezTo>
                      <a:pt x="200025" y="74636"/>
                      <a:pt x="196827" y="71438"/>
                      <a:pt x="192881" y="71438"/>
                    </a:cubicBezTo>
                    <a:lnTo>
                      <a:pt x="178594" y="71438"/>
                    </a:lnTo>
                    <a:lnTo>
                      <a:pt x="178594" y="35719"/>
                    </a:lnTo>
                    <a:cubicBezTo>
                      <a:pt x="178594" y="27828"/>
                      <a:pt x="172197" y="21431"/>
                      <a:pt x="164306" y="21431"/>
                    </a:cubicBezTo>
                    <a:lnTo>
                      <a:pt x="128588" y="21431"/>
                    </a:lnTo>
                    <a:lnTo>
                      <a:pt x="128588" y="7144"/>
                    </a:lnTo>
                    <a:cubicBezTo>
                      <a:pt x="128588" y="3198"/>
                      <a:pt x="125389" y="0"/>
                      <a:pt x="121444" y="0"/>
                    </a:cubicBezTo>
                    <a:cubicBezTo>
                      <a:pt x="117498" y="0"/>
                      <a:pt x="114300" y="3198"/>
                      <a:pt x="114300" y="7144"/>
                    </a:cubicBezTo>
                    <a:lnTo>
                      <a:pt x="114300" y="21431"/>
                    </a:lnTo>
                    <a:lnTo>
                      <a:pt x="85725" y="21431"/>
                    </a:lnTo>
                    <a:lnTo>
                      <a:pt x="85725" y="7144"/>
                    </a:lnTo>
                    <a:cubicBezTo>
                      <a:pt x="85725" y="3198"/>
                      <a:pt x="82527" y="0"/>
                      <a:pt x="78581" y="0"/>
                    </a:cubicBezTo>
                    <a:cubicBezTo>
                      <a:pt x="74636" y="0"/>
                      <a:pt x="71438" y="3198"/>
                      <a:pt x="71438" y="7144"/>
                    </a:cubicBezTo>
                    <a:lnTo>
                      <a:pt x="71438" y="21431"/>
                    </a:lnTo>
                    <a:lnTo>
                      <a:pt x="35719" y="21431"/>
                    </a:lnTo>
                    <a:cubicBezTo>
                      <a:pt x="27828" y="21431"/>
                      <a:pt x="21431" y="27828"/>
                      <a:pt x="21431" y="35719"/>
                    </a:cubicBezTo>
                    <a:lnTo>
                      <a:pt x="21431" y="71438"/>
                    </a:lnTo>
                    <a:lnTo>
                      <a:pt x="7144" y="71438"/>
                    </a:lnTo>
                    <a:cubicBezTo>
                      <a:pt x="3198" y="71438"/>
                      <a:pt x="0" y="74636"/>
                      <a:pt x="0" y="78581"/>
                    </a:cubicBezTo>
                    <a:cubicBezTo>
                      <a:pt x="0" y="82527"/>
                      <a:pt x="3198" y="85725"/>
                      <a:pt x="7144" y="85725"/>
                    </a:cubicBezTo>
                    <a:lnTo>
                      <a:pt x="21431" y="85725"/>
                    </a:lnTo>
                    <a:lnTo>
                      <a:pt x="21431" y="114300"/>
                    </a:lnTo>
                    <a:lnTo>
                      <a:pt x="7144" y="114300"/>
                    </a:lnTo>
                    <a:cubicBezTo>
                      <a:pt x="3198" y="114300"/>
                      <a:pt x="0" y="117498"/>
                      <a:pt x="0" y="121444"/>
                    </a:cubicBezTo>
                    <a:cubicBezTo>
                      <a:pt x="0" y="125389"/>
                      <a:pt x="3198" y="128588"/>
                      <a:pt x="7144" y="128588"/>
                    </a:cubicBezTo>
                    <a:lnTo>
                      <a:pt x="21431" y="128588"/>
                    </a:lnTo>
                    <a:lnTo>
                      <a:pt x="21431" y="164306"/>
                    </a:lnTo>
                    <a:cubicBezTo>
                      <a:pt x="21431" y="172197"/>
                      <a:pt x="27828" y="178594"/>
                      <a:pt x="35719" y="178594"/>
                    </a:cubicBezTo>
                    <a:lnTo>
                      <a:pt x="71438" y="178594"/>
                    </a:lnTo>
                    <a:lnTo>
                      <a:pt x="71438" y="192881"/>
                    </a:lnTo>
                    <a:cubicBezTo>
                      <a:pt x="71438" y="196827"/>
                      <a:pt x="74636" y="200025"/>
                      <a:pt x="78581" y="200025"/>
                    </a:cubicBezTo>
                    <a:cubicBezTo>
                      <a:pt x="82527" y="200025"/>
                      <a:pt x="85725" y="196827"/>
                      <a:pt x="85725" y="192881"/>
                    </a:cubicBezTo>
                    <a:lnTo>
                      <a:pt x="85725" y="178594"/>
                    </a:lnTo>
                    <a:lnTo>
                      <a:pt x="114300" y="178594"/>
                    </a:lnTo>
                    <a:lnTo>
                      <a:pt x="114300" y="192881"/>
                    </a:lnTo>
                    <a:cubicBezTo>
                      <a:pt x="114300" y="196827"/>
                      <a:pt x="117498" y="200025"/>
                      <a:pt x="121444" y="200025"/>
                    </a:cubicBezTo>
                    <a:cubicBezTo>
                      <a:pt x="125389" y="200025"/>
                      <a:pt x="128588" y="196827"/>
                      <a:pt x="128588" y="192881"/>
                    </a:cubicBezTo>
                    <a:lnTo>
                      <a:pt x="128588" y="178594"/>
                    </a:lnTo>
                    <a:lnTo>
                      <a:pt x="164306" y="178594"/>
                    </a:lnTo>
                    <a:cubicBezTo>
                      <a:pt x="172197" y="178594"/>
                      <a:pt x="178594" y="172197"/>
                      <a:pt x="178594" y="164306"/>
                    </a:cubicBezTo>
                    <a:lnTo>
                      <a:pt x="178594" y="128588"/>
                    </a:lnTo>
                    <a:lnTo>
                      <a:pt x="192881" y="128588"/>
                    </a:lnTo>
                    <a:cubicBezTo>
                      <a:pt x="196827" y="128588"/>
                      <a:pt x="200025" y="125389"/>
                      <a:pt x="200025" y="121444"/>
                    </a:cubicBezTo>
                    <a:cubicBezTo>
                      <a:pt x="200025" y="117498"/>
                      <a:pt x="196827" y="114300"/>
                      <a:pt x="192881" y="114300"/>
                    </a:cubicBezTo>
                    <a:close/>
                    <a:moveTo>
                      <a:pt x="164306" y="164306"/>
                    </a:moveTo>
                    <a:lnTo>
                      <a:pt x="35719" y="164306"/>
                    </a:lnTo>
                    <a:lnTo>
                      <a:pt x="35719" y="35719"/>
                    </a:lnTo>
                    <a:lnTo>
                      <a:pt x="164306" y="35719"/>
                    </a:lnTo>
                    <a:lnTo>
                      <a:pt x="164306" y="121328"/>
                    </a:lnTo>
                    <a:cubicBezTo>
                      <a:pt x="164306" y="121328"/>
                      <a:pt x="164306" y="121408"/>
                      <a:pt x="164306" y="121444"/>
                    </a:cubicBezTo>
                    <a:cubicBezTo>
                      <a:pt x="164306" y="121479"/>
                      <a:pt x="164306" y="121524"/>
                      <a:pt x="164306" y="121560"/>
                    </a:cubicBezTo>
                    <a:lnTo>
                      <a:pt x="164306" y="164306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975860" y="53378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 Embedding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54868" y="5590699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654868" y="5781199"/>
              <a:ext cx="20725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 · normalize_embeddings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655820" y="59797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HF Mirror 回退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905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8121253" y="5317330"/>
              <a:ext cx="175766" cy="171451"/>
              <a:chOff x="8121253" y="5317330"/>
              <a:chExt cx="175766" cy="171451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231981" y="5324475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50006"/>
                    </a:moveTo>
                    <a:lnTo>
                      <a:pt x="0" y="50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1253" y="5317330"/>
                <a:ext cx="175766" cy="171451"/>
              </a:xfrm>
              <a:custGeom>
                <a:avLst/>
                <a:gdLst/>
                <a:ahLst/>
                <a:cxnLst/>
                <a:rect l="l" t="t" r="r" b="b"/>
                <a:pathLst>
                  <a:path w="175766" h="171451">
                    <a:moveTo>
                      <a:pt x="21431" y="107158"/>
                    </a:moveTo>
                    <a:lnTo>
                      <a:pt x="7144" y="107158"/>
                    </a:lnTo>
                    <a:cubicBezTo>
                      <a:pt x="3198" y="107158"/>
                      <a:pt x="0" y="110356"/>
                      <a:pt x="0" y="114301"/>
                    </a:cubicBezTo>
                    <a:lnTo>
                      <a:pt x="0" y="164308"/>
                    </a:lnTo>
                    <a:cubicBezTo>
                      <a:pt x="0" y="168253"/>
                      <a:pt x="3198" y="171451"/>
                      <a:pt x="7144" y="171451"/>
                    </a:cubicBezTo>
                    <a:lnTo>
                      <a:pt x="21431" y="171451"/>
                    </a:lnTo>
                    <a:cubicBezTo>
                      <a:pt x="39185" y="171451"/>
                      <a:pt x="53578" y="157059"/>
                      <a:pt x="53578" y="139305"/>
                    </a:cubicBezTo>
                    <a:cubicBezTo>
                      <a:pt x="53578" y="121550"/>
                      <a:pt x="39185" y="107158"/>
                      <a:pt x="21431" y="107158"/>
                    </a:cubicBezTo>
                    <a:close/>
                    <a:moveTo>
                      <a:pt x="21431" y="157164"/>
                    </a:moveTo>
                    <a:lnTo>
                      <a:pt x="14288" y="157164"/>
                    </a:lnTo>
                    <a:lnTo>
                      <a:pt x="14288" y="121445"/>
                    </a:lnTo>
                    <a:lnTo>
                      <a:pt x="21431" y="121445"/>
                    </a:lnTo>
                    <a:cubicBezTo>
                      <a:pt x="31295" y="121445"/>
                      <a:pt x="39291" y="129441"/>
                      <a:pt x="39291" y="139305"/>
                    </a:cubicBezTo>
                    <a:cubicBezTo>
                      <a:pt x="39291" y="149168"/>
                      <a:pt x="31295" y="157164"/>
                      <a:pt x="21431" y="157164"/>
                    </a:cubicBezTo>
                    <a:close/>
                    <a:moveTo>
                      <a:pt x="172816" y="152780"/>
                    </a:moveTo>
                    <a:cubicBezTo>
                      <a:pt x="175666" y="155507"/>
                      <a:pt x="175766" y="160028"/>
                      <a:pt x="173039" y="162879"/>
                    </a:cubicBezTo>
                    <a:cubicBezTo>
                      <a:pt x="168012" y="168291"/>
                      <a:pt x="160977" y="171392"/>
                      <a:pt x="153591" y="171451"/>
                    </a:cubicBezTo>
                    <a:cubicBezTo>
                      <a:pt x="137830" y="171451"/>
                      <a:pt x="125016" y="157030"/>
                      <a:pt x="125016" y="139305"/>
                    </a:cubicBezTo>
                    <a:cubicBezTo>
                      <a:pt x="125016" y="121579"/>
                      <a:pt x="137830" y="107158"/>
                      <a:pt x="153591" y="107158"/>
                    </a:cubicBezTo>
                    <a:cubicBezTo>
                      <a:pt x="160977" y="107218"/>
                      <a:pt x="168012" y="110318"/>
                      <a:pt x="173039" y="115730"/>
                    </a:cubicBezTo>
                    <a:cubicBezTo>
                      <a:pt x="175705" y="118590"/>
                      <a:pt x="175578" y="123061"/>
                      <a:pt x="172753" y="125763"/>
                    </a:cubicBezTo>
                    <a:cubicBezTo>
                      <a:pt x="169928" y="128466"/>
                      <a:pt x="165456" y="128396"/>
                      <a:pt x="162717" y="125606"/>
                    </a:cubicBezTo>
                    <a:cubicBezTo>
                      <a:pt x="160373" y="123028"/>
                      <a:pt x="157074" y="121523"/>
                      <a:pt x="153591" y="121445"/>
                    </a:cubicBezTo>
                    <a:cubicBezTo>
                      <a:pt x="145715" y="121445"/>
                      <a:pt x="139303" y="129482"/>
                      <a:pt x="139303" y="139305"/>
                    </a:cubicBezTo>
                    <a:cubicBezTo>
                      <a:pt x="139303" y="149127"/>
                      <a:pt x="145715" y="157164"/>
                      <a:pt x="153591" y="157164"/>
                    </a:cubicBezTo>
                    <a:cubicBezTo>
                      <a:pt x="157076" y="157092"/>
                      <a:pt x="160377" y="155587"/>
                      <a:pt x="162717" y="153003"/>
                    </a:cubicBezTo>
                    <a:cubicBezTo>
                      <a:pt x="165444" y="150153"/>
                      <a:pt x="169966" y="150053"/>
                      <a:pt x="172816" y="152780"/>
                    </a:cubicBezTo>
                    <a:close/>
                    <a:moveTo>
                      <a:pt x="89297" y="107158"/>
                    </a:moveTo>
                    <a:cubicBezTo>
                      <a:pt x="73545" y="107158"/>
                      <a:pt x="60722" y="121579"/>
                      <a:pt x="60722" y="139305"/>
                    </a:cubicBezTo>
                    <a:cubicBezTo>
                      <a:pt x="60722" y="157030"/>
                      <a:pt x="73545" y="171451"/>
                      <a:pt x="89297" y="171451"/>
                    </a:cubicBezTo>
                    <a:cubicBezTo>
                      <a:pt x="105049" y="171451"/>
                      <a:pt x="117872" y="157030"/>
                      <a:pt x="117872" y="139305"/>
                    </a:cubicBezTo>
                    <a:cubicBezTo>
                      <a:pt x="117872" y="121579"/>
                      <a:pt x="105049" y="107158"/>
                      <a:pt x="89297" y="107158"/>
                    </a:cubicBezTo>
                    <a:close/>
                    <a:moveTo>
                      <a:pt x="89297" y="157164"/>
                    </a:moveTo>
                    <a:cubicBezTo>
                      <a:pt x="81421" y="157164"/>
                      <a:pt x="75009" y="149127"/>
                      <a:pt x="75009" y="139305"/>
                    </a:cubicBezTo>
                    <a:cubicBezTo>
                      <a:pt x="75009" y="129482"/>
                      <a:pt x="81421" y="121445"/>
                      <a:pt x="89297" y="121445"/>
                    </a:cubicBezTo>
                    <a:cubicBezTo>
                      <a:pt x="97173" y="121445"/>
                      <a:pt x="103584" y="129482"/>
                      <a:pt x="103584" y="139305"/>
                    </a:cubicBezTo>
                    <a:cubicBezTo>
                      <a:pt x="103584" y="149127"/>
                      <a:pt x="97173" y="157164"/>
                      <a:pt x="89297" y="157164"/>
                    </a:cubicBezTo>
                    <a:close/>
                    <a:moveTo>
                      <a:pt x="17859" y="85726"/>
                    </a:moveTo>
                    <a:cubicBezTo>
                      <a:pt x="21805" y="85726"/>
                      <a:pt x="25003" y="82528"/>
                      <a:pt x="25003" y="78583"/>
                    </a:cubicBezTo>
                    <a:lnTo>
                      <a:pt x="25003" y="14289"/>
                    </a:lnTo>
                    <a:lnTo>
                      <a:pt x="103584" y="14289"/>
                    </a:lnTo>
                    <a:lnTo>
                      <a:pt x="103584" y="57151"/>
                    </a:lnTo>
                    <a:cubicBezTo>
                      <a:pt x="103584" y="61097"/>
                      <a:pt x="106783" y="64295"/>
                      <a:pt x="110728" y="64295"/>
                    </a:cubicBezTo>
                    <a:lnTo>
                      <a:pt x="153591" y="64295"/>
                    </a:lnTo>
                    <a:lnTo>
                      <a:pt x="153591" y="78583"/>
                    </a:lnTo>
                    <a:cubicBezTo>
                      <a:pt x="153591" y="82528"/>
                      <a:pt x="156789" y="85726"/>
                      <a:pt x="160734" y="85726"/>
                    </a:cubicBezTo>
                    <a:cubicBezTo>
                      <a:pt x="164680" y="85726"/>
                      <a:pt x="167878" y="82528"/>
                      <a:pt x="167878" y="78583"/>
                    </a:cubicBezTo>
                    <a:lnTo>
                      <a:pt x="167878" y="57151"/>
                    </a:lnTo>
                    <a:cubicBezTo>
                      <a:pt x="167880" y="55256"/>
                      <a:pt x="167128" y="53438"/>
                      <a:pt x="165789" y="52097"/>
                    </a:cubicBezTo>
                    <a:lnTo>
                      <a:pt x="115782" y="2091"/>
                    </a:lnTo>
                    <a:cubicBezTo>
                      <a:pt x="114441" y="752"/>
                      <a:pt x="112623" y="0"/>
                      <a:pt x="110728" y="1"/>
                    </a:cubicBezTo>
                    <a:lnTo>
                      <a:pt x="25003" y="1"/>
                    </a:lnTo>
                    <a:cubicBezTo>
                      <a:pt x="17112" y="1"/>
                      <a:pt x="10716" y="6398"/>
                      <a:pt x="10716" y="14289"/>
                    </a:cubicBezTo>
                    <a:lnTo>
                      <a:pt x="10716" y="78583"/>
                    </a:lnTo>
                    <a:cubicBezTo>
                      <a:pt x="10716" y="82528"/>
                      <a:pt x="13914" y="85726"/>
                      <a:pt x="17859" y="85726"/>
                    </a:cubicBezTo>
                    <a:close/>
                    <a:moveTo>
                      <a:pt x="117872" y="24388"/>
                    </a:moveTo>
                    <a:lnTo>
                      <a:pt x="143491" y="50008"/>
                    </a:lnTo>
                    <a:lnTo>
                      <a:pt x="117872" y="50008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8404860" y="5337810"/>
              <a:ext cx="15930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FileLoader 文件系统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83868" y="5590699"/>
              <a:ext cx="2007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7 种格式自动检测 · UUID 安全命名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83868" y="5781199"/>
              <a:ext cx="2631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 RecursiveCharacterTextSplitter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84820" y="59797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62000" y="6477000"/>
            <a:ext cx="10679430" cy="257175"/>
            <a:chOff x="762000" y="6477000"/>
            <a:chExt cx="10679430" cy="257175"/>
          </a:xfrm>
        </p:grpSpPr>
        <p:sp>
          <p:nvSpPr>
            <p:cNvPr id="109" name="Rectangle 109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7" grpId="0"/>
      <p:bldP spid="1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771829" cy="574834"/>
            <a:chOff x="762000" y="299085"/>
            <a:chExt cx="377182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数据处理流程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593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 PIPELINE — FROM FILE UPLOAD TO INTELLIGENT ANSWER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2428875" cy="3714750"/>
            <a:chOff x="762000" y="1333500"/>
            <a:chExt cx="2428875" cy="371475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2428875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5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27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多源输入 · 去重校验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239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9668" y="25141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 Web UI 上传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39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9668" y="27522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拖拽 + 点击选择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239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9668" y="299037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 key: name+size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239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9668" y="3228499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安全命名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34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0697" y="38109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data/uploads/*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3238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3619500" y="1333500"/>
            <a:ext cx="2428875" cy="3714750"/>
            <a:chOff x="3619500" y="1333500"/>
            <a:chExt cx="2428875" cy="3714750"/>
          </a:xfrm>
        </p:grpSpPr>
        <p:sp>
          <p:nvSpPr>
            <p:cNvPr id="26" name="Rectangle 26"/>
            <p:cNvSpPr/>
            <p:nvPr/>
          </p:nvSpPr>
          <p:spPr>
            <a:xfrm>
              <a:off x="36195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0" y="1333500"/>
              <a:ext cx="2428875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0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9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解析分块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902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格式检测 · 中文分割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881438" y="254793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07168" y="2514124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自动识别 7 种格式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881438" y="278606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07168" y="275224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PDF/DOCX/TXT/MD/等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881438" y="302418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07168" y="29903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中文感知分隔符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881438" y="326231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07168" y="32284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chunk=1000, overlap=150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921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3065" y="38109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Document Chunks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60960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477000" y="1333500"/>
            <a:ext cx="2428875" cy="3714750"/>
            <a:chOff x="6477000" y="1333500"/>
            <a:chExt cx="2428875" cy="3714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1333500"/>
              <a:ext cx="2428875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46545" y="18221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向量化存储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5476" y="2215991"/>
              <a:ext cx="9623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嵌入生成 · 持久化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38938" y="254793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64668" y="251412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HuggingFace Embeddings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38938" y="278606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64668" y="275224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 本地 CPU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38938" y="302418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64668" y="2990374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向量入库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38938" y="326231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64668" y="32284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 · 去重逻辑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49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4934" y="381095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Vector Index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953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81" name="Group 81"/>
          <p:cNvGrpSpPr/>
          <p:nvPr/>
        </p:nvGrpSpPr>
        <p:grpSpPr>
          <a:xfrm>
            <a:off x="9334500" y="1333500"/>
            <a:ext cx="2095500" cy="3714750"/>
            <a:chOff x="9334500" y="1333500"/>
            <a:chExt cx="2095500" cy="3714750"/>
          </a:xfrm>
        </p:grpSpPr>
        <p:sp>
          <p:nvSpPr>
            <p:cNvPr id="64" name="Rectangle 64"/>
            <p:cNvSpPr/>
            <p:nvPr/>
          </p:nvSpPr>
          <p:spPr>
            <a:xfrm>
              <a:off x="9334500" y="1333500"/>
              <a:ext cx="2095500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34500" y="1333500"/>
              <a:ext cx="20955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05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4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检索生成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25000" y="2143125"/>
              <a:ext cx="1714500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16566" y="2215991"/>
              <a:ext cx="731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双工具 · 流式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5964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22168" y="2514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Retriever 文档搜索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5964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22168" y="27522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Search 回退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5964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22168" y="2990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LLM 流式生成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5964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22168" y="32284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 + 记忆存储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25000" y="3619500"/>
              <a:ext cx="17145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045184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74878" y="3810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62000" y="5286375"/>
            <a:ext cx="10668000" cy="342900"/>
            <a:chOff x="762000" y="5286375"/>
            <a:chExt cx="10668000" cy="342900"/>
          </a:xfrm>
        </p:grpSpPr>
        <p:sp>
          <p:nvSpPr>
            <p:cNvPr id="82" name="Rectangle 82"/>
            <p:cNvSpPr/>
            <p:nvPr/>
          </p:nvSpPr>
          <p:spPr>
            <a:xfrm>
              <a:off x="762000" y="5286375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009709" y="5400199"/>
              <a:ext cx="2553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→ 分块文档 → 向量索引 → 智能回答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85" name="Rectangle 8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62" grpId="0"/>
      <p:bldP spid="81" grpId="0"/>
      <p:bldP spid="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4415409" cy="574834"/>
            <a:chOff x="762000" y="337185"/>
            <a:chExt cx="441540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4237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FILELOADER — 7 FORMATS · CHINESE-AWARE CHUNKING · RICH METADATA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47750"/>
            <a:ext cx="3524250" cy="5191125"/>
            <a:chOff x="762000" y="1047750"/>
            <a:chExt cx="35242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920" y="1310876"/>
              <a:ext cx="205061" cy="200027"/>
              <a:chOff x="1076920" y="1310876"/>
              <a:chExt cx="205061" cy="2000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6103" y="1319212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920" y="1310876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298258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714500"/>
              <a:ext cx="2990850" cy="590550"/>
              <a:chOff x="1028700" y="1714500"/>
              <a:chExt cx="299085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7145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5865" y="18392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2118" y="1847374"/>
                <a:ext cx="1480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保留页码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7770" y="2074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多页解析与元数据提取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2362200"/>
              <a:ext cx="2990850" cy="590550"/>
              <a:chOff x="1028700" y="2362200"/>
              <a:chExt cx="299085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3622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05865" y="24869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40218" y="2495074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7770" y="2722245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Word 完整文本提取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009900"/>
              <a:ext cx="2990850" cy="590550"/>
              <a:chOff x="1028700" y="3009900"/>
              <a:chExt cx="2990850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28700" y="30099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05865" y="3134678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54518" y="3142774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07770" y="33699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UTF-8 · Markdown 结构保留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3657600"/>
              <a:ext cx="2990850" cy="590550"/>
              <a:chOff x="1028700" y="3657600"/>
              <a:chExt cx="299085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36576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0586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64018" y="3790474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07770" y="40176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28700" y="4305300"/>
              <a:ext cx="2990850" cy="590550"/>
              <a:chOff x="1028700" y="4305300"/>
              <a:chExt cx="29908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28700" y="43053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5865" y="44300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40218" y="4438174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07770" y="4665345"/>
                <a:ext cx="1181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file:// 协议网页加载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8700" y="4953000"/>
              <a:ext cx="2990850" cy="590550"/>
              <a:chOff x="1028700" y="4953000"/>
              <a:chExt cx="2990850" cy="590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028700" y="49530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05865" y="5077778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854518" y="5085874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07770" y="53130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chi_sim+eng 中英混合识别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4400550" y="1047750"/>
            <a:ext cx="3524250" cy="5191125"/>
            <a:chOff x="4400550" y="1047750"/>
            <a:chExt cx="3524250" cy="5191125"/>
          </a:xfrm>
        </p:grpSpPr>
        <p:sp>
          <p:nvSpPr>
            <p:cNvPr id="44" name="Rectangle 44"/>
            <p:cNvSpPr/>
            <p:nvPr/>
          </p:nvSpPr>
          <p:spPr>
            <a:xfrm>
              <a:off x="440055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00550" y="10477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707059" y="1323253"/>
              <a:ext cx="230013" cy="192194"/>
              <a:chOff x="4707059" y="1323253"/>
              <a:chExt cx="230013" cy="1921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716789" y="1333036"/>
                <a:ext cx="64037" cy="172379"/>
              </a:xfrm>
              <a:custGeom>
                <a:avLst/>
                <a:gdLst/>
                <a:ahLst/>
                <a:cxnLst/>
                <a:rect l="l" t="t" r="r" b="b"/>
                <a:pathLst>
                  <a:path w="64037" h="172379">
                    <a:moveTo>
                      <a:pt x="11391" y="52644"/>
                    </a:moveTo>
                    <a:cubicBezTo>
                      <a:pt x="0" y="41252"/>
                      <a:pt x="1" y="22782"/>
                      <a:pt x="11392" y="11391"/>
                    </a:cubicBezTo>
                    <a:cubicBezTo>
                      <a:pt x="22784" y="0"/>
                      <a:pt x="41253" y="0"/>
                      <a:pt x="52645" y="11391"/>
                    </a:cubicBezTo>
                    <a:cubicBezTo>
                      <a:pt x="64036" y="22782"/>
                      <a:pt x="64037" y="41252"/>
                      <a:pt x="52646" y="52644"/>
                    </a:cubicBezTo>
                    <a:cubicBezTo>
                      <a:pt x="47175" y="58115"/>
                      <a:pt x="39755" y="61188"/>
                      <a:pt x="32018" y="61188"/>
                    </a:cubicBezTo>
                    <a:cubicBezTo>
                      <a:pt x="24281" y="61188"/>
                      <a:pt x="16861" y="58115"/>
                      <a:pt x="11391" y="52644"/>
                    </a:cubicBezTo>
                    <a:close/>
                    <a:moveTo>
                      <a:pt x="11391" y="119735"/>
                    </a:moveTo>
                    <a:cubicBezTo>
                      <a:pt x="0" y="131127"/>
                      <a:pt x="1" y="149596"/>
                      <a:pt x="11392" y="160988"/>
                    </a:cubicBezTo>
                    <a:cubicBezTo>
                      <a:pt x="22784" y="172379"/>
                      <a:pt x="41253" y="172379"/>
                      <a:pt x="52645" y="160988"/>
                    </a:cubicBezTo>
                    <a:cubicBezTo>
                      <a:pt x="64036" y="149596"/>
                      <a:pt x="64037" y="131127"/>
                      <a:pt x="52646" y="119735"/>
                    </a:cubicBezTo>
                    <a:cubicBezTo>
                      <a:pt x="47175" y="114264"/>
                      <a:pt x="39755" y="111190"/>
                      <a:pt x="32018" y="111190"/>
                    </a:cubicBezTo>
                    <a:cubicBezTo>
                      <a:pt x="24281" y="111190"/>
                      <a:pt x="16861" y="114264"/>
                      <a:pt x="11391" y="1197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07059" y="1323253"/>
                <a:ext cx="230013" cy="192194"/>
              </a:xfrm>
              <a:custGeom>
                <a:avLst/>
                <a:gdLst/>
                <a:ahLst/>
                <a:cxnLst/>
                <a:rect l="l" t="t" r="r" b="b"/>
                <a:pathLst>
                  <a:path w="230013" h="192194">
                    <a:moveTo>
                      <a:pt x="143563" y="80480"/>
                    </a:moveTo>
                    <a:cubicBezTo>
                      <a:pt x="142312" y="78655"/>
                      <a:pt x="141839" y="76406"/>
                      <a:pt x="142247" y="74231"/>
                    </a:cubicBezTo>
                    <a:cubicBezTo>
                      <a:pt x="142656" y="72056"/>
                      <a:pt x="143913" y="70133"/>
                      <a:pt x="145741" y="68885"/>
                    </a:cubicBezTo>
                    <a:lnTo>
                      <a:pt x="216229" y="20650"/>
                    </a:lnTo>
                    <a:cubicBezTo>
                      <a:pt x="220022" y="18303"/>
                      <a:pt x="224990" y="19359"/>
                      <a:pt x="227501" y="23045"/>
                    </a:cubicBezTo>
                    <a:cubicBezTo>
                      <a:pt x="230013" y="26731"/>
                      <a:pt x="229177" y="31741"/>
                      <a:pt x="225605" y="34412"/>
                    </a:cubicBezTo>
                    <a:lnTo>
                      <a:pt x="155106" y="82647"/>
                    </a:lnTo>
                    <a:cubicBezTo>
                      <a:pt x="153725" y="83600"/>
                      <a:pt x="152086" y="84109"/>
                      <a:pt x="150408" y="84106"/>
                    </a:cubicBezTo>
                    <a:cubicBezTo>
                      <a:pt x="147669" y="84095"/>
                      <a:pt x="145111" y="82740"/>
                      <a:pt x="143563" y="80480"/>
                    </a:cubicBezTo>
                    <a:close/>
                    <a:moveTo>
                      <a:pt x="227813" y="169127"/>
                    </a:moveTo>
                    <a:cubicBezTo>
                      <a:pt x="225213" y="172924"/>
                      <a:pt x="220026" y="173894"/>
                      <a:pt x="216229" y="171294"/>
                    </a:cubicBezTo>
                    <a:lnTo>
                      <a:pt x="120925" y="106077"/>
                    </a:lnTo>
                    <a:lnTo>
                      <a:pt x="76638" y="136373"/>
                    </a:lnTo>
                    <a:cubicBezTo>
                      <a:pt x="83634" y="154139"/>
                      <a:pt x="76166" y="174325"/>
                      <a:pt x="59292" y="183260"/>
                    </a:cubicBezTo>
                    <a:cubicBezTo>
                      <a:pt x="42417" y="192194"/>
                      <a:pt x="21524" y="187025"/>
                      <a:pt x="10762" y="171253"/>
                    </a:cubicBezTo>
                    <a:cubicBezTo>
                      <a:pt x="0" y="155481"/>
                      <a:pt x="2805" y="134141"/>
                      <a:pt x="17278" y="121687"/>
                    </a:cubicBezTo>
                    <a:cubicBezTo>
                      <a:pt x="31751" y="109232"/>
                      <a:pt x="53270" y="109639"/>
                      <a:pt x="67262" y="122631"/>
                    </a:cubicBezTo>
                    <a:lnTo>
                      <a:pt x="106163" y="95972"/>
                    </a:lnTo>
                    <a:lnTo>
                      <a:pt x="67210" y="69312"/>
                    </a:lnTo>
                    <a:cubicBezTo>
                      <a:pt x="53266" y="82238"/>
                      <a:pt x="31838" y="82628"/>
                      <a:pt x="17432" y="70220"/>
                    </a:cubicBezTo>
                    <a:cubicBezTo>
                      <a:pt x="3026" y="57812"/>
                      <a:pt x="237" y="36563"/>
                      <a:pt x="10954" y="20857"/>
                    </a:cubicBezTo>
                    <a:cubicBezTo>
                      <a:pt x="21670" y="5152"/>
                      <a:pt x="42473" y="0"/>
                      <a:pt x="59280" y="8890"/>
                    </a:cubicBezTo>
                    <a:cubicBezTo>
                      <a:pt x="76087" y="17779"/>
                      <a:pt x="83537" y="37874"/>
                      <a:pt x="76586" y="55571"/>
                    </a:cubicBezTo>
                    <a:lnTo>
                      <a:pt x="225563" y="157532"/>
                    </a:lnTo>
                    <a:cubicBezTo>
                      <a:pt x="227403" y="158768"/>
                      <a:pt x="228675" y="160686"/>
                      <a:pt x="229097" y="162862"/>
                    </a:cubicBezTo>
                    <a:cubicBezTo>
                      <a:pt x="229519" y="165038"/>
                      <a:pt x="229057" y="167292"/>
                      <a:pt x="227813" y="169127"/>
                    </a:cubicBezTo>
                    <a:close/>
                    <a:moveTo>
                      <a:pt x="62584" y="150145"/>
                    </a:moveTo>
                    <a:cubicBezTo>
                      <a:pt x="62587" y="140205"/>
                      <a:pt x="55567" y="131647"/>
                      <a:pt x="45817" y="129706"/>
                    </a:cubicBezTo>
                    <a:cubicBezTo>
                      <a:pt x="36068" y="127765"/>
                      <a:pt x="26306" y="132981"/>
                      <a:pt x="22500" y="142164"/>
                    </a:cubicBezTo>
                    <a:cubicBezTo>
                      <a:pt x="18694" y="151347"/>
                      <a:pt x="21906" y="161939"/>
                      <a:pt x="30170" y="167463"/>
                    </a:cubicBezTo>
                    <a:cubicBezTo>
                      <a:pt x="38434" y="172987"/>
                      <a:pt x="49450" y="171904"/>
                      <a:pt x="56480" y="164876"/>
                    </a:cubicBezTo>
                    <a:cubicBezTo>
                      <a:pt x="60402" y="160980"/>
                      <a:pt x="62601" y="155674"/>
                      <a:pt x="62584" y="150145"/>
                    </a:cubicBezTo>
                    <a:close/>
                    <a:moveTo>
                      <a:pt x="56480" y="56519"/>
                    </a:moveTo>
                    <a:cubicBezTo>
                      <a:pt x="62440" y="50560"/>
                      <a:pt x="64224" y="41598"/>
                      <a:pt x="60999" y="33811"/>
                    </a:cubicBezTo>
                    <a:cubicBezTo>
                      <a:pt x="57774" y="26025"/>
                      <a:pt x="50176" y="20948"/>
                      <a:pt x="41749" y="20948"/>
                    </a:cubicBezTo>
                    <a:cubicBezTo>
                      <a:pt x="33321" y="20948"/>
                      <a:pt x="25723" y="26025"/>
                      <a:pt x="22498" y="33811"/>
                    </a:cubicBezTo>
                    <a:cubicBezTo>
                      <a:pt x="19273" y="41598"/>
                      <a:pt x="21057" y="50560"/>
                      <a:pt x="27018" y="56519"/>
                    </a:cubicBezTo>
                    <a:cubicBezTo>
                      <a:pt x="30904" y="60464"/>
                      <a:pt x="36211" y="62685"/>
                      <a:pt x="41749" y="62685"/>
                    </a:cubicBezTo>
                    <a:cubicBezTo>
                      <a:pt x="47286" y="62685"/>
                      <a:pt x="52593" y="60464"/>
                      <a:pt x="56480" y="5651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046345" y="1298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1714500"/>
              <a:ext cx="299085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2510" y="1851660"/>
              <a:ext cx="26768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RecursiveCharacterTextSplitter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4415" y="21250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 = 1000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4415" y="2325052"/>
              <a:ext cx="1384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chunk_overlap = 150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45368" y="2561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中文分隔符: \n\n → \n → 。→ . → 空格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67250" y="2952750"/>
              <a:ext cx="29908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43462" y="30980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45368" y="334279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5368" y="353329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5368" y="3723799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67250" y="3905250"/>
              <a:ext cx="29908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43462" y="4050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5368" y="42952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45368" y="44857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前缀: {8hex}_{original_name}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39100" y="1047750"/>
            <a:ext cx="3390900" cy="5191125"/>
            <a:chOff x="8039100" y="1047750"/>
            <a:chExt cx="3390900" cy="5191125"/>
          </a:xfrm>
        </p:grpSpPr>
        <p:sp>
          <p:nvSpPr>
            <p:cNvPr id="65" name="Rectangle 65"/>
            <p:cNvSpPr/>
            <p:nvPr/>
          </p:nvSpPr>
          <p:spPr>
            <a:xfrm>
              <a:off x="8039100" y="1047750"/>
              <a:ext cx="33909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9100" y="10477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49853" y="1310878"/>
              <a:ext cx="216694" cy="216694"/>
              <a:chOff x="8349853" y="1310878"/>
              <a:chExt cx="216694" cy="2166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13192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49853" y="1310878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25016" y="158353"/>
                    </a:moveTo>
                    <a:cubicBezTo>
                      <a:pt x="125016" y="162956"/>
                      <a:pt x="121284" y="166688"/>
                      <a:pt x="116681" y="166688"/>
                    </a:cubicBezTo>
                    <a:cubicBezTo>
                      <a:pt x="107475" y="166688"/>
                      <a:pt x="100012" y="159225"/>
                      <a:pt x="100012" y="150019"/>
                    </a:cubicBezTo>
                    <a:lnTo>
                      <a:pt x="100012" y="108347"/>
                    </a:lnTo>
                    <a:cubicBezTo>
                      <a:pt x="95410" y="108347"/>
                      <a:pt x="91678" y="104615"/>
                      <a:pt x="91678" y="100012"/>
                    </a:cubicBezTo>
                    <a:cubicBezTo>
                      <a:pt x="91678" y="95410"/>
                      <a:pt x="95410" y="91678"/>
                      <a:pt x="100012" y="91678"/>
                    </a:cubicBezTo>
                    <a:cubicBezTo>
                      <a:pt x="109218" y="91678"/>
                      <a:pt x="116681" y="99141"/>
                      <a:pt x="116681" y="108347"/>
                    </a:cubicBezTo>
                    <a:lnTo>
                      <a:pt x="116681" y="150019"/>
                    </a:lnTo>
                    <a:cubicBezTo>
                      <a:pt x="121284" y="150019"/>
                      <a:pt x="125016" y="153750"/>
                      <a:pt x="125016" y="158353"/>
                    </a:cubicBezTo>
                    <a:close/>
                    <a:moveTo>
                      <a:pt x="216694" y="108347"/>
                    </a:moveTo>
                    <a:cubicBezTo>
                      <a:pt x="216694" y="168185"/>
                      <a:pt x="168185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59" y="63"/>
                      <a:pt x="216631" y="48535"/>
                      <a:pt x="216694" y="108347"/>
                    </a:cubicBezTo>
                    <a:close/>
                    <a:moveTo>
                      <a:pt x="200025" y="108347"/>
                    </a:moveTo>
                    <a:cubicBezTo>
                      <a:pt x="200025" y="57714"/>
                      <a:pt x="158979" y="16669"/>
                      <a:pt x="108347" y="16669"/>
                    </a:cubicBezTo>
                    <a:cubicBezTo>
                      <a:pt x="57714" y="16669"/>
                      <a:pt x="16669" y="57714"/>
                      <a:pt x="16669" y="108347"/>
                    </a:cubicBezTo>
                    <a:cubicBezTo>
                      <a:pt x="16669" y="158979"/>
                      <a:pt x="57714" y="200025"/>
                      <a:pt x="108347" y="200025"/>
                    </a:cubicBezTo>
                    <a:cubicBezTo>
                      <a:pt x="158956" y="199968"/>
                      <a:pt x="199968" y="158956"/>
                      <a:pt x="200025" y="108347"/>
                    </a:cubicBezTo>
                    <a:close/>
                    <a:moveTo>
                      <a:pt x="104180" y="75009"/>
                    </a:moveTo>
                    <a:cubicBezTo>
                      <a:pt x="111084" y="75009"/>
                      <a:pt x="116681" y="69412"/>
                      <a:pt x="116681" y="62508"/>
                    </a:cubicBezTo>
                    <a:cubicBezTo>
                      <a:pt x="116681" y="55603"/>
                      <a:pt x="111084" y="50006"/>
                      <a:pt x="104180" y="50006"/>
                    </a:cubicBezTo>
                    <a:cubicBezTo>
                      <a:pt x="97275" y="50006"/>
                      <a:pt x="91678" y="55603"/>
                      <a:pt x="91678" y="62508"/>
                    </a:cubicBezTo>
                    <a:cubicBezTo>
                      <a:pt x="91678" y="69412"/>
                      <a:pt x="97275" y="75009"/>
                      <a:pt x="104180" y="7500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684895" y="1298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305800" y="1714500"/>
              <a:ext cx="2857500" cy="533400"/>
              <a:chOff x="8305800" y="1714500"/>
              <a:chExt cx="2857500" cy="5334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305800" y="17145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83918" y="1828324"/>
                <a:ext cx="475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source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2118" y="18283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原始文件名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84870" y="20364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回答溯源依据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05800" y="2305050"/>
              <a:ext cx="3046285" cy="533400"/>
              <a:chOff x="8305800" y="2305050"/>
              <a:chExt cx="3046285" cy="5334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305800" y="23050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83918" y="2418874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file_type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369742" y="2418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格式类型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84870" y="2626995"/>
                <a:ext cx="28672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/ docx / txt / csv / markdown / html / image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305800" y="2895600"/>
              <a:ext cx="2857500" cy="533400"/>
              <a:chOff x="8305800" y="2895600"/>
              <a:chExt cx="2857500" cy="5334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8305800" y="28956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83918" y="3009424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chunk_index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55492" y="30094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分块序号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484870" y="321754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文档内部位置定位 + 去重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305800" y="3486150"/>
              <a:ext cx="2857500" cy="533400"/>
              <a:chOff x="8305800" y="3486150"/>
              <a:chExt cx="2857500" cy="533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05800" y="34861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483918" y="3599974"/>
                <a:ext cx="8097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upload_time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703118" y="35999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上传时间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484870" y="38080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YYYY-MM-DD HH:MM 格式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8293418" y="422862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每个分块 = 内容 + 4 项元数据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93418" y="44476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 支持页面刷新恢复文件列表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4" name="Rectangle 9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4" grpId="0"/>
      <p:bldP spid="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3683922" cy="574834"/>
            <a:chOff x="762000" y="337185"/>
            <a:chExt cx="3683922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VECTORSTORE · CHROMADB &amp; AGENT · LANGGRAPH REACT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047750"/>
            <a:ext cx="5238750" cy="5191125"/>
            <a:chOff x="762000" y="1047750"/>
            <a:chExt cx="52387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52387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1088" y="1329928"/>
              <a:ext cx="200025" cy="216694"/>
              <a:chOff x="1081088" y="1329928"/>
              <a:chExt cx="200025" cy="2166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9422" y="1338262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1088" y="1329928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317308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1604962"/>
              <a:ext cx="17692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905000"/>
              <a:ext cx="470535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3960" y="2013585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2488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6818" y="2466499"/>
              <a:ext cx="34831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 CPU · normalize_embeddings=True · HF Mirror 回退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2876550"/>
              <a:ext cx="4705350" cy="1238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960" y="29851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5865" y="3239452"/>
              <a:ext cx="2532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865" y="3449002"/>
              <a:ext cx="2455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 + chunk_index 组合 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5865" y="36585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持久化: data/chroma_db/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8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4248150"/>
              <a:ext cx="2238375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5865" y="4382452"/>
              <a:ext cx="1445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search(query, k=4)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6818" y="46000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similarity_search 语义检索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6818" y="4809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返回 Top-K 最相关分块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248150"/>
              <a:ext cx="23050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6165" y="43824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7118" y="460009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7118" y="4809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72200" y="1047750"/>
            <a:ext cx="5257800" cy="5191125"/>
            <a:chOff x="6172200" y="1047750"/>
            <a:chExt cx="5257800" cy="5191125"/>
          </a:xfrm>
        </p:grpSpPr>
        <p:sp>
          <p:nvSpPr>
            <p:cNvPr id="33" name="Rectangle 33"/>
            <p:cNvSpPr/>
            <p:nvPr/>
          </p:nvSpPr>
          <p:spPr>
            <a:xfrm>
              <a:off x="6172200" y="1047750"/>
              <a:ext cx="52578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047750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66277" y="1325740"/>
              <a:ext cx="250039" cy="216736"/>
              <a:chOff x="6466277" y="1325740"/>
              <a:chExt cx="250039" cy="2167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4574" y="1338262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66277" y="1325740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17995" y="1317308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9425" y="1604962"/>
              <a:ext cx="1589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LANGGRAPH REACT · DEEPSEEK LLM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1905000"/>
              <a:ext cx="4724400" cy="666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160" y="2013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2378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0" y="24174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38900" y="2686050"/>
              <a:ext cx="47244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160" y="2794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29400" y="3048000"/>
              <a:ext cx="21907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53679" y="3229403"/>
              <a:ext cx="145924" cy="145950"/>
              <a:chOff x="6753679" y="3229403"/>
              <a:chExt cx="145924" cy="1459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5131" y="32408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9"/>
                      <a:pt x="83169" y="107156"/>
                      <a:pt x="53578" y="107156"/>
                    </a:cubicBezTo>
                    <a:cubicBezTo>
                      <a:pt x="23988" y="107156"/>
                      <a:pt x="0" y="83169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9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3679" y="3229403"/>
                <a:ext cx="145924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145924" h="145950">
                    <a:moveTo>
                      <a:pt x="143831" y="136275"/>
                    </a:moveTo>
                    <a:lnTo>
                      <a:pt x="110304" y="102748"/>
                    </a:lnTo>
                    <a:cubicBezTo>
                      <a:pt x="130530" y="78490"/>
                      <a:pt x="128099" y="42614"/>
                      <a:pt x="104784" y="21307"/>
                    </a:cubicBezTo>
                    <a:cubicBezTo>
                      <a:pt x="81469" y="0"/>
                      <a:pt x="45519" y="801"/>
                      <a:pt x="23176" y="23124"/>
                    </a:cubicBezTo>
                    <a:cubicBezTo>
                      <a:pt x="832" y="45448"/>
                      <a:pt x="0" y="81397"/>
                      <a:pt x="21286" y="104731"/>
                    </a:cubicBezTo>
                    <a:cubicBezTo>
                      <a:pt x="42572" y="128064"/>
                      <a:pt x="78447" y="130528"/>
                      <a:pt x="102723" y="110323"/>
                    </a:cubicBezTo>
                    <a:lnTo>
                      <a:pt x="136249" y="143856"/>
                    </a:lnTo>
                    <a:cubicBezTo>
                      <a:pt x="138343" y="145950"/>
                      <a:pt x="141737" y="145950"/>
                      <a:pt x="143831" y="143856"/>
                    </a:cubicBezTo>
                    <a:cubicBezTo>
                      <a:pt x="145924" y="141763"/>
                      <a:pt x="145924" y="138368"/>
                      <a:pt x="143831" y="136275"/>
                    </a:cubicBezTo>
                    <a:close/>
                    <a:moveTo>
                      <a:pt x="16810" y="65056"/>
                    </a:moveTo>
                    <a:cubicBezTo>
                      <a:pt x="16810" y="38425"/>
                      <a:pt x="38399" y="16836"/>
                      <a:pt x="65031" y="16836"/>
                    </a:cubicBezTo>
                    <a:cubicBezTo>
                      <a:pt x="91662" y="16836"/>
                      <a:pt x="113251" y="38425"/>
                      <a:pt x="113251" y="65056"/>
                    </a:cubicBezTo>
                    <a:cubicBezTo>
                      <a:pt x="113251" y="91687"/>
                      <a:pt x="91662" y="113276"/>
                      <a:pt x="65031" y="113276"/>
                    </a:cubicBezTo>
                    <a:cubicBezTo>
                      <a:pt x="38412" y="113247"/>
                      <a:pt x="16840" y="91675"/>
                      <a:pt x="16810" y="650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8968" y="32475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2270" y="34461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2550" y="3048000"/>
              <a:ext cx="20002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01989" y="3234478"/>
              <a:ext cx="140237" cy="140348"/>
              <a:chOff x="9101989" y="3234478"/>
              <a:chExt cx="140237" cy="14034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01989" y="3234478"/>
                <a:ext cx="128852" cy="122741"/>
              </a:xfrm>
              <a:custGeom>
                <a:avLst/>
                <a:gdLst/>
                <a:ahLst/>
                <a:cxnLst/>
                <a:rect l="l" t="t" r="r" b="b"/>
                <a:pathLst>
                  <a:path w="128852" h="122741">
                    <a:moveTo>
                      <a:pt x="128852" y="97961"/>
                    </a:moveTo>
                    <a:cubicBezTo>
                      <a:pt x="124231" y="107813"/>
                      <a:pt x="117196" y="116336"/>
                      <a:pt x="108399" y="122741"/>
                    </a:cubicBezTo>
                    <a:lnTo>
                      <a:pt x="102130" y="116466"/>
                    </a:lnTo>
                    <a:cubicBezTo>
                      <a:pt x="101458" y="115792"/>
                      <a:pt x="100619" y="115308"/>
                      <a:pt x="99699" y="115066"/>
                    </a:cubicBezTo>
                    <a:lnTo>
                      <a:pt x="85320" y="111275"/>
                    </a:lnTo>
                    <a:cubicBezTo>
                      <a:pt x="82681" y="110581"/>
                      <a:pt x="80985" y="108015"/>
                      <a:pt x="81382" y="105315"/>
                    </a:cubicBezTo>
                    <a:lnTo>
                      <a:pt x="82976" y="94465"/>
                    </a:lnTo>
                    <a:cubicBezTo>
                      <a:pt x="83250" y="92604"/>
                      <a:pt x="84480" y="91023"/>
                      <a:pt x="86217" y="90300"/>
                    </a:cubicBezTo>
                    <a:lnTo>
                      <a:pt x="106617" y="81821"/>
                    </a:lnTo>
                    <a:cubicBezTo>
                      <a:pt x="108541" y="81022"/>
                      <a:pt x="110754" y="81412"/>
                      <a:pt x="112290" y="82819"/>
                    </a:cubicBezTo>
                    <a:close/>
                    <a:moveTo>
                      <a:pt x="91944" y="55293"/>
                    </a:moveTo>
                    <a:lnTo>
                      <a:pt x="106791" y="38014"/>
                    </a:lnTo>
                    <a:cubicBezTo>
                      <a:pt x="107626" y="37045"/>
                      <a:pt x="108087" y="35810"/>
                      <a:pt x="108091" y="34531"/>
                    </a:cubicBezTo>
                    <a:lnTo>
                      <a:pt x="108091" y="18458"/>
                    </a:lnTo>
                    <a:cubicBezTo>
                      <a:pt x="82427" y="0"/>
                      <a:pt x="47153" y="2937"/>
                      <a:pt x="24895" y="25385"/>
                    </a:cubicBezTo>
                    <a:cubicBezTo>
                      <a:pt x="2637" y="47833"/>
                      <a:pt x="0" y="83131"/>
                      <a:pt x="18676" y="108637"/>
                    </a:cubicBezTo>
                    <a:lnTo>
                      <a:pt x="25319" y="104270"/>
                    </a:lnTo>
                    <a:cubicBezTo>
                      <a:pt x="26814" y="103283"/>
                      <a:pt x="27716" y="101614"/>
                      <a:pt x="27724" y="99823"/>
                    </a:cubicBezTo>
                    <a:lnTo>
                      <a:pt x="27864" y="75559"/>
                    </a:lnTo>
                    <a:cubicBezTo>
                      <a:pt x="27871" y="74507"/>
                      <a:pt x="28186" y="73481"/>
                      <a:pt x="28768" y="72605"/>
                    </a:cubicBezTo>
                    <a:lnTo>
                      <a:pt x="42792" y="51643"/>
                    </a:lnTo>
                    <a:cubicBezTo>
                      <a:pt x="43605" y="50437"/>
                      <a:pt x="44873" y="49613"/>
                      <a:pt x="46305" y="49360"/>
                    </a:cubicBezTo>
                    <a:cubicBezTo>
                      <a:pt x="47738" y="49108"/>
                      <a:pt x="49211" y="49448"/>
                      <a:pt x="50387" y="50304"/>
                    </a:cubicBezTo>
                    <a:lnTo>
                      <a:pt x="63654" y="59010"/>
                    </a:lnTo>
                    <a:cubicBezTo>
                      <a:pt x="64772" y="59815"/>
                      <a:pt x="66154" y="60162"/>
                      <a:pt x="67519" y="59981"/>
                    </a:cubicBezTo>
                    <a:lnTo>
                      <a:pt x="88588" y="57128"/>
                    </a:lnTo>
                    <a:cubicBezTo>
                      <a:pt x="89894" y="56950"/>
                      <a:pt x="91089" y="56297"/>
                      <a:pt x="91944" y="55293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02923" y="3235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69652" y="10716"/>
                    </a:moveTo>
                    <a:cubicBezTo>
                      <a:pt x="81070" y="10703"/>
                      <a:pt x="92243" y="14028"/>
                      <a:pt x="101798" y="20279"/>
                    </a:cubicBezTo>
                    <a:lnTo>
                      <a:pt x="101798" y="33486"/>
                    </a:lnTo>
                    <a:lnTo>
                      <a:pt x="86951" y="50725"/>
                    </a:lnTo>
                    <a:lnTo>
                      <a:pt x="65874" y="53578"/>
                    </a:lnTo>
                    <a:lnTo>
                      <a:pt x="65667" y="53431"/>
                    </a:lnTo>
                    <a:lnTo>
                      <a:pt x="52493" y="44818"/>
                    </a:lnTo>
                    <a:cubicBezTo>
                      <a:pt x="50134" y="43156"/>
                      <a:pt x="47203" y="42516"/>
                      <a:pt x="44366" y="43043"/>
                    </a:cubicBezTo>
                    <a:cubicBezTo>
                      <a:pt x="41528" y="43570"/>
                      <a:pt x="39023" y="45219"/>
                      <a:pt x="37418" y="47618"/>
                    </a:cubicBezTo>
                    <a:lnTo>
                      <a:pt x="23394" y="68580"/>
                    </a:lnTo>
                    <a:cubicBezTo>
                      <a:pt x="22225" y="70327"/>
                      <a:pt x="21596" y="72379"/>
                      <a:pt x="21585" y="74480"/>
                    </a:cubicBezTo>
                    <a:lnTo>
                      <a:pt x="21431" y="98744"/>
                    </a:lnTo>
                    <a:lnTo>
                      <a:pt x="19241" y="100184"/>
                    </a:lnTo>
                    <a:cubicBezTo>
                      <a:pt x="8218" y="81985"/>
                      <a:pt x="7860" y="59258"/>
                      <a:pt x="18305" y="40721"/>
                    </a:cubicBezTo>
                    <a:cubicBezTo>
                      <a:pt x="28749" y="22184"/>
                      <a:pt x="48375" y="10716"/>
                      <a:pt x="69652" y="10716"/>
                    </a:cubicBezTo>
                    <a:close/>
                    <a:moveTo>
                      <a:pt x="25644" y="108810"/>
                    </a:moveTo>
                    <a:lnTo>
                      <a:pt x="27332" y="107705"/>
                    </a:lnTo>
                    <a:cubicBezTo>
                      <a:pt x="30325" y="105731"/>
                      <a:pt x="32132" y="102390"/>
                      <a:pt x="32147" y="98805"/>
                    </a:cubicBezTo>
                    <a:lnTo>
                      <a:pt x="32288" y="74541"/>
                    </a:lnTo>
                    <a:lnTo>
                      <a:pt x="46325" y="53578"/>
                    </a:lnTo>
                    <a:cubicBezTo>
                      <a:pt x="46394" y="53631"/>
                      <a:pt x="46465" y="53680"/>
                      <a:pt x="46539" y="53725"/>
                    </a:cubicBezTo>
                    <a:lnTo>
                      <a:pt x="59713" y="62345"/>
                    </a:lnTo>
                    <a:cubicBezTo>
                      <a:pt x="61921" y="63903"/>
                      <a:pt x="64637" y="64566"/>
                      <a:pt x="67314" y="64200"/>
                    </a:cubicBezTo>
                    <a:lnTo>
                      <a:pt x="88404" y="61340"/>
                    </a:lnTo>
                    <a:cubicBezTo>
                      <a:pt x="91005" y="60993"/>
                      <a:pt x="93388" y="59704"/>
                      <a:pt x="95101" y="57717"/>
                    </a:cubicBezTo>
                    <a:lnTo>
                      <a:pt x="109949" y="40465"/>
                    </a:lnTo>
                    <a:cubicBezTo>
                      <a:pt x="111609" y="38519"/>
                      <a:pt x="112519" y="36044"/>
                      <a:pt x="112514" y="33486"/>
                    </a:cubicBezTo>
                    <a:lnTo>
                      <a:pt x="112514" y="29247"/>
                    </a:lnTo>
                    <a:cubicBezTo>
                      <a:pt x="127275" y="44863"/>
                      <a:pt x="132350" y="67283"/>
                      <a:pt x="125755" y="87734"/>
                    </a:cubicBezTo>
                    <a:lnTo>
                      <a:pt x="114945" y="77849"/>
                    </a:lnTo>
                    <a:cubicBezTo>
                      <a:pt x="111877" y="75033"/>
                      <a:pt x="107456" y="74249"/>
                      <a:pt x="103607" y="75840"/>
                    </a:cubicBezTo>
                    <a:lnTo>
                      <a:pt x="83207" y="84312"/>
                    </a:lnTo>
                    <a:cubicBezTo>
                      <a:pt x="79738" y="85768"/>
                      <a:pt x="77280" y="88929"/>
                      <a:pt x="76724" y="92650"/>
                    </a:cubicBezTo>
                    <a:lnTo>
                      <a:pt x="75123" y="103493"/>
                    </a:lnTo>
                    <a:cubicBezTo>
                      <a:pt x="74327" y="108897"/>
                      <a:pt x="77722" y="114035"/>
                      <a:pt x="83006" y="115421"/>
                    </a:cubicBezTo>
                    <a:lnTo>
                      <a:pt x="97378" y="119211"/>
                    </a:lnTo>
                    <a:lnTo>
                      <a:pt x="98959" y="120799"/>
                    </a:lnTo>
                    <a:cubicBezTo>
                      <a:pt x="74767" y="134679"/>
                      <a:pt x="44155" y="129673"/>
                      <a:pt x="25644" y="108810"/>
                    </a:cubicBezTo>
                    <a:close/>
                    <a:moveTo>
                      <a:pt x="107826" y="114523"/>
                    </a:moveTo>
                    <a:lnTo>
                      <a:pt x="104946" y="111637"/>
                    </a:lnTo>
                    <a:cubicBezTo>
                      <a:pt x="103603" y="110288"/>
                      <a:pt x="101925" y="109322"/>
                      <a:pt x="100084" y="108837"/>
                    </a:cubicBezTo>
                    <a:lnTo>
                      <a:pt x="85725" y="105047"/>
                    </a:lnTo>
                    <a:lnTo>
                      <a:pt x="87326" y="94204"/>
                    </a:lnTo>
                    <a:lnTo>
                      <a:pt x="107719" y="85725"/>
                    </a:lnTo>
                    <a:lnTo>
                      <a:pt x="121221" y="98102"/>
                    </a:lnTo>
                    <a:cubicBezTo>
                      <a:pt x="117779" y="104336"/>
                      <a:pt x="113242" y="109899"/>
                      <a:pt x="107826" y="11452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22118" y="32475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0" y="34461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回退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3867150"/>
              <a:ext cx="472440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0" y="3975735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018" y="42190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values 模式实时 yield 完整响应文本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286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检索原文收集到 last_retrieved_docs · 工具调用日志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38900" y="4857750"/>
              <a:ext cx="4724400" cy="476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7018" y="497157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7970" y="5160645"/>
              <a:ext cx="2681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web_search 失败后禁止重复调用 · 直接告知用户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6" name="Rectangle 66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91331" cy="574834"/>
            <a:chOff x="762000" y="280035"/>
            <a:chExt cx="379133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000125"/>
            <a:ext cx="5238750" cy="2571750"/>
            <a:chOff x="762000" y="1000125"/>
            <a:chExt cx="5238750" cy="2571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38100" cy="25717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6194" y="1272226"/>
              <a:ext cx="170578" cy="217246"/>
              <a:chOff x="1086194" y="1272226"/>
              <a:chExt cx="170578" cy="217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3952" y="1280014"/>
                <a:ext cx="155034" cy="170762"/>
              </a:xfrm>
              <a:custGeom>
                <a:avLst/>
                <a:gdLst/>
                <a:ahLst/>
                <a:cxnLst/>
                <a:rect l="l" t="t" r="r" b="b"/>
                <a:pathLst>
                  <a:path w="155034" h="170762">
                    <a:moveTo>
                      <a:pt x="155013" y="77894"/>
                    </a:moveTo>
                    <a:cubicBezTo>
                      <a:pt x="155034" y="101654"/>
                      <a:pt x="144121" y="124102"/>
                      <a:pt x="125421" y="138761"/>
                    </a:cubicBezTo>
                    <a:cubicBezTo>
                      <a:pt x="119711" y="143187"/>
                      <a:pt x="116353" y="149994"/>
                      <a:pt x="116318" y="157219"/>
                    </a:cubicBezTo>
                    <a:lnTo>
                      <a:pt x="116318" y="163023"/>
                    </a:lnTo>
                    <a:cubicBezTo>
                      <a:pt x="116318" y="167298"/>
                      <a:pt x="112853" y="170762"/>
                      <a:pt x="108579" y="170762"/>
                    </a:cubicBezTo>
                    <a:lnTo>
                      <a:pt x="46667" y="170762"/>
                    </a:lnTo>
                    <a:cubicBezTo>
                      <a:pt x="42392" y="170762"/>
                      <a:pt x="38927" y="167298"/>
                      <a:pt x="38927" y="163023"/>
                    </a:cubicBezTo>
                    <a:lnTo>
                      <a:pt x="38927" y="157219"/>
                    </a:lnTo>
                    <a:cubicBezTo>
                      <a:pt x="38920" y="150034"/>
                      <a:pt x="35601" y="143253"/>
                      <a:pt x="29931" y="138839"/>
                    </a:cubicBezTo>
                    <a:cubicBezTo>
                      <a:pt x="11291" y="124278"/>
                      <a:pt x="348" y="101981"/>
                      <a:pt x="232" y="78329"/>
                    </a:cubicBezTo>
                    <a:cubicBezTo>
                      <a:pt x="0" y="36383"/>
                      <a:pt x="33820" y="1470"/>
                      <a:pt x="75756" y="503"/>
                    </a:cubicBezTo>
                    <a:cubicBezTo>
                      <a:pt x="96603" y="0"/>
                      <a:pt x="116770" y="7931"/>
                      <a:pt x="131690" y="22499"/>
                    </a:cubicBezTo>
                    <a:cubicBezTo>
                      <a:pt x="146610" y="37068"/>
                      <a:pt x="155019" y="57041"/>
                      <a:pt x="155013" y="7789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194" y="1272226"/>
                <a:ext cx="170578" cy="217246"/>
              </a:xfrm>
              <a:custGeom>
                <a:avLst/>
                <a:gdLst/>
                <a:ahLst/>
                <a:cxnLst/>
                <a:rect l="l" t="t" r="r" b="b"/>
                <a:pathLst>
                  <a:path w="170578" h="217246">
                    <a:moveTo>
                      <a:pt x="131816" y="209507"/>
                    </a:moveTo>
                    <a:cubicBezTo>
                      <a:pt x="131816" y="213781"/>
                      <a:pt x="128351" y="217246"/>
                      <a:pt x="124077" y="217246"/>
                    </a:cubicBezTo>
                    <a:lnTo>
                      <a:pt x="46686" y="217246"/>
                    </a:lnTo>
                    <a:cubicBezTo>
                      <a:pt x="42412" y="217246"/>
                      <a:pt x="38947" y="213781"/>
                      <a:pt x="38947" y="209507"/>
                    </a:cubicBezTo>
                    <a:cubicBezTo>
                      <a:pt x="38947" y="205233"/>
                      <a:pt x="42412" y="201768"/>
                      <a:pt x="46686" y="201768"/>
                    </a:cubicBezTo>
                    <a:lnTo>
                      <a:pt x="124077" y="201768"/>
                    </a:lnTo>
                    <a:cubicBezTo>
                      <a:pt x="128351" y="201768"/>
                      <a:pt x="131816" y="205233"/>
                      <a:pt x="131816" y="209507"/>
                    </a:cubicBezTo>
                    <a:close/>
                    <a:moveTo>
                      <a:pt x="170511" y="85682"/>
                    </a:moveTo>
                    <a:cubicBezTo>
                      <a:pt x="170578" y="111826"/>
                      <a:pt x="158568" y="136536"/>
                      <a:pt x="137968" y="152635"/>
                    </a:cubicBezTo>
                    <a:cubicBezTo>
                      <a:pt x="134116" y="155587"/>
                      <a:pt x="131845" y="160154"/>
                      <a:pt x="131816" y="165008"/>
                    </a:cubicBezTo>
                    <a:lnTo>
                      <a:pt x="131816" y="170812"/>
                    </a:lnTo>
                    <a:cubicBezTo>
                      <a:pt x="131816" y="179360"/>
                      <a:pt x="124886" y="186290"/>
                      <a:pt x="116337" y="186290"/>
                    </a:cubicBezTo>
                    <a:lnTo>
                      <a:pt x="54425" y="186290"/>
                    </a:lnTo>
                    <a:cubicBezTo>
                      <a:pt x="45877" y="186290"/>
                      <a:pt x="38947" y="179360"/>
                      <a:pt x="38947" y="170812"/>
                    </a:cubicBezTo>
                    <a:lnTo>
                      <a:pt x="38947" y="165008"/>
                    </a:lnTo>
                    <a:cubicBezTo>
                      <a:pt x="38944" y="160212"/>
                      <a:pt x="36718" y="155689"/>
                      <a:pt x="32920" y="152761"/>
                    </a:cubicBezTo>
                    <a:cubicBezTo>
                      <a:pt x="12374" y="136759"/>
                      <a:pt x="327" y="112198"/>
                      <a:pt x="252" y="86156"/>
                    </a:cubicBezTo>
                    <a:cubicBezTo>
                      <a:pt x="0" y="40051"/>
                      <a:pt x="37264" y="1655"/>
                      <a:pt x="83330" y="553"/>
                    </a:cubicBezTo>
                    <a:cubicBezTo>
                      <a:pt x="106261" y="0"/>
                      <a:pt x="128445" y="8724"/>
                      <a:pt x="144856" y="24750"/>
                    </a:cubicBezTo>
                    <a:cubicBezTo>
                      <a:pt x="161268" y="40775"/>
                      <a:pt x="170518" y="62745"/>
                      <a:pt x="170511" y="85682"/>
                    </a:cubicBezTo>
                    <a:close/>
                    <a:moveTo>
                      <a:pt x="155033" y="85682"/>
                    </a:moveTo>
                    <a:cubicBezTo>
                      <a:pt x="155038" y="66914"/>
                      <a:pt x="147469" y="48938"/>
                      <a:pt x="134041" y="35826"/>
                    </a:cubicBezTo>
                    <a:cubicBezTo>
                      <a:pt x="120612" y="22715"/>
                      <a:pt x="102461" y="15577"/>
                      <a:pt x="83698" y="16031"/>
                    </a:cubicBezTo>
                    <a:cubicBezTo>
                      <a:pt x="45970" y="16921"/>
                      <a:pt x="15526" y="48332"/>
                      <a:pt x="15730" y="86060"/>
                    </a:cubicBezTo>
                    <a:cubicBezTo>
                      <a:pt x="15801" y="107358"/>
                      <a:pt x="25661" y="127441"/>
                      <a:pt x="42468" y="140523"/>
                    </a:cubicBezTo>
                    <a:cubicBezTo>
                      <a:pt x="50024" y="146397"/>
                      <a:pt x="54439" y="155437"/>
                      <a:pt x="54425" y="165008"/>
                    </a:cubicBezTo>
                    <a:lnTo>
                      <a:pt x="54425" y="170812"/>
                    </a:lnTo>
                    <a:lnTo>
                      <a:pt x="116337" y="170812"/>
                    </a:lnTo>
                    <a:lnTo>
                      <a:pt x="116337" y="165008"/>
                    </a:lnTo>
                    <a:cubicBezTo>
                      <a:pt x="116359" y="155410"/>
                      <a:pt x="120811" y="146360"/>
                      <a:pt x="128401" y="140485"/>
                    </a:cubicBezTo>
                    <a:cubicBezTo>
                      <a:pt x="145262" y="127308"/>
                      <a:pt x="155091" y="107081"/>
                      <a:pt x="155033" y="85682"/>
                    </a:cubicBezTo>
                    <a:close/>
                    <a:moveTo>
                      <a:pt x="139448" y="76647"/>
                    </a:moveTo>
                    <a:cubicBezTo>
                      <a:pt x="135338" y="53689"/>
                      <a:pt x="117365" y="35720"/>
                      <a:pt x="94407" y="31615"/>
                    </a:cubicBezTo>
                    <a:cubicBezTo>
                      <a:pt x="90191" y="30905"/>
                      <a:pt x="86198" y="33746"/>
                      <a:pt x="85488" y="37961"/>
                    </a:cubicBezTo>
                    <a:cubicBezTo>
                      <a:pt x="84777" y="42177"/>
                      <a:pt x="87618" y="46170"/>
                      <a:pt x="91834" y="46881"/>
                    </a:cubicBezTo>
                    <a:cubicBezTo>
                      <a:pt x="107863" y="49580"/>
                      <a:pt x="121465" y="63181"/>
                      <a:pt x="124183" y="79240"/>
                    </a:cubicBezTo>
                    <a:cubicBezTo>
                      <a:pt x="124815" y="82961"/>
                      <a:pt x="128041" y="85684"/>
                      <a:pt x="131816" y="85682"/>
                    </a:cubicBezTo>
                    <a:cubicBezTo>
                      <a:pt x="132253" y="85680"/>
                      <a:pt x="132690" y="85644"/>
                      <a:pt x="133122" y="85576"/>
                    </a:cubicBezTo>
                    <a:cubicBezTo>
                      <a:pt x="137334" y="84857"/>
                      <a:pt x="140166" y="80860"/>
                      <a:pt x="139448" y="7664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88745" y="12696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0175" y="1538288"/>
              <a:ext cx="14492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CONVERSATION BUFFER WINDOW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809750"/>
              <a:ext cx="4705350" cy="6858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4912" y="1926431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172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609850"/>
              <a:ext cx="470535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912" y="27360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5865" y="29537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000125"/>
            <a:ext cx="5257800" cy="2571750"/>
            <a:chOff x="6172200" y="1000125"/>
            <a:chExt cx="52578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6172200" y="1000125"/>
              <a:ext cx="52578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000125"/>
              <a:ext cx="38100" cy="25717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65691" y="1288020"/>
              <a:ext cx="232167" cy="185974"/>
              <a:chOff x="6465691" y="1288020"/>
              <a:chExt cx="232167" cy="1859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73428" y="1342430"/>
                <a:ext cx="216694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77391">
                    <a:moveTo>
                      <a:pt x="216694" y="38695"/>
                    </a:moveTo>
                    <a:lnTo>
                      <a:pt x="170259" y="77391"/>
                    </a:lnTo>
                    <a:lnTo>
                      <a:pt x="46434" y="77391"/>
                    </a:lnTo>
                    <a:lnTo>
                      <a:pt x="0" y="38695"/>
                    </a:lnTo>
                    <a:lnTo>
                      <a:pt x="46434" y="0"/>
                    </a:lnTo>
                    <a:lnTo>
                      <a:pt x="170259" y="0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65691" y="1288020"/>
                <a:ext cx="232167" cy="185974"/>
              </a:xfrm>
              <a:custGeom>
                <a:avLst/>
                <a:gdLst/>
                <a:ahLst/>
                <a:cxnLst/>
                <a:rect l="l" t="t" r="r" b="b"/>
                <a:pathLst>
                  <a:path w="232167" h="185974">
                    <a:moveTo>
                      <a:pt x="59124" y="60359"/>
                    </a:moveTo>
                    <a:lnTo>
                      <a:pt x="19829" y="93105"/>
                    </a:lnTo>
                    <a:lnTo>
                      <a:pt x="59124" y="125851"/>
                    </a:lnTo>
                    <a:cubicBezTo>
                      <a:pt x="61311" y="127601"/>
                      <a:pt x="62381" y="130397"/>
                      <a:pt x="61922" y="133160"/>
                    </a:cubicBezTo>
                    <a:cubicBezTo>
                      <a:pt x="61463" y="135923"/>
                      <a:pt x="59547" y="138223"/>
                      <a:pt x="56912" y="139173"/>
                    </a:cubicBezTo>
                    <a:cubicBezTo>
                      <a:pt x="54277" y="140123"/>
                      <a:pt x="51335" y="139575"/>
                      <a:pt x="49218" y="137740"/>
                    </a:cubicBezTo>
                    <a:lnTo>
                      <a:pt x="2784" y="99045"/>
                    </a:lnTo>
                    <a:cubicBezTo>
                      <a:pt x="1020" y="97574"/>
                      <a:pt x="0" y="95396"/>
                      <a:pt x="0" y="93100"/>
                    </a:cubicBezTo>
                    <a:cubicBezTo>
                      <a:pt x="0" y="90804"/>
                      <a:pt x="1020" y="88626"/>
                      <a:pt x="2784" y="87155"/>
                    </a:cubicBezTo>
                    <a:lnTo>
                      <a:pt x="49218" y="48460"/>
                    </a:lnTo>
                    <a:cubicBezTo>
                      <a:pt x="52504" y="45725"/>
                      <a:pt x="57385" y="46171"/>
                      <a:pt x="60121" y="49457"/>
                    </a:cubicBezTo>
                    <a:cubicBezTo>
                      <a:pt x="62856" y="52742"/>
                      <a:pt x="62410" y="57624"/>
                      <a:pt x="59124" y="60359"/>
                    </a:cubicBezTo>
                    <a:close/>
                    <a:moveTo>
                      <a:pt x="229383" y="87155"/>
                    </a:moveTo>
                    <a:lnTo>
                      <a:pt x="182949" y="48460"/>
                    </a:lnTo>
                    <a:cubicBezTo>
                      <a:pt x="179663" y="45725"/>
                      <a:pt x="174782" y="46171"/>
                      <a:pt x="172047" y="49457"/>
                    </a:cubicBezTo>
                    <a:cubicBezTo>
                      <a:pt x="169311" y="52742"/>
                      <a:pt x="169757" y="57624"/>
                      <a:pt x="173043" y="60359"/>
                    </a:cubicBezTo>
                    <a:lnTo>
                      <a:pt x="212338" y="93105"/>
                    </a:lnTo>
                    <a:lnTo>
                      <a:pt x="173043" y="125851"/>
                    </a:lnTo>
                    <a:cubicBezTo>
                      <a:pt x="170856" y="127601"/>
                      <a:pt x="169786" y="130397"/>
                      <a:pt x="170245" y="133160"/>
                    </a:cubicBezTo>
                    <a:cubicBezTo>
                      <a:pt x="170704" y="135923"/>
                      <a:pt x="172620" y="138223"/>
                      <a:pt x="175255" y="139173"/>
                    </a:cubicBezTo>
                    <a:cubicBezTo>
                      <a:pt x="177890" y="140123"/>
                      <a:pt x="180833" y="139575"/>
                      <a:pt x="182949" y="137740"/>
                    </a:cubicBezTo>
                    <a:lnTo>
                      <a:pt x="229383" y="99045"/>
                    </a:lnTo>
                    <a:cubicBezTo>
                      <a:pt x="231147" y="97574"/>
                      <a:pt x="232167" y="95396"/>
                      <a:pt x="232167" y="93100"/>
                    </a:cubicBezTo>
                    <a:cubicBezTo>
                      <a:pt x="232167" y="90804"/>
                      <a:pt x="231147" y="88626"/>
                      <a:pt x="229383" y="87155"/>
                    </a:cubicBezTo>
                    <a:close/>
                    <a:moveTo>
                      <a:pt x="149681" y="700"/>
                    </a:moveTo>
                    <a:cubicBezTo>
                      <a:pt x="147751" y="0"/>
                      <a:pt x="145623" y="95"/>
                      <a:pt x="143763" y="964"/>
                    </a:cubicBezTo>
                    <a:cubicBezTo>
                      <a:pt x="141904" y="1833"/>
                      <a:pt x="140466" y="3405"/>
                      <a:pt x="139765" y="5334"/>
                    </a:cubicBezTo>
                    <a:lnTo>
                      <a:pt x="77853" y="175594"/>
                    </a:lnTo>
                    <a:cubicBezTo>
                      <a:pt x="77149" y="177524"/>
                      <a:pt x="77242" y="179655"/>
                      <a:pt x="78112" y="181517"/>
                    </a:cubicBezTo>
                    <a:cubicBezTo>
                      <a:pt x="78981" y="183379"/>
                      <a:pt x="80555" y="184819"/>
                      <a:pt x="82486" y="185519"/>
                    </a:cubicBezTo>
                    <a:cubicBezTo>
                      <a:pt x="83334" y="185820"/>
                      <a:pt x="84228" y="185974"/>
                      <a:pt x="85127" y="185974"/>
                    </a:cubicBezTo>
                    <a:cubicBezTo>
                      <a:pt x="88383" y="185974"/>
                      <a:pt x="91291" y="183936"/>
                      <a:pt x="92402" y="180876"/>
                    </a:cubicBezTo>
                    <a:lnTo>
                      <a:pt x="154315" y="10616"/>
                    </a:lnTo>
                    <a:cubicBezTo>
                      <a:pt x="155015" y="8687"/>
                      <a:pt x="154920" y="6558"/>
                      <a:pt x="154051" y="4699"/>
                    </a:cubicBezTo>
                    <a:cubicBezTo>
                      <a:pt x="153182" y="2839"/>
                      <a:pt x="151610" y="1401"/>
                      <a:pt x="149681" y="700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98945" y="1269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0375" y="1538288"/>
              <a:ext cx="799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IMPLEMENTATION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38900" y="1809750"/>
              <a:ext cx="472440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6065" y="19250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8" y="21426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018" y="2333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018" y="25236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762375"/>
            <a:ext cx="5238750" cy="2476500"/>
            <a:chOff x="762000" y="3762375"/>
            <a:chExt cx="5238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762375"/>
              <a:ext cx="523875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762375"/>
              <a:ext cx="38100" cy="24765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58800" y="4040440"/>
              <a:ext cx="224255" cy="206119"/>
              <a:chOff x="1058800" y="4040440"/>
              <a:chExt cx="224255" cy="2061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36807" y="4097057"/>
                <a:ext cx="138316" cy="141877"/>
              </a:xfrm>
              <a:custGeom>
                <a:avLst/>
                <a:gdLst/>
                <a:ahLst/>
                <a:cxnLst/>
                <a:rect l="l" t="t" r="r" b="b"/>
                <a:pathLst>
                  <a:path w="138316" h="141877">
                    <a:moveTo>
                      <a:pt x="135143" y="131777"/>
                    </a:moveTo>
                    <a:cubicBezTo>
                      <a:pt x="135724" y="133805"/>
                      <a:pt x="135159" y="135988"/>
                      <a:pt x="133668" y="137479"/>
                    </a:cubicBezTo>
                    <a:cubicBezTo>
                      <a:pt x="132176" y="138971"/>
                      <a:pt x="129993" y="139536"/>
                      <a:pt x="127965" y="138955"/>
                    </a:cubicBezTo>
                    <a:lnTo>
                      <a:pt x="99070" y="130703"/>
                    </a:lnTo>
                    <a:cubicBezTo>
                      <a:pt x="81132" y="140470"/>
                      <a:pt x="59812" y="141877"/>
                      <a:pt x="40746" y="134553"/>
                    </a:cubicBezTo>
                    <a:cubicBezTo>
                      <a:pt x="21680" y="127229"/>
                      <a:pt x="6786" y="111910"/>
                      <a:pt x="0" y="92646"/>
                    </a:cubicBezTo>
                    <a:lnTo>
                      <a:pt x="0" y="92646"/>
                    </a:lnTo>
                    <a:cubicBezTo>
                      <a:pt x="1258" y="92714"/>
                      <a:pt x="2525" y="92753"/>
                      <a:pt x="3802" y="92753"/>
                    </a:cubicBezTo>
                    <a:cubicBezTo>
                      <a:pt x="26392" y="92754"/>
                      <a:pt x="47581" y="81800"/>
                      <a:pt x="60640" y="63367"/>
                    </a:cubicBezTo>
                    <a:cubicBezTo>
                      <a:pt x="73700" y="44934"/>
                      <a:pt x="77009" y="21312"/>
                      <a:pt x="69516" y="0"/>
                    </a:cubicBezTo>
                    <a:lnTo>
                      <a:pt x="69516" y="0"/>
                    </a:lnTo>
                    <a:cubicBezTo>
                      <a:pt x="93385" y="1303"/>
                      <a:pt x="114918" y="14755"/>
                      <a:pt x="126558" y="35634"/>
                    </a:cubicBezTo>
                    <a:cubicBezTo>
                      <a:pt x="138197" y="56514"/>
                      <a:pt x="138316" y="81903"/>
                      <a:pt x="126872" y="102891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800" y="4040440"/>
                <a:ext cx="224255" cy="206119"/>
              </a:xfrm>
              <a:custGeom>
                <a:avLst/>
                <a:gdLst/>
                <a:ahLst/>
                <a:cxnLst/>
                <a:rect l="l" t="t" r="r" b="b"/>
                <a:pathLst>
                  <a:path w="224255" h="206119">
                    <a:moveTo>
                      <a:pt x="213180" y="160330"/>
                    </a:moveTo>
                    <a:cubicBezTo>
                      <a:pt x="224255" y="137817"/>
                      <a:pt x="223729" y="111332"/>
                      <a:pt x="211769" y="89276"/>
                    </a:cubicBezTo>
                    <a:cubicBezTo>
                      <a:pt x="199809" y="67221"/>
                      <a:pt x="177899" y="52332"/>
                      <a:pt x="152989" y="49332"/>
                    </a:cubicBezTo>
                    <a:cubicBezTo>
                      <a:pt x="141906" y="23495"/>
                      <a:pt x="117683" y="5701"/>
                      <a:pt x="89714" y="2851"/>
                    </a:cubicBezTo>
                    <a:cubicBezTo>
                      <a:pt x="61745" y="0"/>
                      <a:pt x="34430" y="12541"/>
                      <a:pt x="18362" y="35611"/>
                    </a:cubicBezTo>
                    <a:cubicBezTo>
                      <a:pt x="2293" y="58681"/>
                      <a:pt x="0" y="88650"/>
                      <a:pt x="12371" y="113896"/>
                    </a:cubicBezTo>
                    <a:lnTo>
                      <a:pt x="4960" y="139841"/>
                    </a:lnTo>
                    <a:cubicBezTo>
                      <a:pt x="3614" y="144567"/>
                      <a:pt x="4934" y="149653"/>
                      <a:pt x="8409" y="153128"/>
                    </a:cubicBezTo>
                    <a:cubicBezTo>
                      <a:pt x="11884" y="156603"/>
                      <a:pt x="16969" y="157923"/>
                      <a:pt x="21696" y="156576"/>
                    </a:cubicBezTo>
                    <a:lnTo>
                      <a:pt x="47641" y="149166"/>
                    </a:lnTo>
                    <a:cubicBezTo>
                      <a:pt x="55470" y="153010"/>
                      <a:pt x="63892" y="155506"/>
                      <a:pt x="72551" y="156547"/>
                    </a:cubicBezTo>
                    <a:cubicBezTo>
                      <a:pt x="80894" y="176092"/>
                      <a:pt x="96906" y="191347"/>
                      <a:pt x="116831" y="198733"/>
                    </a:cubicBezTo>
                    <a:cubicBezTo>
                      <a:pt x="136757" y="206119"/>
                      <a:pt x="158843" y="204986"/>
                      <a:pt x="177909" y="195601"/>
                    </a:cubicBezTo>
                    <a:lnTo>
                      <a:pt x="203854" y="203011"/>
                    </a:lnTo>
                    <a:cubicBezTo>
                      <a:pt x="208581" y="204357"/>
                      <a:pt x="213666" y="203038"/>
                      <a:pt x="217142" y="199562"/>
                    </a:cubicBezTo>
                    <a:cubicBezTo>
                      <a:pt x="220617" y="196087"/>
                      <a:pt x="221937" y="191002"/>
                      <a:pt x="220590" y="186275"/>
                    </a:cubicBezTo>
                    <a:close/>
                    <a:moveTo>
                      <a:pt x="48473" y="133146"/>
                    </a:moveTo>
                    <a:cubicBezTo>
                      <a:pt x="47754" y="133147"/>
                      <a:pt x="47038" y="133244"/>
                      <a:pt x="46345" y="133437"/>
                    </a:cubicBezTo>
                    <a:lnTo>
                      <a:pt x="20796" y="140740"/>
                    </a:lnTo>
                    <a:lnTo>
                      <a:pt x="28100" y="115192"/>
                    </a:lnTo>
                    <a:cubicBezTo>
                      <a:pt x="28648" y="113245"/>
                      <a:pt x="28411" y="111162"/>
                      <a:pt x="27442" y="109388"/>
                    </a:cubicBezTo>
                    <a:cubicBezTo>
                      <a:pt x="12732" y="82381"/>
                      <a:pt x="20093" y="48669"/>
                      <a:pt x="44722" y="30252"/>
                    </a:cubicBezTo>
                    <a:cubicBezTo>
                      <a:pt x="69351" y="11835"/>
                      <a:pt x="103769" y="14305"/>
                      <a:pt x="125515" y="36051"/>
                    </a:cubicBezTo>
                    <a:cubicBezTo>
                      <a:pt x="147260" y="57797"/>
                      <a:pt x="149731" y="92215"/>
                      <a:pt x="131314" y="116844"/>
                    </a:cubicBezTo>
                    <a:cubicBezTo>
                      <a:pt x="112897" y="141473"/>
                      <a:pt x="79185" y="148834"/>
                      <a:pt x="52178" y="134124"/>
                    </a:cubicBezTo>
                    <a:cubicBezTo>
                      <a:pt x="51046" y="133490"/>
                      <a:pt x="49771" y="133154"/>
                      <a:pt x="48473" y="133146"/>
                    </a:cubicBezTo>
                    <a:close/>
                    <a:moveTo>
                      <a:pt x="197450" y="161626"/>
                    </a:moveTo>
                    <a:lnTo>
                      <a:pt x="204754" y="187175"/>
                    </a:lnTo>
                    <a:lnTo>
                      <a:pt x="179205" y="179871"/>
                    </a:lnTo>
                    <a:cubicBezTo>
                      <a:pt x="177259" y="179324"/>
                      <a:pt x="175176" y="179560"/>
                      <a:pt x="173401" y="180529"/>
                    </a:cubicBezTo>
                    <a:cubicBezTo>
                      <a:pt x="143722" y="196675"/>
                      <a:pt x="106580" y="186073"/>
                      <a:pt x="89897" y="156693"/>
                    </a:cubicBezTo>
                    <a:cubicBezTo>
                      <a:pt x="111320" y="154461"/>
                      <a:pt x="130842" y="143396"/>
                      <a:pt x="143760" y="126160"/>
                    </a:cubicBezTo>
                    <a:cubicBezTo>
                      <a:pt x="156678" y="108925"/>
                      <a:pt x="161822" y="87083"/>
                      <a:pt x="157952" y="65894"/>
                    </a:cubicBezTo>
                    <a:cubicBezTo>
                      <a:pt x="176749" y="70324"/>
                      <a:pt x="192403" y="83272"/>
                      <a:pt x="200279" y="100905"/>
                    </a:cubicBezTo>
                    <a:cubicBezTo>
                      <a:pt x="208156" y="118538"/>
                      <a:pt x="207353" y="138837"/>
                      <a:pt x="198108" y="155793"/>
                    </a:cubicBezTo>
                    <a:cubicBezTo>
                      <a:pt x="197131" y="157575"/>
                      <a:pt x="196895" y="159671"/>
                      <a:pt x="197450" y="161626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87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175" y="4300538"/>
              <a:ext cx="119419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700" y="4572000"/>
              <a:ext cx="1476375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045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1. 用户提问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656" y="48939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chat_input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318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2250" y="4572000"/>
              <a:ext cx="147637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400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2. 加载历史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2198" y="48939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load_memory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1673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95800" y="4572000"/>
              <a:ext cx="123825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9838" y="4722495"/>
              <a:ext cx="930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3. 注入 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8448" y="48939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stream_chat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8700" y="5219700"/>
              <a:ext cx="4705350" cy="523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07770" y="53320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4. save_context()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40368" y="53239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保存本轮对话 → 维持 session_state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7770" y="5541645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页面刷新时从 st.session_state 恢复 MemoryManager 实例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172200" y="3762375"/>
            <a:ext cx="5257800" cy="2476500"/>
            <a:chOff x="6172200" y="3762375"/>
            <a:chExt cx="5257800" cy="24765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762375"/>
              <a:ext cx="525780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72200" y="3762375"/>
              <a:ext cx="38100" cy="2476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80175" y="4041775"/>
              <a:ext cx="203229" cy="203229"/>
              <a:chOff x="6480175" y="4041775"/>
              <a:chExt cx="203229" cy="2032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88306" y="4049887"/>
                <a:ext cx="187024" cy="187034"/>
              </a:xfrm>
              <a:custGeom>
                <a:avLst/>
                <a:gdLst/>
                <a:ahLst/>
                <a:cxnLst/>
                <a:rect l="l" t="t" r="r" b="b"/>
                <a:pathLst>
                  <a:path w="187024" h="187034">
                    <a:moveTo>
                      <a:pt x="170724" y="88825"/>
                    </a:moveTo>
                    <a:lnTo>
                      <a:pt x="186956" y="68510"/>
                    </a:lnTo>
                    <a:cubicBezTo>
                      <a:pt x="184767" y="60280"/>
                      <a:pt x="181491" y="52378"/>
                      <a:pt x="177215" y="45012"/>
                    </a:cubicBezTo>
                    <a:lnTo>
                      <a:pt x="151386" y="42110"/>
                    </a:lnTo>
                    <a:cubicBezTo>
                      <a:pt x="149322" y="39785"/>
                      <a:pt x="147123" y="37586"/>
                      <a:pt x="144798" y="35522"/>
                    </a:cubicBezTo>
                    <a:lnTo>
                      <a:pt x="141896" y="9684"/>
                    </a:lnTo>
                    <a:cubicBezTo>
                      <a:pt x="134522" y="5433"/>
                      <a:pt x="126618" y="2180"/>
                      <a:pt x="118388" y="10"/>
                    </a:cubicBezTo>
                    <a:lnTo>
                      <a:pt x="98073" y="16233"/>
                    </a:lnTo>
                    <a:cubicBezTo>
                      <a:pt x="94967" y="16049"/>
                      <a:pt x="91854" y="16049"/>
                      <a:pt x="88748" y="16233"/>
                    </a:cubicBezTo>
                    <a:lnTo>
                      <a:pt x="68433" y="0"/>
                    </a:lnTo>
                    <a:cubicBezTo>
                      <a:pt x="60229" y="2196"/>
                      <a:pt x="52353" y="5472"/>
                      <a:pt x="45012" y="9742"/>
                    </a:cubicBezTo>
                    <a:lnTo>
                      <a:pt x="42110" y="35571"/>
                    </a:lnTo>
                    <a:cubicBezTo>
                      <a:pt x="39785" y="37634"/>
                      <a:pt x="37586" y="39834"/>
                      <a:pt x="35522" y="42159"/>
                    </a:cubicBezTo>
                    <a:lnTo>
                      <a:pt x="9684" y="45061"/>
                    </a:lnTo>
                    <a:cubicBezTo>
                      <a:pt x="5433" y="52434"/>
                      <a:pt x="2180" y="60339"/>
                      <a:pt x="10" y="68568"/>
                    </a:cubicBezTo>
                    <a:lnTo>
                      <a:pt x="16233" y="88883"/>
                    </a:lnTo>
                    <a:cubicBezTo>
                      <a:pt x="16049" y="91989"/>
                      <a:pt x="16049" y="95103"/>
                      <a:pt x="16233" y="98209"/>
                    </a:cubicBezTo>
                    <a:lnTo>
                      <a:pt x="0" y="118524"/>
                    </a:lnTo>
                    <a:cubicBezTo>
                      <a:pt x="2189" y="126754"/>
                      <a:pt x="5465" y="134656"/>
                      <a:pt x="9742" y="142021"/>
                    </a:cubicBezTo>
                    <a:lnTo>
                      <a:pt x="35571" y="144924"/>
                    </a:lnTo>
                    <a:cubicBezTo>
                      <a:pt x="37634" y="147248"/>
                      <a:pt x="39834" y="149448"/>
                      <a:pt x="42159" y="151511"/>
                    </a:cubicBezTo>
                    <a:lnTo>
                      <a:pt x="45061" y="177350"/>
                    </a:lnTo>
                    <a:cubicBezTo>
                      <a:pt x="52434" y="181601"/>
                      <a:pt x="60339" y="184854"/>
                      <a:pt x="68568" y="187024"/>
                    </a:cubicBezTo>
                    <a:lnTo>
                      <a:pt x="88883" y="170801"/>
                    </a:lnTo>
                    <a:cubicBezTo>
                      <a:pt x="91989" y="170985"/>
                      <a:pt x="95103" y="170985"/>
                      <a:pt x="98209" y="170801"/>
                    </a:cubicBezTo>
                    <a:lnTo>
                      <a:pt x="118524" y="187034"/>
                    </a:lnTo>
                    <a:cubicBezTo>
                      <a:pt x="126754" y="184844"/>
                      <a:pt x="134656" y="181568"/>
                      <a:pt x="142021" y="177292"/>
                    </a:cubicBezTo>
                    <a:lnTo>
                      <a:pt x="144924" y="151463"/>
                    </a:lnTo>
                    <a:cubicBezTo>
                      <a:pt x="147248" y="149400"/>
                      <a:pt x="149448" y="147200"/>
                      <a:pt x="151511" y="144875"/>
                    </a:cubicBezTo>
                    <a:lnTo>
                      <a:pt x="177350" y="141973"/>
                    </a:lnTo>
                    <a:cubicBezTo>
                      <a:pt x="181601" y="134600"/>
                      <a:pt x="184854" y="126695"/>
                      <a:pt x="187024" y="118466"/>
                    </a:cubicBezTo>
                    <a:lnTo>
                      <a:pt x="170801" y="98151"/>
                    </a:lnTo>
                    <a:cubicBezTo>
                      <a:pt x="170959" y="95043"/>
                      <a:pt x="170933" y="91929"/>
                      <a:pt x="170724" y="88825"/>
                    </a:cubicBezTo>
                    <a:close/>
                    <a:moveTo>
                      <a:pt x="93469" y="132183"/>
                    </a:moveTo>
                    <a:cubicBezTo>
                      <a:pt x="72098" y="132183"/>
                      <a:pt x="54773" y="114859"/>
                      <a:pt x="54773" y="93488"/>
                    </a:cubicBezTo>
                    <a:cubicBezTo>
                      <a:pt x="54773" y="72117"/>
                      <a:pt x="72098" y="54793"/>
                      <a:pt x="93469" y="54793"/>
                    </a:cubicBezTo>
                    <a:cubicBezTo>
                      <a:pt x="114839" y="54793"/>
                      <a:pt x="132164" y="72117"/>
                      <a:pt x="132164" y="93488"/>
                    </a:cubicBezTo>
                    <a:cubicBezTo>
                      <a:pt x="132164" y="114859"/>
                      <a:pt x="114839" y="132183"/>
                      <a:pt x="93469" y="132183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80175" y="4041775"/>
                <a:ext cx="203229" cy="203229"/>
              </a:xfrm>
              <a:custGeom>
                <a:avLst/>
                <a:gdLst/>
                <a:ahLst/>
                <a:cxnLst/>
                <a:rect l="l" t="t" r="r" b="b"/>
                <a:pathLst>
                  <a:path w="203229" h="203229">
                    <a:moveTo>
                      <a:pt x="101600" y="55166"/>
                    </a:moveTo>
                    <a:cubicBezTo>
                      <a:pt x="75955" y="55166"/>
                      <a:pt x="55166" y="75955"/>
                      <a:pt x="55166" y="101600"/>
                    </a:cubicBezTo>
                    <a:cubicBezTo>
                      <a:pt x="55166" y="127245"/>
                      <a:pt x="75955" y="148035"/>
                      <a:pt x="101600" y="148035"/>
                    </a:cubicBezTo>
                    <a:cubicBezTo>
                      <a:pt x="127245" y="148035"/>
                      <a:pt x="148035" y="127245"/>
                      <a:pt x="148035" y="101600"/>
                    </a:cubicBezTo>
                    <a:cubicBezTo>
                      <a:pt x="148008" y="75966"/>
                      <a:pt x="127234" y="55192"/>
                      <a:pt x="101600" y="55166"/>
                    </a:cubicBezTo>
                    <a:close/>
                    <a:moveTo>
                      <a:pt x="101600" y="132556"/>
                    </a:moveTo>
                    <a:cubicBezTo>
                      <a:pt x="84504" y="132556"/>
                      <a:pt x="70644" y="118697"/>
                      <a:pt x="70644" y="101600"/>
                    </a:cubicBezTo>
                    <a:cubicBezTo>
                      <a:pt x="70644" y="84504"/>
                      <a:pt x="84504" y="70644"/>
                      <a:pt x="101600" y="70644"/>
                    </a:cubicBezTo>
                    <a:cubicBezTo>
                      <a:pt x="118697" y="70644"/>
                      <a:pt x="132556" y="84504"/>
                      <a:pt x="132556" y="101600"/>
                    </a:cubicBezTo>
                    <a:cubicBezTo>
                      <a:pt x="132556" y="118697"/>
                      <a:pt x="118697" y="132556"/>
                      <a:pt x="101600" y="132556"/>
                    </a:cubicBezTo>
                    <a:close/>
                    <a:moveTo>
                      <a:pt x="186730" y="103690"/>
                    </a:moveTo>
                    <a:cubicBezTo>
                      <a:pt x="186769" y="102297"/>
                      <a:pt x="186769" y="100904"/>
                      <a:pt x="186730" y="99511"/>
                    </a:cubicBezTo>
                    <a:lnTo>
                      <a:pt x="201163" y="81479"/>
                    </a:lnTo>
                    <a:cubicBezTo>
                      <a:pt x="202698" y="79559"/>
                      <a:pt x="203229" y="77024"/>
                      <a:pt x="202595" y="74649"/>
                    </a:cubicBezTo>
                    <a:cubicBezTo>
                      <a:pt x="200225" y="65756"/>
                      <a:pt x="196685" y="57217"/>
                      <a:pt x="192070" y="49255"/>
                    </a:cubicBezTo>
                    <a:cubicBezTo>
                      <a:pt x="190843" y="47143"/>
                      <a:pt x="188692" y="45734"/>
                      <a:pt x="186266" y="45453"/>
                    </a:cubicBezTo>
                    <a:lnTo>
                      <a:pt x="163319" y="42899"/>
                    </a:lnTo>
                    <a:cubicBezTo>
                      <a:pt x="162365" y="41893"/>
                      <a:pt x="161397" y="40926"/>
                      <a:pt x="160417" y="39997"/>
                    </a:cubicBezTo>
                    <a:lnTo>
                      <a:pt x="157708" y="16993"/>
                    </a:lnTo>
                    <a:cubicBezTo>
                      <a:pt x="157426" y="14565"/>
                      <a:pt x="156013" y="12413"/>
                      <a:pt x="153897" y="11189"/>
                    </a:cubicBezTo>
                    <a:cubicBezTo>
                      <a:pt x="145935" y="6577"/>
                      <a:pt x="137396" y="3044"/>
                      <a:pt x="128503" y="683"/>
                    </a:cubicBezTo>
                    <a:cubicBezTo>
                      <a:pt x="126128" y="48"/>
                      <a:pt x="123593" y="580"/>
                      <a:pt x="121673" y="2115"/>
                    </a:cubicBezTo>
                    <a:lnTo>
                      <a:pt x="103690" y="16471"/>
                    </a:lnTo>
                    <a:cubicBezTo>
                      <a:pt x="102297" y="16471"/>
                      <a:pt x="100904" y="16471"/>
                      <a:pt x="99511" y="16471"/>
                    </a:cubicBezTo>
                    <a:lnTo>
                      <a:pt x="81479" y="2066"/>
                    </a:lnTo>
                    <a:cubicBezTo>
                      <a:pt x="79559" y="531"/>
                      <a:pt x="77024" y="0"/>
                      <a:pt x="74649" y="634"/>
                    </a:cubicBezTo>
                    <a:cubicBezTo>
                      <a:pt x="65756" y="3005"/>
                      <a:pt x="57217" y="6544"/>
                      <a:pt x="49255" y="11160"/>
                    </a:cubicBezTo>
                    <a:cubicBezTo>
                      <a:pt x="47143" y="12386"/>
                      <a:pt x="45734" y="14538"/>
                      <a:pt x="45453" y="16964"/>
                    </a:cubicBezTo>
                    <a:lnTo>
                      <a:pt x="42899" y="39949"/>
                    </a:lnTo>
                    <a:cubicBezTo>
                      <a:pt x="41893" y="40910"/>
                      <a:pt x="40926" y="41877"/>
                      <a:pt x="39997" y="42851"/>
                    </a:cubicBezTo>
                    <a:lnTo>
                      <a:pt x="16993" y="45492"/>
                    </a:lnTo>
                    <a:cubicBezTo>
                      <a:pt x="14565" y="45774"/>
                      <a:pt x="12413" y="47188"/>
                      <a:pt x="11189" y="49303"/>
                    </a:cubicBezTo>
                    <a:cubicBezTo>
                      <a:pt x="6578" y="57267"/>
                      <a:pt x="3042" y="65805"/>
                      <a:pt x="673" y="74697"/>
                    </a:cubicBezTo>
                    <a:cubicBezTo>
                      <a:pt x="41" y="77074"/>
                      <a:pt x="576" y="79609"/>
                      <a:pt x="2115" y="81527"/>
                    </a:cubicBezTo>
                    <a:lnTo>
                      <a:pt x="16471" y="99511"/>
                    </a:lnTo>
                    <a:cubicBezTo>
                      <a:pt x="16471" y="100904"/>
                      <a:pt x="16471" y="102297"/>
                      <a:pt x="16471" y="103690"/>
                    </a:cubicBezTo>
                    <a:lnTo>
                      <a:pt x="2066" y="121722"/>
                    </a:lnTo>
                    <a:cubicBezTo>
                      <a:pt x="531" y="123642"/>
                      <a:pt x="0" y="126177"/>
                      <a:pt x="634" y="128551"/>
                    </a:cubicBezTo>
                    <a:cubicBezTo>
                      <a:pt x="3005" y="137444"/>
                      <a:pt x="6544" y="145983"/>
                      <a:pt x="11160" y="153945"/>
                    </a:cubicBezTo>
                    <a:cubicBezTo>
                      <a:pt x="12386" y="156057"/>
                      <a:pt x="14538" y="157467"/>
                      <a:pt x="16964" y="157747"/>
                    </a:cubicBezTo>
                    <a:lnTo>
                      <a:pt x="39910" y="160301"/>
                    </a:lnTo>
                    <a:cubicBezTo>
                      <a:pt x="40871" y="161307"/>
                      <a:pt x="41839" y="162274"/>
                      <a:pt x="42812" y="163203"/>
                    </a:cubicBezTo>
                    <a:lnTo>
                      <a:pt x="45492" y="186207"/>
                    </a:lnTo>
                    <a:cubicBezTo>
                      <a:pt x="45774" y="188636"/>
                      <a:pt x="47188" y="190788"/>
                      <a:pt x="49303" y="192012"/>
                    </a:cubicBezTo>
                    <a:cubicBezTo>
                      <a:pt x="57267" y="196623"/>
                      <a:pt x="65805" y="200159"/>
                      <a:pt x="74697" y="202527"/>
                    </a:cubicBezTo>
                    <a:cubicBezTo>
                      <a:pt x="77074" y="203159"/>
                      <a:pt x="79609" y="202624"/>
                      <a:pt x="81527" y="201086"/>
                    </a:cubicBezTo>
                    <a:lnTo>
                      <a:pt x="99511" y="186730"/>
                    </a:lnTo>
                    <a:cubicBezTo>
                      <a:pt x="100904" y="186769"/>
                      <a:pt x="102297" y="186769"/>
                      <a:pt x="103690" y="186730"/>
                    </a:cubicBezTo>
                    <a:lnTo>
                      <a:pt x="121722" y="201163"/>
                    </a:lnTo>
                    <a:cubicBezTo>
                      <a:pt x="123642" y="202698"/>
                      <a:pt x="126177" y="203229"/>
                      <a:pt x="128551" y="202595"/>
                    </a:cubicBezTo>
                    <a:cubicBezTo>
                      <a:pt x="137446" y="200229"/>
                      <a:pt x="145985" y="196689"/>
                      <a:pt x="153945" y="192070"/>
                    </a:cubicBezTo>
                    <a:cubicBezTo>
                      <a:pt x="156057" y="190843"/>
                      <a:pt x="157467" y="188692"/>
                      <a:pt x="157747" y="186266"/>
                    </a:cubicBezTo>
                    <a:lnTo>
                      <a:pt x="160301" y="163319"/>
                    </a:lnTo>
                    <a:cubicBezTo>
                      <a:pt x="161307" y="162365"/>
                      <a:pt x="162274" y="161397"/>
                      <a:pt x="163203" y="160417"/>
                    </a:cubicBezTo>
                    <a:lnTo>
                      <a:pt x="186207" y="157708"/>
                    </a:lnTo>
                    <a:cubicBezTo>
                      <a:pt x="188636" y="157426"/>
                      <a:pt x="190788" y="156013"/>
                      <a:pt x="192012" y="153897"/>
                    </a:cubicBezTo>
                    <a:cubicBezTo>
                      <a:pt x="196623" y="145934"/>
                      <a:pt x="200159" y="137395"/>
                      <a:pt x="202527" y="128503"/>
                    </a:cubicBezTo>
                    <a:cubicBezTo>
                      <a:pt x="203159" y="126127"/>
                      <a:pt x="202624" y="123592"/>
                      <a:pt x="201086" y="121673"/>
                    </a:cubicBezTo>
                    <a:close/>
                    <a:moveTo>
                      <a:pt x="171155" y="97402"/>
                    </a:moveTo>
                    <a:cubicBezTo>
                      <a:pt x="171319" y="100198"/>
                      <a:pt x="171319" y="103002"/>
                      <a:pt x="171155" y="105799"/>
                    </a:cubicBezTo>
                    <a:cubicBezTo>
                      <a:pt x="171040" y="107713"/>
                      <a:pt x="171640" y="109602"/>
                      <a:pt x="172838" y="111100"/>
                    </a:cubicBezTo>
                    <a:lnTo>
                      <a:pt x="186565" y="128252"/>
                    </a:lnTo>
                    <a:cubicBezTo>
                      <a:pt x="184990" y="133257"/>
                      <a:pt x="182973" y="138113"/>
                      <a:pt x="180539" y="142762"/>
                    </a:cubicBezTo>
                    <a:lnTo>
                      <a:pt x="158676" y="145239"/>
                    </a:lnTo>
                    <a:cubicBezTo>
                      <a:pt x="156772" y="145450"/>
                      <a:pt x="155014" y="146360"/>
                      <a:pt x="153742" y="147793"/>
                    </a:cubicBezTo>
                    <a:cubicBezTo>
                      <a:pt x="151880" y="149887"/>
                      <a:pt x="149897" y="151870"/>
                      <a:pt x="147802" y="153732"/>
                    </a:cubicBezTo>
                    <a:cubicBezTo>
                      <a:pt x="146370" y="155004"/>
                      <a:pt x="145460" y="156762"/>
                      <a:pt x="145249" y="158666"/>
                    </a:cubicBezTo>
                    <a:lnTo>
                      <a:pt x="142820" y="180510"/>
                    </a:lnTo>
                    <a:cubicBezTo>
                      <a:pt x="138172" y="182946"/>
                      <a:pt x="133316" y="184962"/>
                      <a:pt x="128310" y="186536"/>
                    </a:cubicBezTo>
                    <a:lnTo>
                      <a:pt x="111148" y="172809"/>
                    </a:lnTo>
                    <a:cubicBezTo>
                      <a:pt x="109775" y="171712"/>
                      <a:pt x="108069" y="171115"/>
                      <a:pt x="106311" y="171116"/>
                    </a:cubicBezTo>
                    <a:lnTo>
                      <a:pt x="105847" y="171116"/>
                    </a:lnTo>
                    <a:cubicBezTo>
                      <a:pt x="103050" y="171281"/>
                      <a:pt x="100247" y="171281"/>
                      <a:pt x="97450" y="171116"/>
                    </a:cubicBezTo>
                    <a:cubicBezTo>
                      <a:pt x="95536" y="171007"/>
                      <a:pt x="93649" y="171606"/>
                      <a:pt x="92149" y="172800"/>
                    </a:cubicBezTo>
                    <a:lnTo>
                      <a:pt x="74949" y="186536"/>
                    </a:lnTo>
                    <a:cubicBezTo>
                      <a:pt x="69943" y="184961"/>
                      <a:pt x="65087" y="182944"/>
                      <a:pt x="60438" y="180510"/>
                    </a:cubicBezTo>
                    <a:lnTo>
                      <a:pt x="57962" y="158676"/>
                    </a:lnTo>
                    <a:cubicBezTo>
                      <a:pt x="57750" y="156772"/>
                      <a:pt x="56840" y="155014"/>
                      <a:pt x="55408" y="153742"/>
                    </a:cubicBezTo>
                    <a:cubicBezTo>
                      <a:pt x="53313" y="151880"/>
                      <a:pt x="51330" y="149897"/>
                      <a:pt x="49468" y="147802"/>
                    </a:cubicBezTo>
                    <a:cubicBezTo>
                      <a:pt x="48196" y="146370"/>
                      <a:pt x="46438" y="145460"/>
                      <a:pt x="44534" y="145249"/>
                    </a:cubicBezTo>
                    <a:lnTo>
                      <a:pt x="22691" y="142811"/>
                    </a:lnTo>
                    <a:cubicBezTo>
                      <a:pt x="20255" y="138162"/>
                      <a:pt x="18238" y="133306"/>
                      <a:pt x="16664" y="128300"/>
                    </a:cubicBezTo>
                    <a:lnTo>
                      <a:pt x="30391" y="111139"/>
                    </a:lnTo>
                    <a:cubicBezTo>
                      <a:pt x="31590" y="109641"/>
                      <a:pt x="32190" y="107752"/>
                      <a:pt x="32074" y="105837"/>
                    </a:cubicBezTo>
                    <a:cubicBezTo>
                      <a:pt x="31910" y="103041"/>
                      <a:pt x="31910" y="100237"/>
                      <a:pt x="32074" y="97440"/>
                    </a:cubicBezTo>
                    <a:cubicBezTo>
                      <a:pt x="32190" y="95526"/>
                      <a:pt x="31590" y="93637"/>
                      <a:pt x="30391" y="92139"/>
                    </a:cubicBezTo>
                    <a:lnTo>
                      <a:pt x="16664" y="74949"/>
                    </a:lnTo>
                    <a:cubicBezTo>
                      <a:pt x="18239" y="69943"/>
                      <a:pt x="20256" y="65087"/>
                      <a:pt x="22691" y="60438"/>
                    </a:cubicBezTo>
                    <a:lnTo>
                      <a:pt x="44525" y="57962"/>
                    </a:lnTo>
                    <a:cubicBezTo>
                      <a:pt x="46429" y="57750"/>
                      <a:pt x="48186" y="56840"/>
                      <a:pt x="49458" y="55408"/>
                    </a:cubicBezTo>
                    <a:cubicBezTo>
                      <a:pt x="51320" y="53313"/>
                      <a:pt x="53304" y="51330"/>
                      <a:pt x="55398" y="49468"/>
                    </a:cubicBezTo>
                    <a:cubicBezTo>
                      <a:pt x="56836" y="48195"/>
                      <a:pt x="57750" y="46433"/>
                      <a:pt x="57962" y="44525"/>
                    </a:cubicBezTo>
                    <a:lnTo>
                      <a:pt x="60390" y="22691"/>
                    </a:lnTo>
                    <a:cubicBezTo>
                      <a:pt x="65038" y="20255"/>
                      <a:pt x="69894" y="18238"/>
                      <a:pt x="74900" y="16664"/>
                    </a:cubicBezTo>
                    <a:lnTo>
                      <a:pt x="92062" y="30391"/>
                    </a:lnTo>
                    <a:cubicBezTo>
                      <a:pt x="93559" y="31590"/>
                      <a:pt x="95448" y="32190"/>
                      <a:pt x="97363" y="32074"/>
                    </a:cubicBezTo>
                    <a:cubicBezTo>
                      <a:pt x="100160" y="31910"/>
                      <a:pt x="102963" y="31910"/>
                      <a:pt x="105760" y="32074"/>
                    </a:cubicBezTo>
                    <a:cubicBezTo>
                      <a:pt x="107674" y="32184"/>
                      <a:pt x="109561" y="31585"/>
                      <a:pt x="111061" y="30391"/>
                    </a:cubicBezTo>
                    <a:lnTo>
                      <a:pt x="128252" y="16664"/>
                    </a:lnTo>
                    <a:cubicBezTo>
                      <a:pt x="133257" y="18239"/>
                      <a:pt x="138113" y="20256"/>
                      <a:pt x="142762" y="22691"/>
                    </a:cubicBezTo>
                    <a:lnTo>
                      <a:pt x="145239" y="44525"/>
                    </a:lnTo>
                    <a:cubicBezTo>
                      <a:pt x="145450" y="46429"/>
                      <a:pt x="146360" y="48186"/>
                      <a:pt x="147793" y="49458"/>
                    </a:cubicBezTo>
                    <a:cubicBezTo>
                      <a:pt x="149887" y="51320"/>
                      <a:pt x="151870" y="53304"/>
                      <a:pt x="153732" y="55398"/>
                    </a:cubicBezTo>
                    <a:cubicBezTo>
                      <a:pt x="155004" y="56831"/>
                      <a:pt x="156762" y="57741"/>
                      <a:pt x="158666" y="57952"/>
                    </a:cubicBezTo>
                    <a:lnTo>
                      <a:pt x="180510" y="60380"/>
                    </a:lnTo>
                    <a:cubicBezTo>
                      <a:pt x="182946" y="65028"/>
                      <a:pt x="184962" y="69884"/>
                      <a:pt x="186536" y="74891"/>
                    </a:cubicBezTo>
                    <a:lnTo>
                      <a:pt x="172809" y="92052"/>
                    </a:lnTo>
                    <a:cubicBezTo>
                      <a:pt x="171599" y="93562"/>
                      <a:pt x="170999" y="95471"/>
                      <a:pt x="171126" y="9740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89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0375" y="430053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572000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018" y="4733449"/>
              <a:ext cx="169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MEMORY_KEEP_RECENT = 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70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保留最近 4 轮（8 条消息）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7018" y="5190649"/>
              <a:ext cx="2229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MEMORY_MAX_TOKEN_LIMIT = 4000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7018" y="54001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对话历史 Token 上限控制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7018" y="5647849"/>
              <a:ext cx="14172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session_state 持久化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7018" y="58573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页面刷新后状态保持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2" name="Rectangle 72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56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2871121" cy="574834"/>
            <a:chOff x="762000" y="280035"/>
            <a:chExt cx="287112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核心特性与亮点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KEY FEATURES — SIX CORE ADVANTAGES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3524250" cy="2381250"/>
            <a:chOff x="762000" y="1028700"/>
            <a:chExt cx="352425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414588" y="1362073"/>
              <a:ext cx="234355" cy="228602"/>
              <a:chOff x="2414588" y="1362073"/>
              <a:chExt cx="234355" cy="22860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562225" y="13716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666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414588" y="1362073"/>
                <a:ext cx="234355" cy="228602"/>
              </a:xfrm>
              <a:custGeom>
                <a:avLst/>
                <a:gdLst/>
                <a:ahLst/>
                <a:cxnLst/>
                <a:rect l="l" t="t" r="r" b="b"/>
                <a:pathLst>
                  <a:path w="234355" h="228602">
                    <a:moveTo>
                      <a:pt x="28575" y="142877"/>
                    </a:moveTo>
                    <a:lnTo>
                      <a:pt x="9525" y="142877"/>
                    </a:lnTo>
                    <a:cubicBezTo>
                      <a:pt x="4264" y="142877"/>
                      <a:pt x="0" y="147141"/>
                      <a:pt x="0" y="152402"/>
                    </a:cubicBezTo>
                    <a:lnTo>
                      <a:pt x="0" y="219077"/>
                    </a:lnTo>
                    <a:cubicBezTo>
                      <a:pt x="0" y="224337"/>
                      <a:pt x="4264" y="228602"/>
                      <a:pt x="9525" y="228602"/>
                    </a:cubicBezTo>
                    <a:lnTo>
                      <a:pt x="28575" y="228602"/>
                    </a:lnTo>
                    <a:cubicBezTo>
                      <a:pt x="52247" y="228602"/>
                      <a:pt x="71438" y="209412"/>
                      <a:pt x="71438" y="185739"/>
                    </a:cubicBezTo>
                    <a:cubicBezTo>
                      <a:pt x="71438" y="162067"/>
                      <a:pt x="52247" y="142877"/>
                      <a:pt x="28575" y="142877"/>
                    </a:cubicBezTo>
                    <a:close/>
                    <a:moveTo>
                      <a:pt x="28575" y="209552"/>
                    </a:moveTo>
                    <a:lnTo>
                      <a:pt x="19050" y="209552"/>
                    </a:lnTo>
                    <a:lnTo>
                      <a:pt x="19050" y="161927"/>
                    </a:lnTo>
                    <a:lnTo>
                      <a:pt x="28575" y="161927"/>
                    </a:lnTo>
                    <a:cubicBezTo>
                      <a:pt x="41726" y="161927"/>
                      <a:pt x="52388" y="172588"/>
                      <a:pt x="52388" y="185739"/>
                    </a:cubicBezTo>
                    <a:cubicBezTo>
                      <a:pt x="52388" y="198891"/>
                      <a:pt x="41726" y="209552"/>
                      <a:pt x="28575" y="209552"/>
                    </a:cubicBezTo>
                    <a:close/>
                    <a:moveTo>
                      <a:pt x="230422" y="203706"/>
                    </a:moveTo>
                    <a:cubicBezTo>
                      <a:pt x="234222" y="207343"/>
                      <a:pt x="234355" y="213371"/>
                      <a:pt x="230719" y="217172"/>
                    </a:cubicBezTo>
                    <a:cubicBezTo>
                      <a:pt x="224016" y="224388"/>
                      <a:pt x="214636" y="228522"/>
                      <a:pt x="204788" y="228602"/>
                    </a:cubicBezTo>
                    <a:cubicBezTo>
                      <a:pt x="183773" y="228602"/>
                      <a:pt x="166688" y="209373"/>
                      <a:pt x="166688" y="185739"/>
                    </a:cubicBezTo>
                    <a:cubicBezTo>
                      <a:pt x="166688" y="162106"/>
                      <a:pt x="183773" y="142877"/>
                      <a:pt x="204788" y="142877"/>
                    </a:cubicBezTo>
                    <a:cubicBezTo>
                      <a:pt x="214636" y="142957"/>
                      <a:pt x="224016" y="147091"/>
                      <a:pt x="230719" y="154307"/>
                    </a:cubicBezTo>
                    <a:cubicBezTo>
                      <a:pt x="234274" y="158120"/>
                      <a:pt x="234103" y="164081"/>
                      <a:pt x="230337" y="167685"/>
                    </a:cubicBezTo>
                    <a:cubicBezTo>
                      <a:pt x="226571" y="171288"/>
                      <a:pt x="220608" y="171195"/>
                      <a:pt x="216956" y="167475"/>
                    </a:cubicBezTo>
                    <a:cubicBezTo>
                      <a:pt x="213831" y="164037"/>
                      <a:pt x="209432" y="162031"/>
                      <a:pt x="204788" y="161927"/>
                    </a:cubicBezTo>
                    <a:cubicBezTo>
                      <a:pt x="194286" y="161927"/>
                      <a:pt x="185738" y="172643"/>
                      <a:pt x="185738" y="185739"/>
                    </a:cubicBezTo>
                    <a:cubicBezTo>
                      <a:pt x="185738" y="198836"/>
                      <a:pt x="194286" y="209552"/>
                      <a:pt x="204788" y="209552"/>
                    </a:cubicBezTo>
                    <a:cubicBezTo>
                      <a:pt x="209434" y="209456"/>
                      <a:pt x="213836" y="207449"/>
                      <a:pt x="216956" y="204004"/>
                    </a:cubicBezTo>
                    <a:cubicBezTo>
                      <a:pt x="220592" y="200203"/>
                      <a:pt x="226621" y="200070"/>
                      <a:pt x="230422" y="203706"/>
                    </a:cubicBezTo>
                    <a:close/>
                    <a:moveTo>
                      <a:pt x="119062" y="142877"/>
                    </a:moveTo>
                    <a:cubicBezTo>
                      <a:pt x="98060" y="142877"/>
                      <a:pt x="80962" y="162106"/>
                      <a:pt x="80962" y="185739"/>
                    </a:cubicBezTo>
                    <a:cubicBezTo>
                      <a:pt x="80962" y="209373"/>
                      <a:pt x="98060" y="228602"/>
                      <a:pt x="119062" y="228602"/>
                    </a:cubicBezTo>
                    <a:cubicBezTo>
                      <a:pt x="140065" y="228602"/>
                      <a:pt x="157162" y="209373"/>
                      <a:pt x="157162" y="185739"/>
                    </a:cubicBezTo>
                    <a:cubicBezTo>
                      <a:pt x="157162" y="162106"/>
                      <a:pt x="140065" y="142877"/>
                      <a:pt x="119062" y="142877"/>
                    </a:cubicBezTo>
                    <a:close/>
                    <a:moveTo>
                      <a:pt x="119062" y="209552"/>
                    </a:moveTo>
                    <a:cubicBezTo>
                      <a:pt x="108561" y="209552"/>
                      <a:pt x="100012" y="198836"/>
                      <a:pt x="100012" y="185739"/>
                    </a:cubicBezTo>
                    <a:cubicBezTo>
                      <a:pt x="100012" y="172643"/>
                      <a:pt x="108561" y="161927"/>
                      <a:pt x="119062" y="161927"/>
                    </a:cubicBezTo>
                    <a:cubicBezTo>
                      <a:pt x="129564" y="161927"/>
                      <a:pt x="138112" y="172643"/>
                      <a:pt x="138112" y="185739"/>
                    </a:cubicBezTo>
                    <a:cubicBezTo>
                      <a:pt x="138112" y="198836"/>
                      <a:pt x="129564" y="209552"/>
                      <a:pt x="119062" y="209552"/>
                    </a:cubicBezTo>
                    <a:close/>
                    <a:moveTo>
                      <a:pt x="23812" y="114302"/>
                    </a:moveTo>
                    <a:cubicBezTo>
                      <a:pt x="29073" y="114302"/>
                      <a:pt x="33338" y="110037"/>
                      <a:pt x="33338" y="104777"/>
                    </a:cubicBezTo>
                    <a:lnTo>
                      <a:pt x="33338" y="19052"/>
                    </a:lnTo>
                    <a:lnTo>
                      <a:pt x="138112" y="19052"/>
                    </a:lnTo>
                    <a:lnTo>
                      <a:pt x="138112" y="76202"/>
                    </a:lnTo>
                    <a:cubicBezTo>
                      <a:pt x="138112" y="81462"/>
                      <a:pt x="142377" y="85727"/>
                      <a:pt x="147638" y="85727"/>
                    </a:cubicBezTo>
                    <a:lnTo>
                      <a:pt x="204788" y="85727"/>
                    </a:lnTo>
                    <a:lnTo>
                      <a:pt x="204788" y="104777"/>
                    </a:lnTo>
                    <a:cubicBezTo>
                      <a:pt x="204788" y="110037"/>
                      <a:pt x="209052" y="114302"/>
                      <a:pt x="214312" y="114302"/>
                    </a:cubicBezTo>
                    <a:cubicBezTo>
                      <a:pt x="219573" y="114302"/>
                      <a:pt x="223838" y="110037"/>
                      <a:pt x="223838" y="104777"/>
                    </a:cubicBezTo>
                    <a:lnTo>
                      <a:pt x="223838" y="76202"/>
                    </a:lnTo>
                    <a:cubicBezTo>
                      <a:pt x="223839" y="73675"/>
                      <a:pt x="222837" y="71251"/>
                      <a:pt x="221051" y="69463"/>
                    </a:cubicBezTo>
                    <a:lnTo>
                      <a:pt x="154376" y="2788"/>
                    </a:lnTo>
                    <a:cubicBezTo>
                      <a:pt x="152589" y="1002"/>
                      <a:pt x="150164" y="0"/>
                      <a:pt x="147638" y="2"/>
                    </a:cubicBezTo>
                    <a:lnTo>
                      <a:pt x="33338" y="2"/>
                    </a:lnTo>
                    <a:cubicBezTo>
                      <a:pt x="22816" y="2"/>
                      <a:pt x="14288" y="8531"/>
                      <a:pt x="14288" y="19052"/>
                    </a:cubicBezTo>
                    <a:lnTo>
                      <a:pt x="14288" y="104777"/>
                    </a:lnTo>
                    <a:cubicBezTo>
                      <a:pt x="14288" y="110037"/>
                      <a:pt x="18552" y="114302"/>
                      <a:pt x="23812" y="114302"/>
                    </a:cubicBezTo>
                    <a:close/>
                    <a:moveTo>
                      <a:pt x="157162" y="32518"/>
                    </a:moveTo>
                    <a:lnTo>
                      <a:pt x="191322" y="66677"/>
                    </a:lnTo>
                    <a:lnTo>
                      <a:pt x="157162" y="66677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80009" y="1695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多格式支持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47054" y="1966912"/>
              <a:ext cx="7541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7 FILE FORMATS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25990" y="2259806"/>
              <a:ext cx="15962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 · DOCX · TXT · MD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2239" y="2497931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CSV · HTML · 图片 OCR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61661" y="28474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自动格式检测一键上传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028700"/>
            <a:ext cx="3524250" cy="2381250"/>
            <a:chOff x="4400550" y="1028700"/>
            <a:chExt cx="35242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00550" y="102870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38850" y="1362075"/>
              <a:ext cx="267165" cy="239473"/>
              <a:chOff x="6038850" y="1362075"/>
              <a:chExt cx="267165" cy="23947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086440" y="1400175"/>
                <a:ext cx="19053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0535" h="152400">
                    <a:moveTo>
                      <a:pt x="190535" y="152400"/>
                    </a:moveTo>
                    <a:lnTo>
                      <a:pt x="95285" y="152400"/>
                    </a:lnTo>
                    <a:lnTo>
                      <a:pt x="142910" y="57150"/>
                    </a:lnTo>
                    <a:close/>
                    <a:moveTo>
                      <a:pt x="38135" y="85201"/>
                    </a:moveTo>
                    <a:lnTo>
                      <a:pt x="38135" y="85201"/>
                    </a:lnTo>
                    <a:cubicBezTo>
                      <a:pt x="62408" y="63536"/>
                      <a:pt x="76271" y="32535"/>
                      <a:pt x="76235" y="0"/>
                    </a:cubicBezTo>
                    <a:lnTo>
                      <a:pt x="35" y="0"/>
                    </a:lnTo>
                    <a:cubicBezTo>
                      <a:pt x="0" y="32535"/>
                      <a:pt x="13863" y="63536"/>
                      <a:pt x="38135" y="8520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38850" y="1362075"/>
                <a:ext cx="267165" cy="239473"/>
              </a:xfrm>
              <a:custGeom>
                <a:avLst/>
                <a:gdLst/>
                <a:ahLst/>
                <a:cxnLst/>
                <a:rect l="l" t="t" r="r" b="b"/>
                <a:pathLst>
                  <a:path w="267165" h="239473">
                    <a:moveTo>
                      <a:pt x="265688" y="224338"/>
                    </a:moveTo>
                    <a:lnTo>
                      <a:pt x="199013" y="90988"/>
                    </a:lnTo>
                    <a:cubicBezTo>
                      <a:pt x="197399" y="87761"/>
                      <a:pt x="194101" y="85723"/>
                      <a:pt x="190494" y="85723"/>
                    </a:cubicBezTo>
                    <a:cubicBezTo>
                      <a:pt x="186887" y="85723"/>
                      <a:pt x="183589" y="87761"/>
                      <a:pt x="181975" y="90988"/>
                    </a:cubicBezTo>
                    <a:lnTo>
                      <a:pt x="156127" y="142696"/>
                    </a:lnTo>
                    <a:cubicBezTo>
                      <a:pt x="135866" y="141557"/>
                      <a:pt x="116372" y="134559"/>
                      <a:pt x="100012" y="122551"/>
                    </a:cubicBezTo>
                    <a:cubicBezTo>
                      <a:pt x="119206" y="102054"/>
                      <a:pt x="130836" y="75624"/>
                      <a:pt x="132981" y="47625"/>
                    </a:cubicBezTo>
                    <a:lnTo>
                      <a:pt x="161925" y="47625"/>
                    </a:lnTo>
                    <a:cubicBezTo>
                      <a:pt x="167186" y="47625"/>
                      <a:pt x="171450" y="43361"/>
                      <a:pt x="171450" y="38100"/>
                    </a:cubicBezTo>
                    <a:cubicBezTo>
                      <a:pt x="171450" y="32839"/>
                      <a:pt x="167186" y="28575"/>
                      <a:pt x="161925" y="28575"/>
                    </a:cubicBezTo>
                    <a:lnTo>
                      <a:pt x="95250" y="28575"/>
                    </a:lnTo>
                    <a:lnTo>
                      <a:pt x="95250" y="9525"/>
                    </a:lnTo>
                    <a:cubicBezTo>
                      <a:pt x="95250" y="4264"/>
                      <a:pt x="90986" y="0"/>
                      <a:pt x="85725" y="0"/>
                    </a:cubicBezTo>
                    <a:cubicBezTo>
                      <a:pt x="80464" y="0"/>
                      <a:pt x="76200" y="4264"/>
                      <a:pt x="76200" y="9525"/>
                    </a:cubicBezTo>
                    <a:lnTo>
                      <a:pt x="76200" y="28575"/>
                    </a:lnTo>
                    <a:lnTo>
                      <a:pt x="9525" y="28575"/>
                    </a:lnTo>
                    <a:cubicBezTo>
                      <a:pt x="4264" y="28575"/>
                      <a:pt x="0" y="32839"/>
                      <a:pt x="0" y="38100"/>
                    </a:cubicBezTo>
                    <a:cubicBezTo>
                      <a:pt x="0" y="43361"/>
                      <a:pt x="4264" y="47625"/>
                      <a:pt x="9525" y="47625"/>
                    </a:cubicBezTo>
                    <a:lnTo>
                      <a:pt x="113859" y="47625"/>
                    </a:lnTo>
                    <a:cubicBezTo>
                      <a:pt x="111743" y="70970"/>
                      <a:pt x="101834" y="92925"/>
                      <a:pt x="85725" y="109954"/>
                    </a:cubicBezTo>
                    <a:cubicBezTo>
                      <a:pt x="75690" y="99366"/>
                      <a:pt x="67984" y="86793"/>
                      <a:pt x="63103" y="73045"/>
                    </a:cubicBezTo>
                    <a:cubicBezTo>
                      <a:pt x="62011" y="69780"/>
                      <a:pt x="59242" y="67359"/>
                      <a:pt x="55861" y="66712"/>
                    </a:cubicBezTo>
                    <a:cubicBezTo>
                      <a:pt x="52479" y="66065"/>
                      <a:pt x="49012" y="67293"/>
                      <a:pt x="46792" y="69923"/>
                    </a:cubicBezTo>
                    <a:cubicBezTo>
                      <a:pt x="44571" y="72554"/>
                      <a:pt x="43943" y="76178"/>
                      <a:pt x="45149" y="79403"/>
                    </a:cubicBezTo>
                    <a:cubicBezTo>
                      <a:pt x="50831" y="95475"/>
                      <a:pt x="59782" y="110195"/>
                      <a:pt x="71438" y="122634"/>
                    </a:cubicBezTo>
                    <a:cubicBezTo>
                      <a:pt x="53492" y="135822"/>
                      <a:pt x="31795" y="142915"/>
                      <a:pt x="9525" y="142875"/>
                    </a:cubicBezTo>
                    <a:cubicBezTo>
                      <a:pt x="4264" y="142875"/>
                      <a:pt x="0" y="147139"/>
                      <a:pt x="0" y="152400"/>
                    </a:cubicBezTo>
                    <a:cubicBezTo>
                      <a:pt x="0" y="157661"/>
                      <a:pt x="4264" y="161925"/>
                      <a:pt x="9525" y="161925"/>
                    </a:cubicBezTo>
                    <a:cubicBezTo>
                      <a:pt x="37154" y="161956"/>
                      <a:pt x="63992" y="152697"/>
                      <a:pt x="85725" y="135636"/>
                    </a:cubicBezTo>
                    <a:cubicBezTo>
                      <a:pt x="103460" y="149493"/>
                      <a:pt x="124632" y="158264"/>
                      <a:pt x="146971" y="161008"/>
                    </a:cubicBezTo>
                    <a:lnTo>
                      <a:pt x="115300" y="224338"/>
                    </a:lnTo>
                    <a:cubicBezTo>
                      <a:pt x="112946" y="229042"/>
                      <a:pt x="114852" y="234765"/>
                      <a:pt x="119557" y="237119"/>
                    </a:cubicBezTo>
                    <a:cubicBezTo>
                      <a:pt x="124261" y="239473"/>
                      <a:pt x="129984" y="237567"/>
                      <a:pt x="132338" y="232862"/>
                    </a:cubicBezTo>
                    <a:lnTo>
                      <a:pt x="148757" y="200025"/>
                    </a:lnTo>
                    <a:lnTo>
                      <a:pt x="232231" y="200025"/>
                    </a:lnTo>
                    <a:lnTo>
                      <a:pt x="248650" y="232862"/>
                    </a:lnTo>
                    <a:cubicBezTo>
                      <a:pt x="250265" y="236090"/>
                      <a:pt x="253566" y="238128"/>
                      <a:pt x="257175" y="238125"/>
                    </a:cubicBezTo>
                    <a:cubicBezTo>
                      <a:pt x="260476" y="238123"/>
                      <a:pt x="263540" y="236413"/>
                      <a:pt x="265275" y="233604"/>
                    </a:cubicBezTo>
                    <a:cubicBezTo>
                      <a:pt x="267009" y="230796"/>
                      <a:pt x="267165" y="227289"/>
                      <a:pt x="265688" y="224338"/>
                    </a:cubicBezTo>
                    <a:close/>
                    <a:moveTo>
                      <a:pt x="158282" y="180975"/>
                    </a:moveTo>
                    <a:lnTo>
                      <a:pt x="190500" y="116550"/>
                    </a:lnTo>
                    <a:lnTo>
                      <a:pt x="222706" y="180975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13546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中文深度优化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8106" y="1966912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CHINESE-AWARE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48312" y="22598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中文句号感知分块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23322" y="249793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多语言嵌入模型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96198" y="284749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39100" y="1028700"/>
            <a:ext cx="3390900" cy="2381250"/>
            <a:chOff x="8039100" y="1028700"/>
            <a:chExt cx="33909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02870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39100" y="102870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66214" y="1360217"/>
              <a:ext cx="249311" cy="249508"/>
              <a:chOff x="9666214" y="1360217"/>
              <a:chExt cx="249311" cy="24950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66214" y="1360217"/>
                <a:ext cx="229071" cy="218206"/>
              </a:xfrm>
              <a:custGeom>
                <a:avLst/>
                <a:gdLst/>
                <a:ahLst/>
                <a:cxnLst/>
                <a:rect l="l" t="t" r="r" b="b"/>
                <a:pathLst>
                  <a:path w="229071" h="218206">
                    <a:moveTo>
                      <a:pt x="229071" y="174153"/>
                    </a:moveTo>
                    <a:cubicBezTo>
                      <a:pt x="220855" y="191667"/>
                      <a:pt x="208348" y="206820"/>
                      <a:pt x="192709" y="218206"/>
                    </a:cubicBezTo>
                    <a:lnTo>
                      <a:pt x="181565" y="207050"/>
                    </a:lnTo>
                    <a:cubicBezTo>
                      <a:pt x="180371" y="205852"/>
                      <a:pt x="178879" y="204993"/>
                      <a:pt x="177243" y="204562"/>
                    </a:cubicBezTo>
                    <a:lnTo>
                      <a:pt x="151680" y="197823"/>
                    </a:lnTo>
                    <a:cubicBezTo>
                      <a:pt x="146988" y="196589"/>
                      <a:pt x="143974" y="192026"/>
                      <a:pt x="144679" y="187226"/>
                    </a:cubicBezTo>
                    <a:lnTo>
                      <a:pt x="147513" y="167938"/>
                    </a:lnTo>
                    <a:cubicBezTo>
                      <a:pt x="148000" y="164629"/>
                      <a:pt x="150188" y="161818"/>
                      <a:pt x="153275" y="160533"/>
                    </a:cubicBezTo>
                    <a:lnTo>
                      <a:pt x="189542" y="145459"/>
                    </a:lnTo>
                    <a:cubicBezTo>
                      <a:pt x="192962" y="144040"/>
                      <a:pt x="196896" y="144732"/>
                      <a:pt x="199627" y="147233"/>
                    </a:cubicBezTo>
                    <a:close/>
                    <a:moveTo>
                      <a:pt x="163455" y="98299"/>
                    </a:moveTo>
                    <a:lnTo>
                      <a:pt x="189851" y="67580"/>
                    </a:lnTo>
                    <a:cubicBezTo>
                      <a:pt x="191336" y="65858"/>
                      <a:pt x="192155" y="63662"/>
                      <a:pt x="192161" y="61389"/>
                    </a:cubicBezTo>
                    <a:lnTo>
                      <a:pt x="192161" y="32814"/>
                    </a:lnTo>
                    <a:cubicBezTo>
                      <a:pt x="146537" y="0"/>
                      <a:pt x="83827" y="5221"/>
                      <a:pt x="44257" y="45129"/>
                    </a:cubicBezTo>
                    <a:cubicBezTo>
                      <a:pt x="4688" y="85036"/>
                      <a:pt x="0" y="147788"/>
                      <a:pt x="33201" y="193132"/>
                    </a:cubicBezTo>
                    <a:lnTo>
                      <a:pt x="45012" y="185369"/>
                    </a:lnTo>
                    <a:cubicBezTo>
                      <a:pt x="47669" y="183614"/>
                      <a:pt x="49272" y="180647"/>
                      <a:pt x="49286" y="177463"/>
                    </a:cubicBezTo>
                    <a:lnTo>
                      <a:pt x="49536" y="134327"/>
                    </a:lnTo>
                    <a:cubicBezTo>
                      <a:pt x="49549" y="132458"/>
                      <a:pt x="50108" y="130633"/>
                      <a:pt x="51144" y="129076"/>
                    </a:cubicBezTo>
                    <a:lnTo>
                      <a:pt x="76075" y="91810"/>
                    </a:lnTo>
                    <a:cubicBezTo>
                      <a:pt x="77520" y="89665"/>
                      <a:pt x="79774" y="88201"/>
                      <a:pt x="82320" y="87752"/>
                    </a:cubicBezTo>
                    <a:cubicBezTo>
                      <a:pt x="84867" y="87302"/>
                      <a:pt x="87486" y="87908"/>
                      <a:pt x="89577" y="89428"/>
                    </a:cubicBezTo>
                    <a:lnTo>
                      <a:pt x="113163" y="104907"/>
                    </a:lnTo>
                    <a:cubicBezTo>
                      <a:pt x="115149" y="106337"/>
                      <a:pt x="117607" y="106955"/>
                      <a:pt x="120033" y="106633"/>
                    </a:cubicBezTo>
                    <a:lnTo>
                      <a:pt x="157490" y="101561"/>
                    </a:lnTo>
                    <a:cubicBezTo>
                      <a:pt x="159812" y="101244"/>
                      <a:pt x="161936" y="100083"/>
                      <a:pt x="163455" y="98299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7875" y="136207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2"/>
                      <a:pt x="55438" y="247650"/>
                      <a:pt x="123825" y="247650"/>
                    </a:cubicBezTo>
                    <a:cubicBezTo>
                      <a:pt x="192212" y="247650"/>
                      <a:pt x="247650" y="192212"/>
                      <a:pt x="247650" y="123825"/>
                    </a:cubicBezTo>
                    <a:cubicBezTo>
                      <a:pt x="247578" y="55468"/>
                      <a:pt x="192182" y="72"/>
                      <a:pt x="123825" y="0"/>
                    </a:cubicBezTo>
                    <a:close/>
                    <a:moveTo>
                      <a:pt x="123825" y="19050"/>
                    </a:moveTo>
                    <a:cubicBezTo>
                      <a:pt x="144125" y="19028"/>
                      <a:pt x="163988" y="24938"/>
                      <a:pt x="180975" y="36052"/>
                    </a:cubicBezTo>
                    <a:lnTo>
                      <a:pt x="180975" y="59531"/>
                    </a:lnTo>
                    <a:lnTo>
                      <a:pt x="154579" y="90178"/>
                    </a:lnTo>
                    <a:lnTo>
                      <a:pt x="117110" y="95250"/>
                    </a:lnTo>
                    <a:lnTo>
                      <a:pt x="116741" y="94988"/>
                    </a:lnTo>
                    <a:lnTo>
                      <a:pt x="93321" y="79677"/>
                    </a:lnTo>
                    <a:cubicBezTo>
                      <a:pt x="89127" y="76722"/>
                      <a:pt x="83917" y="75584"/>
                      <a:pt x="78873" y="76521"/>
                    </a:cubicBezTo>
                    <a:cubicBezTo>
                      <a:pt x="73828" y="77458"/>
                      <a:pt x="69374" y="80390"/>
                      <a:pt x="66520" y="84653"/>
                    </a:cubicBezTo>
                    <a:lnTo>
                      <a:pt x="41589" y="121920"/>
                    </a:lnTo>
                    <a:cubicBezTo>
                      <a:pt x="39512" y="125026"/>
                      <a:pt x="38394" y="128673"/>
                      <a:pt x="38374" y="132409"/>
                    </a:cubicBezTo>
                    <a:lnTo>
                      <a:pt x="38100" y="175546"/>
                    </a:lnTo>
                    <a:lnTo>
                      <a:pt x="34207" y="178106"/>
                    </a:lnTo>
                    <a:cubicBezTo>
                      <a:pt x="14610" y="145752"/>
                      <a:pt x="13974" y="105347"/>
                      <a:pt x="32542" y="72393"/>
                    </a:cubicBezTo>
                    <a:cubicBezTo>
                      <a:pt x="51110" y="39438"/>
                      <a:pt x="85999" y="19050"/>
                      <a:pt x="123825" y="19050"/>
                    </a:cubicBezTo>
                    <a:close/>
                    <a:moveTo>
                      <a:pt x="45589" y="193441"/>
                    </a:moveTo>
                    <a:lnTo>
                      <a:pt x="48589" y="191476"/>
                    </a:lnTo>
                    <a:cubicBezTo>
                      <a:pt x="53911" y="187966"/>
                      <a:pt x="57124" y="182027"/>
                      <a:pt x="57150" y="175653"/>
                    </a:cubicBezTo>
                    <a:lnTo>
                      <a:pt x="57400" y="132517"/>
                    </a:lnTo>
                    <a:lnTo>
                      <a:pt x="82356" y="95250"/>
                    </a:lnTo>
                    <a:cubicBezTo>
                      <a:pt x="82478" y="95344"/>
                      <a:pt x="82605" y="95432"/>
                      <a:pt x="82737" y="95512"/>
                    </a:cubicBezTo>
                    <a:lnTo>
                      <a:pt x="106156" y="110835"/>
                    </a:lnTo>
                    <a:cubicBezTo>
                      <a:pt x="110081" y="113605"/>
                      <a:pt x="114910" y="114784"/>
                      <a:pt x="119670" y="114133"/>
                    </a:cubicBezTo>
                    <a:lnTo>
                      <a:pt x="157162" y="109049"/>
                    </a:lnTo>
                    <a:cubicBezTo>
                      <a:pt x="161786" y="108432"/>
                      <a:pt x="166022" y="106140"/>
                      <a:pt x="169069" y="102608"/>
                    </a:cubicBezTo>
                    <a:lnTo>
                      <a:pt x="195465" y="71938"/>
                    </a:lnTo>
                    <a:cubicBezTo>
                      <a:pt x="198417" y="68479"/>
                      <a:pt x="200034" y="64078"/>
                      <a:pt x="200025" y="59531"/>
                    </a:cubicBezTo>
                    <a:lnTo>
                      <a:pt x="200025" y="51995"/>
                    </a:lnTo>
                    <a:cubicBezTo>
                      <a:pt x="226266" y="79757"/>
                      <a:pt x="235289" y="119615"/>
                      <a:pt x="223564" y="155972"/>
                    </a:cubicBezTo>
                    <a:lnTo>
                      <a:pt x="204347" y="138398"/>
                    </a:lnTo>
                    <a:cubicBezTo>
                      <a:pt x="198893" y="133392"/>
                      <a:pt x="191032" y="131999"/>
                      <a:pt x="184190" y="134826"/>
                    </a:cubicBezTo>
                    <a:lnTo>
                      <a:pt x="147923" y="149888"/>
                    </a:lnTo>
                    <a:cubicBezTo>
                      <a:pt x="141756" y="152476"/>
                      <a:pt x="137387" y="158096"/>
                      <a:pt x="136398" y="164711"/>
                    </a:cubicBezTo>
                    <a:lnTo>
                      <a:pt x="133552" y="183987"/>
                    </a:lnTo>
                    <a:cubicBezTo>
                      <a:pt x="132136" y="193594"/>
                      <a:pt x="138173" y="202729"/>
                      <a:pt x="147566" y="205192"/>
                    </a:cubicBezTo>
                    <a:lnTo>
                      <a:pt x="173117" y="211931"/>
                    </a:lnTo>
                    <a:lnTo>
                      <a:pt x="175927" y="214753"/>
                    </a:lnTo>
                    <a:cubicBezTo>
                      <a:pt x="132919" y="239429"/>
                      <a:pt x="78497" y="230530"/>
                      <a:pt x="45589" y="193441"/>
                    </a:cubicBezTo>
                    <a:close/>
                    <a:moveTo>
                      <a:pt x="191691" y="203597"/>
                    </a:moveTo>
                    <a:lnTo>
                      <a:pt x="186571" y="198465"/>
                    </a:lnTo>
                    <a:cubicBezTo>
                      <a:pt x="184183" y="196068"/>
                      <a:pt x="181199" y="194350"/>
                      <a:pt x="177927" y="193488"/>
                    </a:cubicBezTo>
                    <a:lnTo>
                      <a:pt x="152400" y="186750"/>
                    </a:lnTo>
                    <a:lnTo>
                      <a:pt x="155246" y="167473"/>
                    </a:lnTo>
                    <a:lnTo>
                      <a:pt x="191500" y="152400"/>
                    </a:lnTo>
                    <a:lnTo>
                      <a:pt x="215503" y="174403"/>
                    </a:lnTo>
                    <a:cubicBezTo>
                      <a:pt x="209385" y="185487"/>
                      <a:pt x="201319" y="195376"/>
                      <a:pt x="191691" y="203597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295448" y="16954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智能回退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42477" y="1966912"/>
              <a:ext cx="7841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SMART FALLBACK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70206" y="22598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文档优先检索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5178" y="24979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不足时自动联网搜索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20080" y="2847499"/>
              <a:ext cx="14289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双后端重试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3600450"/>
            <a:ext cx="3524250" cy="2381250"/>
            <a:chOff x="762000" y="3600450"/>
            <a:chExt cx="3524250" cy="2381250"/>
          </a:xfrm>
        </p:grpSpPr>
        <p:sp>
          <p:nvSpPr>
            <p:cNvPr id="40" name="Rectangle 40"/>
            <p:cNvSpPr/>
            <p:nvPr/>
          </p:nvSpPr>
          <p:spPr>
            <a:xfrm>
              <a:off x="76200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6004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28344" y="3913934"/>
              <a:ext cx="210546" cy="287432"/>
              <a:chOff x="2428344" y="3913934"/>
              <a:chExt cx="210546" cy="28743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438400" y="3924300"/>
                <a:ext cx="190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66700">
                    <a:moveTo>
                      <a:pt x="57150" y="266700"/>
                    </a:moveTo>
                    <a:lnTo>
                      <a:pt x="76200" y="171450"/>
                    </a:lnTo>
                    <a:lnTo>
                      <a:pt x="0" y="142875"/>
                    </a:lnTo>
                    <a:lnTo>
                      <a:pt x="133350" y="0"/>
                    </a:lnTo>
                    <a:lnTo>
                      <a:pt x="114300" y="95250"/>
                    </a:lnTo>
                    <a:lnTo>
                      <a:pt x="190500" y="123825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28344" y="3913934"/>
                <a:ext cx="210546" cy="287432"/>
              </a:xfrm>
              <a:custGeom>
                <a:avLst/>
                <a:gdLst/>
                <a:ahLst/>
                <a:cxnLst/>
                <a:rect l="l" t="t" r="r" b="b"/>
                <a:pathLst>
                  <a:path w="210546" h="287432">
                    <a:moveTo>
                      <a:pt x="209831" y="132012"/>
                    </a:moveTo>
                    <a:cubicBezTo>
                      <a:pt x="209098" y="128912"/>
                      <a:pt x="206864" y="126382"/>
                      <a:pt x="203878" y="125273"/>
                    </a:cubicBezTo>
                    <a:lnTo>
                      <a:pt x="135286" y="99544"/>
                    </a:lnTo>
                    <a:lnTo>
                      <a:pt x="152740" y="12235"/>
                    </a:lnTo>
                    <a:cubicBezTo>
                      <a:pt x="153552" y="8068"/>
                      <a:pt x="151508" y="3866"/>
                      <a:pt x="147728" y="1933"/>
                    </a:cubicBezTo>
                    <a:cubicBezTo>
                      <a:pt x="143947" y="0"/>
                      <a:pt x="139344" y="803"/>
                      <a:pt x="136441" y="3901"/>
                    </a:cubicBezTo>
                    <a:lnTo>
                      <a:pt x="3091" y="146776"/>
                    </a:lnTo>
                    <a:cubicBezTo>
                      <a:pt x="891" y="149094"/>
                      <a:pt x="0" y="152361"/>
                      <a:pt x="719" y="155474"/>
                    </a:cubicBezTo>
                    <a:cubicBezTo>
                      <a:pt x="1437" y="158588"/>
                      <a:pt x="3669" y="161134"/>
                      <a:pt x="6663" y="162254"/>
                    </a:cubicBezTo>
                    <a:lnTo>
                      <a:pt x="75278" y="187983"/>
                    </a:lnTo>
                    <a:lnTo>
                      <a:pt x="57871" y="275197"/>
                    </a:lnTo>
                    <a:cubicBezTo>
                      <a:pt x="57059" y="279364"/>
                      <a:pt x="59104" y="283566"/>
                      <a:pt x="62884" y="285499"/>
                    </a:cubicBezTo>
                    <a:cubicBezTo>
                      <a:pt x="66665" y="287432"/>
                      <a:pt x="71268" y="286629"/>
                      <a:pt x="74171" y="283531"/>
                    </a:cubicBezTo>
                    <a:lnTo>
                      <a:pt x="207521" y="140656"/>
                    </a:lnTo>
                    <a:cubicBezTo>
                      <a:pt x="209681" y="138338"/>
                      <a:pt x="210546" y="135098"/>
                      <a:pt x="209831" y="132012"/>
                    </a:cubicBezTo>
                    <a:close/>
                    <a:moveTo>
                      <a:pt x="83125" y="246110"/>
                    </a:moveTo>
                    <a:lnTo>
                      <a:pt x="95590" y="183745"/>
                    </a:lnTo>
                    <a:cubicBezTo>
                      <a:pt x="96512" y="179177"/>
                      <a:pt x="93993" y="174613"/>
                      <a:pt x="89637" y="172958"/>
                    </a:cubicBezTo>
                    <a:lnTo>
                      <a:pt x="26725" y="149324"/>
                    </a:lnTo>
                    <a:lnTo>
                      <a:pt x="127475" y="41382"/>
                    </a:lnTo>
                    <a:lnTo>
                      <a:pt x="115021" y="103747"/>
                    </a:lnTo>
                    <a:cubicBezTo>
                      <a:pt x="114100" y="108314"/>
                      <a:pt x="116619" y="112878"/>
                      <a:pt x="120974" y="114534"/>
                    </a:cubicBezTo>
                    <a:lnTo>
                      <a:pt x="183839" y="13810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2085022" y="4267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流式响应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69569" y="4538662"/>
              <a:ext cx="509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STREAMING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14738" y="4831556"/>
              <a:ext cx="16187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values 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09762" y="50696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实时逐字流式输出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86902" y="5419249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工具调用日志 + 耗时统计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400550" y="3600450"/>
            <a:ext cx="3524250" cy="2381250"/>
            <a:chOff x="4400550" y="3600450"/>
            <a:chExt cx="35242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440055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00550" y="36004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57900" y="3952875"/>
              <a:ext cx="228600" cy="238449"/>
              <a:chOff x="6057900" y="3952875"/>
              <a:chExt cx="228600" cy="23844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067425" y="3962400"/>
                <a:ext cx="209550" cy="219218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19218">
                    <a:moveTo>
                      <a:pt x="209550" y="9525"/>
                    </a:moveTo>
                    <a:lnTo>
                      <a:pt x="209550" y="79498"/>
                    </a:lnTo>
                    <a:cubicBezTo>
                      <a:pt x="209550" y="179725"/>
                      <a:pt x="124647" y="212931"/>
                      <a:pt x="107704" y="218563"/>
                    </a:cubicBezTo>
                    <a:cubicBezTo>
                      <a:pt x="105806" y="219218"/>
                      <a:pt x="103744" y="219218"/>
                      <a:pt x="101846" y="218563"/>
                    </a:cubicBezTo>
                    <a:cubicBezTo>
                      <a:pt x="84903" y="212955"/>
                      <a:pt x="0" y="179784"/>
                      <a:pt x="0" y="79522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200025" y="0"/>
                    </a:lnTo>
                    <a:cubicBezTo>
                      <a:pt x="205286" y="0"/>
                      <a:pt x="209550" y="4264"/>
                      <a:pt x="209550" y="952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057900" y="3952875"/>
                <a:ext cx="228600" cy="238449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38449">
                    <a:moveTo>
                      <a:pt x="2095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89035"/>
                    </a:lnTo>
                    <a:cubicBezTo>
                      <a:pt x="0" y="195727"/>
                      <a:pt x="90273" y="231124"/>
                      <a:pt x="108347" y="237137"/>
                    </a:cubicBezTo>
                    <a:cubicBezTo>
                      <a:pt x="112207" y="238449"/>
                      <a:pt x="116393" y="238449"/>
                      <a:pt x="120253" y="237137"/>
                    </a:cubicBezTo>
                    <a:cubicBezTo>
                      <a:pt x="138351" y="231124"/>
                      <a:pt x="228600" y="195727"/>
                      <a:pt x="228600" y="89035"/>
                    </a:cubicBezTo>
                    <a:lnTo>
                      <a:pt x="228600" y="19050"/>
                    </a:lnTo>
                    <a:cubicBezTo>
                      <a:pt x="228600" y="8529"/>
                      <a:pt x="220071" y="0"/>
                      <a:pt x="209550" y="0"/>
                    </a:cubicBezTo>
                    <a:close/>
                    <a:moveTo>
                      <a:pt x="209550" y="89047"/>
                    </a:moveTo>
                    <a:cubicBezTo>
                      <a:pt x="209550" y="182416"/>
                      <a:pt x="130552" y="213610"/>
                      <a:pt x="114300" y="219039"/>
                    </a:cubicBezTo>
                    <a:cubicBezTo>
                      <a:pt x="98191" y="213670"/>
                      <a:pt x="19050" y="182499"/>
                      <a:pt x="19050" y="89047"/>
                    </a:cubicBezTo>
                    <a:lnTo>
                      <a:pt x="19050" y="19050"/>
                    </a:lnTo>
                    <a:lnTo>
                      <a:pt x="209550" y="19050"/>
                    </a:lnTo>
                    <a:close/>
                    <a:moveTo>
                      <a:pt x="59936" y="121039"/>
                    </a:moveTo>
                    <a:cubicBezTo>
                      <a:pt x="56214" y="117317"/>
                      <a:pt x="56214" y="111283"/>
                      <a:pt x="59936" y="107561"/>
                    </a:cubicBezTo>
                    <a:cubicBezTo>
                      <a:pt x="63658" y="103839"/>
                      <a:pt x="69692" y="103839"/>
                      <a:pt x="73414" y="107561"/>
                    </a:cubicBezTo>
                    <a:lnTo>
                      <a:pt x="95250" y="129397"/>
                    </a:lnTo>
                    <a:lnTo>
                      <a:pt x="155186" y="69461"/>
                    </a:lnTo>
                    <a:cubicBezTo>
                      <a:pt x="158908" y="65739"/>
                      <a:pt x="164942" y="65739"/>
                      <a:pt x="168664" y="69461"/>
                    </a:cubicBezTo>
                    <a:cubicBezTo>
                      <a:pt x="172386" y="73183"/>
                      <a:pt x="172386" y="79217"/>
                      <a:pt x="168664" y="82939"/>
                    </a:cubicBezTo>
                    <a:lnTo>
                      <a:pt x="101989" y="149614"/>
                    </a:lnTo>
                    <a:cubicBezTo>
                      <a:pt x="100202" y="151403"/>
                      <a:pt x="97778" y="152407"/>
                      <a:pt x="95250" y="152407"/>
                    </a:cubicBezTo>
                    <a:cubicBezTo>
                      <a:pt x="92722" y="152407"/>
                      <a:pt x="90298" y="151403"/>
                      <a:pt x="88511" y="14961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513546" y="4267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去重与持久化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68089" y="4538662"/>
              <a:ext cx="9891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DEDUP &amp; PERSISTENCE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94543" y="4831556"/>
              <a:ext cx="15362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文件: name+size 去重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85780" y="5069681"/>
              <a:ext cx="1753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分块: source+index 去重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06712" y="541924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持久化存储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39100" y="3600450"/>
            <a:ext cx="3390900" cy="2381250"/>
            <a:chOff x="8039100" y="3600450"/>
            <a:chExt cx="3390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8039100" y="360045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39100" y="36004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67875" y="3933825"/>
              <a:ext cx="247650" cy="247650"/>
              <a:chOff x="9667875" y="3933825"/>
              <a:chExt cx="247650" cy="2476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677400" y="39433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114300"/>
                    </a:move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67875" y="39338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78189" y="88511"/>
                    </a:moveTo>
                    <a:cubicBezTo>
                      <a:pt x="179978" y="90298"/>
                      <a:pt x="180982" y="92722"/>
                      <a:pt x="180982" y="95250"/>
                    </a:cubicBezTo>
                    <a:cubicBezTo>
                      <a:pt x="180982" y="97778"/>
                      <a:pt x="179978" y="100202"/>
                      <a:pt x="178189" y="101989"/>
                    </a:cubicBezTo>
                    <a:lnTo>
                      <a:pt x="111514" y="168664"/>
                    </a:lnTo>
                    <a:cubicBezTo>
                      <a:pt x="109727" y="170453"/>
                      <a:pt x="107303" y="171457"/>
                      <a:pt x="104775" y="171457"/>
                    </a:cubicBezTo>
                    <a:cubicBezTo>
                      <a:pt x="102247" y="171457"/>
                      <a:pt x="99823" y="170453"/>
                      <a:pt x="98036" y="168664"/>
                    </a:cubicBezTo>
                    <a:lnTo>
                      <a:pt x="69461" y="140089"/>
                    </a:lnTo>
                    <a:cubicBezTo>
                      <a:pt x="65739" y="136367"/>
                      <a:pt x="65739" y="130333"/>
                      <a:pt x="69461" y="126611"/>
                    </a:cubicBezTo>
                    <a:cubicBezTo>
                      <a:pt x="73183" y="122889"/>
                      <a:pt x="79217" y="122889"/>
                      <a:pt x="82939" y="126611"/>
                    </a:cubicBezTo>
                    <a:lnTo>
                      <a:pt x="104775" y="148459"/>
                    </a:lnTo>
                    <a:lnTo>
                      <a:pt x="164711" y="88511"/>
                    </a:lnTo>
                    <a:cubicBezTo>
                      <a:pt x="166498" y="86722"/>
                      <a:pt x="168922" y="85718"/>
                      <a:pt x="171450" y="85718"/>
                    </a:cubicBezTo>
                    <a:cubicBezTo>
                      <a:pt x="173978" y="85718"/>
                      <a:pt x="176402" y="86722"/>
                      <a:pt x="178189" y="88511"/>
                    </a:cubicBezTo>
                    <a:close/>
                    <a:moveTo>
                      <a:pt x="247650" y="123825"/>
                    </a:moveTo>
                    <a:cubicBezTo>
                      <a:pt x="247650" y="192212"/>
                      <a:pt x="192212" y="247650"/>
                      <a:pt x="123825" y="247650"/>
                    </a:cubicBezTo>
                    <a:cubicBezTo>
                      <a:pt x="55438" y="247650"/>
                      <a:pt x="0" y="192212"/>
                      <a:pt x="0" y="123825"/>
                    </a:cubicBezTo>
                    <a:cubicBezTo>
                      <a:pt x="0" y="55438"/>
                      <a:pt x="55438" y="0"/>
                      <a:pt x="123825" y="0"/>
                    </a:cubicBezTo>
                    <a:cubicBezTo>
                      <a:pt x="192182" y="72"/>
                      <a:pt x="247578" y="55468"/>
                      <a:pt x="247650" y="123825"/>
                    </a:cubicBezTo>
                    <a:close/>
                    <a:moveTo>
                      <a:pt x="228600" y="123825"/>
                    </a:moveTo>
                    <a:cubicBezTo>
                      <a:pt x="228600" y="65959"/>
                      <a:pt x="181691" y="19050"/>
                      <a:pt x="123825" y="19050"/>
                    </a:cubicBezTo>
                    <a:cubicBezTo>
                      <a:pt x="65959" y="19050"/>
                      <a:pt x="19050" y="65959"/>
                      <a:pt x="19050" y="123825"/>
                    </a:cubicBezTo>
                    <a:cubicBezTo>
                      <a:pt x="19050" y="181691"/>
                      <a:pt x="65959" y="228600"/>
                      <a:pt x="123825" y="228600"/>
                    </a:cubicBezTo>
                    <a:cubicBezTo>
                      <a:pt x="181663" y="228534"/>
                      <a:pt x="228534" y="181663"/>
                      <a:pt x="228600" y="123825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190434" y="4267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回答可溯源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77494" y="4538662"/>
              <a:ext cx="514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TRACEABLE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45178" y="4831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每回答附来源文件名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33927" y="5069681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标注页码 + 检索原文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72086" y="54192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前端展开查看检索结果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19823" cy="574834"/>
            <a:chOff x="762000" y="280035"/>
            <a:chExt cx="3719823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5417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RUN &amp; DEPLOY — COMMANDS · CONFIGURATION · DATA PATHS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000125"/>
            <a:ext cx="5238750" cy="5238750"/>
            <a:chOff x="762000" y="1000125"/>
            <a:chExt cx="5238750" cy="5238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2753" y="1298972"/>
              <a:ext cx="216694" cy="183356"/>
              <a:chOff x="1072753" y="1298972"/>
              <a:chExt cx="216694" cy="1833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088" y="1307306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753" y="1298972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97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1666875"/>
              <a:ext cx="4705350" cy="742950"/>
              <a:chOff x="1028700" y="1666875"/>
              <a:chExt cx="4705350" cy="742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6668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028700" y="1666875"/>
                <a:ext cx="38100" cy="7429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18107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219200" y="20383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8265" y="2125028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28700" y="2524125"/>
              <a:ext cx="4705350" cy="742950"/>
              <a:chOff x="1028700" y="2524125"/>
              <a:chExt cx="4705350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5241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28700" y="2524125"/>
                <a:ext cx="38100" cy="7429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5865" y="2667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19200" y="28956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8265" y="29822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28700" y="3381375"/>
              <a:ext cx="4705350" cy="742950"/>
              <a:chOff x="1028700" y="3381375"/>
              <a:chExt cx="4705350" cy="7429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3813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3381375"/>
                <a:ext cx="38100" cy="7429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05865" y="35252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19200" y="37528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58265" y="383952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28700" y="4238625"/>
              <a:ext cx="4705350" cy="742950"/>
              <a:chOff x="1028700" y="4238625"/>
              <a:chExt cx="4705350" cy="7429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28700" y="42386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238625"/>
                <a:ext cx="38100" cy="7429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05865" y="43824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219200" y="46101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9218" y="4704874"/>
                <a:ext cx="30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tests/test_agent.py -k test_retriever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1028700" y="5191125"/>
              <a:ext cx="47053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05865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818" y="5562124"/>
              <a:ext cx="3736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test_e2e.py: 文件加载 → 向量存储 → 搜索 → Agent 创建 → 记忆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06818" y="575262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tempfile.TemporaryDirectory 隔离 · store.close() 释放文件锁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72200" y="1000125"/>
            <a:ext cx="5257800" cy="5238750"/>
            <a:chOff x="6172200" y="1000125"/>
            <a:chExt cx="5257800" cy="5238750"/>
          </a:xfrm>
        </p:grpSpPr>
        <p:sp>
          <p:nvSpPr>
            <p:cNvPr id="42" name="Rectangle 42"/>
            <p:cNvSpPr/>
            <p:nvPr/>
          </p:nvSpPr>
          <p:spPr>
            <a:xfrm>
              <a:off x="6172200" y="1000125"/>
              <a:ext cx="525780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1000125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81884" y="1281234"/>
              <a:ext cx="218862" cy="218862"/>
              <a:chOff x="6481884" y="1281234"/>
              <a:chExt cx="218862" cy="2188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90642" y="128997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81884" y="128123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199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1666875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065" y="17916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.env 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29400" y="2038350"/>
              <a:ext cx="4343400" cy="809625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9420" y="21507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ANTHROPIC_AUTH_TOKEN=sk-xxx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9420" y="234124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ANTHROPIC_BASE_URL=https://api.deepseek.com/anthropic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9420" y="253174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ANTHROPIC_MODEL=deepseek-v4-pro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372" y="2711291"/>
              <a:ext cx="2012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gitignored · python-dotenv 加载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38900" y="3143250"/>
              <a:ext cx="47244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32599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7018" y="34951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 OpenAI-compatible /v1 endpoint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7970" y="3693795"/>
              <a:ext cx="334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LLM_OPENAI_BASE_URL = "https://api.deepseek.com/v1"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048125"/>
              <a:ext cx="4724400" cy="904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4164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数据目录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19124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44191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7018" y="4619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46191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UUID 保存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17018" y="48191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data/app.log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819174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日志 UTF-8 · 侧边栏可查看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8" name="Rectangle 68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667000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4850" y="1038225"/>
            <a:ext cx="1374458" cy="914400"/>
            <a:chOff x="704850" y="1038225"/>
            <a:chExt cx="1374458" cy="914400"/>
          </a:xfrm>
        </p:grpSpPr>
        <p:sp>
          <p:nvSpPr>
            <p:cNvPr id="6" name="TextBox 6"/>
            <p:cNvSpPr txBox="1"/>
            <p:nvPr/>
          </p:nvSpPr>
          <p:spPr>
            <a:xfrm>
              <a:off x="704850" y="1038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715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2095500"/>
            <a:ext cx="10668000" cy="3333750"/>
            <a:chOff x="762000" y="2095500"/>
            <a:chExt cx="10668000" cy="3333750"/>
          </a:xfrm>
        </p:grpSpPr>
        <p:sp>
          <p:nvSpPr>
            <p:cNvPr id="9" name="Rectangle 9"/>
            <p:cNvSpPr/>
            <p:nvPr/>
          </p:nvSpPr>
          <p:spPr>
            <a:xfrm>
              <a:off x="762000" y="2095500"/>
              <a:ext cx="10668000" cy="3333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286000"/>
              <a:ext cx="10134600" cy="666750"/>
              <a:chOff x="1028700" y="2286000"/>
              <a:chExt cx="101346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28700" y="22860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1105" y="24450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619250" y="238125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09750" y="24288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15465" y="27060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8700" y="3028950"/>
              <a:ext cx="10134600" cy="666750"/>
              <a:chOff x="1028700" y="3028950"/>
              <a:chExt cx="101346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028950"/>
                <a:ext cx="101346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1105" y="31880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619250" y="3124200"/>
                <a:ext cx="19050" cy="3810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809750" y="3171825"/>
                <a:ext cx="36685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15465" y="3449002"/>
                <a:ext cx="3002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多格式文档一键上传 · 中文感知分割 · 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771900"/>
              <a:ext cx="10134600" cy="666750"/>
              <a:chOff x="1028700" y="3771900"/>
              <a:chExt cx="101346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28700" y="37719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1105" y="39309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619250" y="3867150"/>
                <a:ext cx="19050" cy="3810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809750" y="39147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154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→ web_search · 失败保护 · 禁止编造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4514850"/>
              <a:ext cx="10134600" cy="614362"/>
              <a:chOff x="1028700" y="4514850"/>
              <a:chExt cx="10134600" cy="614362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4514850"/>
                <a:ext cx="1013460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21105" y="4673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619250" y="461010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809750" y="4657725"/>
                <a:ext cx="3638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15465" y="49158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轻量高效 · 即装即用 · 中文优化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3228785" y="5806440"/>
            <a:ext cx="5734431" cy="651510"/>
            <a:chOff x="3228785" y="5806440"/>
            <a:chExt cx="5734431" cy="651510"/>
          </a:xfrm>
        </p:grpSpPr>
        <p:sp>
          <p:nvSpPr>
            <p:cNvPr id="35" name="TextBox 35"/>
            <p:cNvSpPr txBox="1"/>
            <p:nvPr/>
          </p:nvSpPr>
          <p:spPr>
            <a:xfrm>
              <a:off x="3228785" y="5806440"/>
              <a:ext cx="57344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8668" y="62141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感谢观看 · 欢迎提问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2026-06-14T08:51:52Z</dcterms:created>
  <dcterms:modified xsi:type="dcterms:W3CDTF">2026-06-14T08:51:52Z</dcterms:modified>
  <cp:category/>
  <cp:contentStatus/>
</cp:coreProperties>
</file>