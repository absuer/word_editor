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欢迎来到本次技术分享。今天我们要介绍的是一个基于 RAG 架构的智能客服系统，它整合了 Streamlit 前端、LangChain LangGraph 代理框架和 ChromaDB 向量数据库，形成了一套完整的智能问答解决方案。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接下来的分享将分为七个部分：我们首先了解项目整体定位，然后深入技术栈和架构设计，接着拆解数据处理流程和四大核心模块，最后总结核心特性并演示如何快速部署运行。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这个系统的核心思路是将用户上传的文档转化为可检索的知识库。当用户提问时，系统优先从文档中语义检索答案，只有在文档覆盖不足时才自动回退到网络搜索。它支持七种常见的文件格式，包括 PDF、Word、Markdown 和图片 OCR，基本覆盖了企业日常的文档类型。同时内置的多轮对话记忆机制确保每次回答都理解前文语境。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系统采用经典的三层水平架构。最上层是展示层，包含 Streamlit 界面、会话状态和设置面板。中间是代理层，LangGraph ReAct Agent 负责编排两个工具：retriever 用于文档语义检索，web_search 用于网络搜索回退。最下层是存储层，包含 ChromaDB 向量库、HuggingFace 嵌入模型和文件加载器。基础设施层提供配置管理、日志记录和测试支持。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数据经过四个阶段完成从文件到智能回答的流转。第一阶段是文件上传，用户在 Web 界面拖拽或点击上传，系统基于文件名和大小进行去重校验。第二阶段是解析分块，系统自动检测文件格式并调度对应的加载器，使用中文感知的分割策略将文档切分为语义连贯的分块。第三阶段是向量化存储，每个分块通过嵌入模型转为向量并存入 ChromaDB。第四阶段是检索生成，用户提问后 retriever 先检索文档，不足时回退到 web_search，最后 DeepSeek 大模型流式生成回答并标注来源。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FileLoader 模块提供了七种格式的自动检测与解析能力。每种格式都有对应的 LangChain 加载器，图片则通过 pytesseract 进行中英文混合 OCR 识别。分块策略采用 RecursiveCharacterTextSplitter，特别配置了中文句号作为核心分隔符，chunk 大小为一千字符，重叠一百五十字符。每个分块都会注入完整的元数据，包括原始文件名、格式类型、分块序号和上传时间，为后续的回答溯源提供基础。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VectorStoreManager 封装了 ChromaDB 和 HuggingFace 嵌入模型。采用懒加载初始化策略，只有首次访问时才创建 Chroma 客户端，同时内置了基于来源和序号的分块去重逻辑。AgentManager 使用 LangGraph 的 create_react_agent 创建 ReAct 代理，配置了 retriever 和 web_search 两个工具。retriever 优先调用，返回带来源标注的文档内容；web_search 作为回退方案，通过 DuckDuckGo 的 html 和 lite 双后端保证可用性。流式输出基于 LangGraph 的 values 模式，每次 AI 消息更新时 yield 完整响应文本。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MemoryManager 封装了 ConversationBufferWindowMemory，默认保留最近四轮对话。当用户提问时，系统先加载对话历史，将其注入 Agent 的 prompt 中，模型生成回答后再将本轮对话保存到记忆中。滑动窗口机制确保上下文不会无限增长，避免推理速度下降和 Token 浪费。记忆存储在 Streamlit 的 session_state 中，页面刷新后依然保持。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起来，这个系统有六大核心优势。多格式支持覆盖了七种常见文件类型。中文深度优化体现在分块策略和多语言嵌入模型上。智能回退机制确保文档不足时无缝切换到网络搜索。流式响应提供了实时逐字输出的体验。去重与持久化保证了数据一致性和跨会话可用性。回答可溯源让每个答案都附带文件名和页码，增强可信度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部署这个系统非常简便。首先通过 pip 安装依赖，然后配置环境变量文件，设置 API 密钥、基础 URL 和模型名称，最后一条 streamlit run 命令即可启动应用。运行测试只需执行 pytest，测试套件覆盖了从文件加载到向量检索到代理创建的完整流程。所有数据包括向量库、上传文件和日志都持久化在 data 目录下。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让我们快速回顾今天的内容。智能客服系统将 RAG 架构、LangGraph Agent 编排和 ChromaDB 向量检索深度整合，提供了一个轻量高效、即装即用的智能问答平台。它支持七种文档格式、中文优化分块、本地嵌入、双工具智能回退，并且全流程可溯源，非常适合企业内部知识库问答场景。感谢各位的时间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7150" cy="6858000"/>
            <a:chOff x="0" y="0"/>
            <a:chExt cx="57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857500"/>
              <a:ext cx="57150" cy="11430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001250" y="762000"/>
            <a:ext cx="1714500" cy="1714500"/>
            <a:chOff x="10001250" y="762000"/>
            <a:chExt cx="1714500" cy="1714500"/>
          </a:xfrm>
        </p:grpSpPr>
        <p:sp>
          <p:nvSpPr>
            <p:cNvPr id="6" name="Rectangle 6"/>
            <p:cNvSpPr/>
            <p:nvPr/>
          </p:nvSpPr>
          <p:spPr>
            <a:xfrm>
              <a:off x="10001250" y="762000"/>
              <a:ext cx="1714500" cy="1714500"/>
            </a:xfrm>
            <a:prstGeom prst="rect">
              <a:avLst/>
            </a:prstGeom>
            <a:noFill/>
            <a:ln w="14288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287000" y="1047750"/>
              <a:ext cx="1143000" cy="1143000"/>
            </a:xfrm>
            <a:prstGeom prst="rect">
              <a:avLst/>
            </a:prstGeom>
            <a:noFill/>
            <a:ln w="9525">
              <a:solidFill>
                <a:srgbClr val="6C3FD4">
                  <a:alpha val="15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572750" y="1333500"/>
              <a:ext cx="571500" cy="571500"/>
            </a:xfrm>
            <a:prstGeom prst="rect">
              <a:avLst/>
            </a:prstGeom>
            <a:solidFill>
              <a:srgbClr val="1A73E8">
                <a:alpha val="6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5905500"/>
            <a:ext cx="1905000" cy="95250"/>
            <a:chOff x="762000" y="5905500"/>
            <a:chExt cx="1905000" cy="95250"/>
          </a:xfrm>
        </p:grpSpPr>
        <p:sp>
          <p:nvSpPr>
            <p:cNvPr id="10" name="Rectangle 10"/>
            <p:cNvSpPr/>
            <p:nvPr/>
          </p:nvSpPr>
          <p:spPr>
            <a:xfrm>
              <a:off x="762000" y="5905500"/>
              <a:ext cx="1905000" cy="190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5981700"/>
              <a:ext cx="952500" cy="190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01040" y="2148840"/>
            <a:ext cx="4154424" cy="975360"/>
            <a:chOff x="701040" y="2148840"/>
            <a:chExt cx="4154424" cy="975360"/>
          </a:xfrm>
        </p:grpSpPr>
        <p:sp>
          <p:nvSpPr>
            <p:cNvPr id="13" name="TextBox 13"/>
            <p:cNvSpPr txBox="1"/>
            <p:nvPr/>
          </p:nvSpPr>
          <p:spPr>
            <a:xfrm>
              <a:off x="701040" y="2148840"/>
              <a:ext cx="4154424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智能客服系统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5330" y="3011805"/>
            <a:ext cx="3203734" cy="750570"/>
            <a:chOff x="735330" y="3011805"/>
            <a:chExt cx="3203734" cy="750570"/>
          </a:xfrm>
        </p:grpSpPr>
        <p:sp>
          <p:nvSpPr>
            <p:cNvPr id="15" name="TextBox 15"/>
            <p:cNvSpPr txBox="1"/>
            <p:nvPr/>
          </p:nvSpPr>
          <p:spPr>
            <a:xfrm>
              <a:off x="735330" y="3011805"/>
              <a:ext cx="32037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基于 RAG 的智能问答平台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950" y="34575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技术架构解析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4000500"/>
            <a:ext cx="1219200" cy="28575"/>
            <a:chOff x="762000" y="4000500"/>
            <a:chExt cx="1219200" cy="28575"/>
          </a:xfrm>
        </p:grpSpPr>
        <p:sp>
          <p:nvSpPr>
            <p:cNvPr id="18" name="Rectangle 18"/>
            <p:cNvSpPr/>
            <p:nvPr/>
          </p:nvSpPr>
          <p:spPr>
            <a:xfrm>
              <a:off x="762000" y="4000500"/>
              <a:ext cx="762000" cy="28575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00200" y="4000500"/>
              <a:ext cx="381000" cy="28575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47712" y="6165056"/>
            <a:ext cx="10695623" cy="411956"/>
            <a:chOff x="747712" y="6165056"/>
            <a:chExt cx="10695623" cy="411956"/>
          </a:xfrm>
        </p:grpSpPr>
        <p:sp>
          <p:nvSpPr>
            <p:cNvPr id="21" name="TextBox 21"/>
            <p:cNvSpPr txBox="1"/>
            <p:nvPr/>
          </p:nvSpPr>
          <p:spPr>
            <a:xfrm>
              <a:off x="747712" y="6165056"/>
              <a:ext cx="4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+ LangChain/LangGraph + ChromaDB + DeepSeek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77598" y="63636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2026.06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18160"/>
            <a:ext cx="980885" cy="610552"/>
            <a:chOff x="762000" y="518160"/>
            <a:chExt cx="980885" cy="610552"/>
          </a:xfrm>
        </p:grpSpPr>
        <p:sp>
          <p:nvSpPr>
            <p:cNvPr id="3" name="Rectangle 3"/>
            <p:cNvSpPr/>
            <p:nvPr/>
          </p:nvSpPr>
          <p:spPr>
            <a:xfrm>
              <a:off x="762000" y="5715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518160"/>
              <a:ext cx="8246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915352"/>
              <a:ext cx="4887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AGENDA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1476375"/>
            <a:ext cx="10668000" cy="2693194"/>
            <a:chOff x="762000" y="1476375"/>
            <a:chExt cx="10668000" cy="2693194"/>
          </a:xfrm>
        </p:grpSpPr>
        <p:grpSp>
          <p:nvGrpSpPr>
            <p:cNvPr id="27" name="Group 27"/>
            <p:cNvGrpSpPr/>
            <p:nvPr/>
          </p:nvGrpSpPr>
          <p:grpSpPr>
            <a:xfrm>
              <a:off x="762000" y="1476375"/>
              <a:ext cx="5143500" cy="2693194"/>
              <a:chOff x="762000" y="1476375"/>
              <a:chExt cx="5143500" cy="2693194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4763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21080" y="16021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1524000" y="16383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695450" y="166687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项目概述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702118" y="19140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系统定位与核心能力介绍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762000" y="21621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21080" y="2287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524000" y="23241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695450" y="235267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技术栈一览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702118" y="25998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核心技术组件与选型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28479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21080" y="29737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524000" y="3009900"/>
                <a:ext cx="19050" cy="2667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695450" y="30384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系统架构总览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2118" y="32856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模块关系与三层架构设计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62000" y="35337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21080" y="36595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524000" y="36957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695450" y="37242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数据处理流程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702118" y="39714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从上传到检索的完整链路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286500" y="1476375"/>
              <a:ext cx="5143500" cy="2693194"/>
              <a:chOff x="6286500" y="1476375"/>
              <a:chExt cx="5143500" cy="2693194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286500" y="14763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545580" y="16021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05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7048500" y="16383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219950" y="16668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核心模块解析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226618" y="1914049"/>
                <a:ext cx="27486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FileLoader / VectorStore / Agent / Memory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286500" y="21621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545580" y="2287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06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7048500" y="23241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19950" y="2352675"/>
                <a:ext cx="14382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核心特性与亮点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226618" y="259984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六大核心优势总结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286500" y="28479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545580" y="29737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07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7048500" y="3009900"/>
                <a:ext cx="19050" cy="2667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219950" y="303847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运行与部署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226618" y="32856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命令、配置与环境变量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286500" y="35337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545580" y="36595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08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7048500" y="36957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219950" y="3724275"/>
                <a:ext cx="438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总结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226618" y="39714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回顾与后续展望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0" name="Rectangle 50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413385"/>
            <a:ext cx="3466291" cy="593884"/>
            <a:chOff x="762000" y="413385"/>
            <a:chExt cx="3466291" cy="593884"/>
          </a:xfrm>
        </p:grpSpPr>
        <p:sp>
          <p:nvSpPr>
            <p:cNvPr id="3" name="Rectangle 3"/>
            <p:cNvSpPr/>
            <p:nvPr/>
          </p:nvSpPr>
          <p:spPr>
            <a:xfrm>
              <a:off x="762000" y="4572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41338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项目概述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809149"/>
              <a:ext cx="3288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RAG-POWERED INTELLIGENT CUSTOMER SERVICE SYSTEM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238250"/>
            <a:ext cx="10614993" cy="5048250"/>
            <a:chOff x="762000" y="1238250"/>
            <a:chExt cx="10614993" cy="504825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5238750" cy="504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238250"/>
              <a:ext cx="38100" cy="50482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795" y="1488758"/>
              <a:ext cx="94920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基于</a:t>
              </a:r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 xml:space="preserve"> RAG（检索增强生成）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架构，将用户上传的文档作为知识库，结合大语言模型进行智能问答。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6795" y="2012632"/>
              <a:ext cx="103501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 xml:space="preserve">支持 </a:t>
              </a:r>
              <a:r>
                <a:rPr lang="zh-CN" sz="16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7 种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文件格式：PDF、DOCX、TXT、Markdown、CSV、HTML、图片 OCR，满足企业多样化文档需求。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6795" y="2536508"/>
              <a:ext cx="88210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优先从上传文档中</a:t>
              </a:r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语义检索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答案；文档覆盖不足时，自动</a:t>
              </a:r>
              <a:r>
                <a:rPr lang="zh-CN" sz="16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回退至网络搜索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 xml:space="preserve"> (DuckDuckGo)。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6795" y="3060382"/>
              <a:ext cx="81829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内置</a:t>
              </a:r>
              <a:r>
                <a:rPr lang="zh-CN" sz="16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多轮对话记忆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机制，基于滑动窗口保持上下文连贯，让每一次回答都理解前文。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286500" y="1238250"/>
            <a:ext cx="5161216" cy="5048250"/>
            <a:chOff x="6286500" y="1238250"/>
            <a:chExt cx="5161216" cy="5048250"/>
          </a:xfrm>
        </p:grpSpPr>
        <p:sp>
          <p:nvSpPr>
            <p:cNvPr id="14" name="Rectangle 14"/>
            <p:cNvSpPr/>
            <p:nvPr/>
          </p:nvSpPr>
          <p:spPr>
            <a:xfrm>
              <a:off x="6286500" y="1238250"/>
              <a:ext cx="5143500" cy="504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1238250"/>
              <a:ext cx="5143500" cy="4572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6968" y="13944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6496050" y="1866900"/>
              <a:ext cx="4951666" cy="381000"/>
              <a:chOff x="6496050" y="1866900"/>
              <a:chExt cx="4951666" cy="381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496050" y="18669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6654403" y="1945480"/>
                <a:ext cx="175766" cy="171451"/>
                <a:chOff x="6654403" y="1945480"/>
                <a:chExt cx="175766" cy="171451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6765131" y="1952625"/>
                  <a:ext cx="50006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50006">
                      <a:moveTo>
                        <a:pt x="50006" y="50006"/>
                      </a:moveTo>
                      <a:lnTo>
                        <a:pt x="0" y="5000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6654403" y="1945480"/>
                  <a:ext cx="175766" cy="171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66" h="171451">
                      <a:moveTo>
                        <a:pt x="21431" y="107158"/>
                      </a:moveTo>
                      <a:lnTo>
                        <a:pt x="7144" y="107158"/>
                      </a:lnTo>
                      <a:cubicBezTo>
                        <a:pt x="3198" y="107158"/>
                        <a:pt x="0" y="110356"/>
                        <a:pt x="0" y="114301"/>
                      </a:cubicBezTo>
                      <a:lnTo>
                        <a:pt x="0" y="164308"/>
                      </a:lnTo>
                      <a:cubicBezTo>
                        <a:pt x="0" y="168253"/>
                        <a:pt x="3198" y="171451"/>
                        <a:pt x="7144" y="171451"/>
                      </a:cubicBezTo>
                      <a:lnTo>
                        <a:pt x="21431" y="171451"/>
                      </a:lnTo>
                      <a:cubicBezTo>
                        <a:pt x="39185" y="171451"/>
                        <a:pt x="53578" y="157059"/>
                        <a:pt x="53578" y="139305"/>
                      </a:cubicBezTo>
                      <a:cubicBezTo>
                        <a:pt x="53578" y="121550"/>
                        <a:pt x="39185" y="107158"/>
                        <a:pt x="21431" y="107158"/>
                      </a:cubicBezTo>
                      <a:close/>
                      <a:moveTo>
                        <a:pt x="21431" y="157164"/>
                      </a:moveTo>
                      <a:lnTo>
                        <a:pt x="14288" y="157164"/>
                      </a:lnTo>
                      <a:lnTo>
                        <a:pt x="14288" y="121445"/>
                      </a:lnTo>
                      <a:lnTo>
                        <a:pt x="21431" y="121445"/>
                      </a:lnTo>
                      <a:cubicBezTo>
                        <a:pt x="31295" y="121445"/>
                        <a:pt x="39291" y="129441"/>
                        <a:pt x="39291" y="139305"/>
                      </a:cubicBezTo>
                      <a:cubicBezTo>
                        <a:pt x="39291" y="149168"/>
                        <a:pt x="31295" y="157164"/>
                        <a:pt x="21431" y="157164"/>
                      </a:cubicBezTo>
                      <a:close/>
                      <a:moveTo>
                        <a:pt x="172816" y="152780"/>
                      </a:moveTo>
                      <a:cubicBezTo>
                        <a:pt x="175666" y="155507"/>
                        <a:pt x="175766" y="160028"/>
                        <a:pt x="173039" y="162879"/>
                      </a:cubicBezTo>
                      <a:cubicBezTo>
                        <a:pt x="168012" y="168291"/>
                        <a:pt x="160977" y="171392"/>
                        <a:pt x="153591" y="171451"/>
                      </a:cubicBezTo>
                      <a:cubicBezTo>
                        <a:pt x="137830" y="171451"/>
                        <a:pt x="125016" y="157030"/>
                        <a:pt x="125016" y="139305"/>
                      </a:cubicBezTo>
                      <a:cubicBezTo>
                        <a:pt x="125016" y="121579"/>
                        <a:pt x="137830" y="107158"/>
                        <a:pt x="153591" y="107158"/>
                      </a:cubicBezTo>
                      <a:cubicBezTo>
                        <a:pt x="160977" y="107218"/>
                        <a:pt x="168012" y="110318"/>
                        <a:pt x="173039" y="115730"/>
                      </a:cubicBezTo>
                      <a:cubicBezTo>
                        <a:pt x="175705" y="118590"/>
                        <a:pt x="175578" y="123061"/>
                        <a:pt x="172753" y="125763"/>
                      </a:cubicBezTo>
                      <a:cubicBezTo>
                        <a:pt x="169928" y="128466"/>
                        <a:pt x="165456" y="128396"/>
                        <a:pt x="162717" y="125606"/>
                      </a:cubicBezTo>
                      <a:cubicBezTo>
                        <a:pt x="160373" y="123028"/>
                        <a:pt x="157074" y="121523"/>
                        <a:pt x="153591" y="121445"/>
                      </a:cubicBezTo>
                      <a:cubicBezTo>
                        <a:pt x="145715" y="121445"/>
                        <a:pt x="139303" y="129482"/>
                        <a:pt x="139303" y="139305"/>
                      </a:cubicBezTo>
                      <a:cubicBezTo>
                        <a:pt x="139303" y="149127"/>
                        <a:pt x="145715" y="157164"/>
                        <a:pt x="153591" y="157164"/>
                      </a:cubicBezTo>
                      <a:cubicBezTo>
                        <a:pt x="157076" y="157092"/>
                        <a:pt x="160377" y="155587"/>
                        <a:pt x="162717" y="153003"/>
                      </a:cubicBezTo>
                      <a:cubicBezTo>
                        <a:pt x="165444" y="150153"/>
                        <a:pt x="169966" y="150053"/>
                        <a:pt x="172816" y="152780"/>
                      </a:cubicBezTo>
                      <a:close/>
                      <a:moveTo>
                        <a:pt x="89297" y="107158"/>
                      </a:moveTo>
                      <a:cubicBezTo>
                        <a:pt x="73545" y="107158"/>
                        <a:pt x="60722" y="121579"/>
                        <a:pt x="60722" y="139305"/>
                      </a:cubicBezTo>
                      <a:cubicBezTo>
                        <a:pt x="60722" y="157030"/>
                        <a:pt x="73545" y="171451"/>
                        <a:pt x="89297" y="171451"/>
                      </a:cubicBezTo>
                      <a:cubicBezTo>
                        <a:pt x="105049" y="171451"/>
                        <a:pt x="117872" y="157030"/>
                        <a:pt x="117872" y="139305"/>
                      </a:cubicBezTo>
                      <a:cubicBezTo>
                        <a:pt x="117872" y="121579"/>
                        <a:pt x="105049" y="107158"/>
                        <a:pt x="89297" y="107158"/>
                      </a:cubicBezTo>
                      <a:close/>
                      <a:moveTo>
                        <a:pt x="89297" y="157164"/>
                      </a:moveTo>
                      <a:cubicBezTo>
                        <a:pt x="81421" y="157164"/>
                        <a:pt x="75009" y="149127"/>
                        <a:pt x="75009" y="139305"/>
                      </a:cubicBezTo>
                      <a:cubicBezTo>
                        <a:pt x="75009" y="129482"/>
                        <a:pt x="81421" y="121445"/>
                        <a:pt x="89297" y="121445"/>
                      </a:cubicBezTo>
                      <a:cubicBezTo>
                        <a:pt x="97173" y="121445"/>
                        <a:pt x="103584" y="129482"/>
                        <a:pt x="103584" y="139305"/>
                      </a:cubicBezTo>
                      <a:cubicBezTo>
                        <a:pt x="103584" y="149127"/>
                        <a:pt x="97173" y="157164"/>
                        <a:pt x="89297" y="157164"/>
                      </a:cubicBezTo>
                      <a:close/>
                      <a:moveTo>
                        <a:pt x="17859" y="85726"/>
                      </a:moveTo>
                      <a:cubicBezTo>
                        <a:pt x="21805" y="85726"/>
                        <a:pt x="25003" y="82528"/>
                        <a:pt x="25003" y="78583"/>
                      </a:cubicBezTo>
                      <a:lnTo>
                        <a:pt x="25003" y="14289"/>
                      </a:lnTo>
                      <a:lnTo>
                        <a:pt x="103584" y="14289"/>
                      </a:lnTo>
                      <a:lnTo>
                        <a:pt x="103584" y="57151"/>
                      </a:lnTo>
                      <a:cubicBezTo>
                        <a:pt x="103584" y="61097"/>
                        <a:pt x="106783" y="64295"/>
                        <a:pt x="110728" y="64295"/>
                      </a:cubicBezTo>
                      <a:lnTo>
                        <a:pt x="153591" y="64295"/>
                      </a:lnTo>
                      <a:lnTo>
                        <a:pt x="153591" y="78583"/>
                      </a:lnTo>
                      <a:cubicBezTo>
                        <a:pt x="153591" y="82528"/>
                        <a:pt x="156789" y="85726"/>
                        <a:pt x="160734" y="85726"/>
                      </a:cubicBezTo>
                      <a:cubicBezTo>
                        <a:pt x="164680" y="85726"/>
                        <a:pt x="167878" y="82528"/>
                        <a:pt x="167878" y="78583"/>
                      </a:cubicBezTo>
                      <a:lnTo>
                        <a:pt x="167878" y="57151"/>
                      </a:lnTo>
                      <a:cubicBezTo>
                        <a:pt x="167880" y="55256"/>
                        <a:pt x="167128" y="53438"/>
                        <a:pt x="165789" y="52097"/>
                      </a:cubicBezTo>
                      <a:lnTo>
                        <a:pt x="115782" y="2091"/>
                      </a:lnTo>
                      <a:cubicBezTo>
                        <a:pt x="114441" y="752"/>
                        <a:pt x="112623" y="0"/>
                        <a:pt x="110728" y="1"/>
                      </a:cubicBezTo>
                      <a:lnTo>
                        <a:pt x="25003" y="1"/>
                      </a:lnTo>
                      <a:cubicBezTo>
                        <a:pt x="17112" y="1"/>
                        <a:pt x="10716" y="6398"/>
                        <a:pt x="10716" y="14289"/>
                      </a:cubicBezTo>
                      <a:lnTo>
                        <a:pt x="10716" y="78583"/>
                      </a:lnTo>
                      <a:cubicBezTo>
                        <a:pt x="10716" y="82528"/>
                        <a:pt x="13914" y="85726"/>
                        <a:pt x="17859" y="85726"/>
                      </a:cubicBezTo>
                      <a:close/>
                      <a:moveTo>
                        <a:pt x="117872" y="24388"/>
                      </a:moveTo>
                      <a:lnTo>
                        <a:pt x="143491" y="50008"/>
                      </a:lnTo>
                      <a:lnTo>
                        <a:pt x="117872" y="50008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6956108" y="1957864"/>
                <a:ext cx="10767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种文件格式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68665" y="1982152"/>
                <a:ext cx="3079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· DOCX · TXT · MD · CSV · HTML · 图片OCR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496050" y="2400300"/>
              <a:ext cx="4724400" cy="381000"/>
              <a:chOff x="6496050" y="2400300"/>
              <a:chExt cx="4724400" cy="381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496050" y="2400300"/>
                <a:ext cx="4724400" cy="381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642705" y="2470721"/>
                <a:ext cx="194566" cy="194600"/>
                <a:chOff x="6642705" y="2470721"/>
                <a:chExt cx="194566" cy="1946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657975" y="2486025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642705" y="2470721"/>
                  <a:ext cx="194566" cy="1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566" h="194600">
                      <a:moveTo>
                        <a:pt x="191774" y="181700"/>
                      </a:moveTo>
                      <a:lnTo>
                        <a:pt x="147072" y="136998"/>
                      </a:lnTo>
                      <a:cubicBezTo>
                        <a:pt x="174041" y="104654"/>
                        <a:pt x="170798" y="56818"/>
                        <a:pt x="139712" y="28409"/>
                      </a:cubicBezTo>
                      <a:cubicBezTo>
                        <a:pt x="108625" y="0"/>
                        <a:pt x="60692" y="1067"/>
                        <a:pt x="30901" y="30832"/>
                      </a:cubicBezTo>
                      <a:cubicBezTo>
                        <a:pt x="1110" y="60597"/>
                        <a:pt x="0" y="108529"/>
                        <a:pt x="28382" y="139641"/>
                      </a:cubicBezTo>
                      <a:cubicBezTo>
                        <a:pt x="56763" y="170752"/>
                        <a:pt x="104596" y="174037"/>
                        <a:pt x="136964" y="147097"/>
                      </a:cubicBezTo>
                      <a:lnTo>
                        <a:pt x="181666" y="191808"/>
                      </a:lnTo>
                      <a:cubicBezTo>
                        <a:pt x="184457" y="194600"/>
                        <a:pt x="188983" y="194600"/>
                        <a:pt x="191774" y="191808"/>
                      </a:cubicBezTo>
                      <a:cubicBezTo>
                        <a:pt x="194566" y="189017"/>
                        <a:pt x="194566" y="184491"/>
                        <a:pt x="191774" y="181700"/>
                      </a:cubicBezTo>
                      <a:close/>
                      <a:moveTo>
                        <a:pt x="22414" y="86742"/>
                      </a:moveTo>
                      <a:cubicBezTo>
                        <a:pt x="22414" y="51233"/>
                        <a:pt x="51199" y="22448"/>
                        <a:pt x="86707" y="22448"/>
                      </a:cubicBezTo>
                      <a:cubicBezTo>
                        <a:pt x="122216" y="22448"/>
                        <a:pt x="151001" y="51233"/>
                        <a:pt x="151001" y="86742"/>
                      </a:cubicBezTo>
                      <a:cubicBezTo>
                        <a:pt x="151001" y="122250"/>
                        <a:pt x="122216" y="151035"/>
                        <a:pt x="86707" y="151035"/>
                      </a:cubicBezTo>
                      <a:cubicBezTo>
                        <a:pt x="51215" y="150996"/>
                        <a:pt x="22453" y="122234"/>
                        <a:pt x="22414" y="86742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6956108" y="2491264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双工具智能检索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749665" y="25155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文档优先 + 联网回退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496050" y="2933700"/>
              <a:ext cx="4724400" cy="381000"/>
              <a:chOff x="6496050" y="2933700"/>
              <a:chExt cx="4724400" cy="381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496050" y="29337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6636537" y="3008691"/>
                <a:ext cx="214319" cy="185774"/>
                <a:chOff x="6636537" y="3008691"/>
                <a:chExt cx="214319" cy="185774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6643649" y="3019425"/>
                  <a:ext cx="200069" cy="164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69" h="164306">
                      <a:moveTo>
                        <a:pt x="200063" y="82153"/>
                      </a:moveTo>
                      <a:cubicBezTo>
                        <a:pt x="200069" y="100322"/>
                        <a:pt x="188619" y="116521"/>
                        <a:pt x="171488" y="122578"/>
                      </a:cubicBezTo>
                      <a:lnTo>
                        <a:pt x="171488" y="122578"/>
                      </a:lnTo>
                      <a:lnTo>
                        <a:pt x="171488" y="128588"/>
                      </a:lnTo>
                      <a:cubicBezTo>
                        <a:pt x="171488" y="148314"/>
                        <a:pt x="155497" y="164306"/>
                        <a:pt x="135770" y="164306"/>
                      </a:cubicBezTo>
                      <a:cubicBezTo>
                        <a:pt x="116043" y="164306"/>
                        <a:pt x="100051" y="148314"/>
                        <a:pt x="100051" y="128588"/>
                      </a:cubicBezTo>
                      <a:cubicBezTo>
                        <a:pt x="100051" y="148314"/>
                        <a:pt x="84059" y="164306"/>
                        <a:pt x="64332" y="164306"/>
                      </a:cubicBezTo>
                      <a:cubicBezTo>
                        <a:pt x="44605" y="164306"/>
                        <a:pt x="28613" y="148314"/>
                        <a:pt x="28613" y="128588"/>
                      </a:cubicBezTo>
                      <a:lnTo>
                        <a:pt x="28613" y="122578"/>
                      </a:lnTo>
                      <a:lnTo>
                        <a:pt x="28613" y="122578"/>
                      </a:lnTo>
                      <a:cubicBezTo>
                        <a:pt x="11468" y="116534"/>
                        <a:pt x="0" y="100332"/>
                        <a:pt x="0" y="82153"/>
                      </a:cubicBezTo>
                      <a:cubicBezTo>
                        <a:pt x="0" y="63974"/>
                        <a:pt x="11468" y="47772"/>
                        <a:pt x="28613" y="41728"/>
                      </a:cubicBezTo>
                      <a:lnTo>
                        <a:pt x="28613" y="35719"/>
                      </a:lnTo>
                      <a:cubicBezTo>
                        <a:pt x="28613" y="15992"/>
                        <a:pt x="44605" y="0"/>
                        <a:pt x="64332" y="0"/>
                      </a:cubicBezTo>
                      <a:cubicBezTo>
                        <a:pt x="84059" y="0"/>
                        <a:pt x="100051" y="15992"/>
                        <a:pt x="100051" y="35719"/>
                      </a:cubicBezTo>
                      <a:cubicBezTo>
                        <a:pt x="100051" y="15992"/>
                        <a:pt x="116043" y="0"/>
                        <a:pt x="135770" y="0"/>
                      </a:cubicBezTo>
                      <a:cubicBezTo>
                        <a:pt x="155497" y="0"/>
                        <a:pt x="171488" y="15992"/>
                        <a:pt x="171488" y="35719"/>
                      </a:cubicBezTo>
                      <a:lnTo>
                        <a:pt x="171488" y="41728"/>
                      </a:lnTo>
                      <a:cubicBezTo>
                        <a:pt x="188619" y="47785"/>
                        <a:pt x="200069" y="63984"/>
                        <a:pt x="200063" y="82153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636537" y="3008691"/>
                  <a:ext cx="214319" cy="185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9" h="185774">
                      <a:moveTo>
                        <a:pt x="214319" y="92887"/>
                      </a:moveTo>
                      <a:cubicBezTo>
                        <a:pt x="214300" y="73574"/>
                        <a:pt x="203183" y="55992"/>
                        <a:pt x="185744" y="47694"/>
                      </a:cubicBezTo>
                      <a:lnTo>
                        <a:pt x="185744" y="46453"/>
                      </a:lnTo>
                      <a:cubicBezTo>
                        <a:pt x="185727" y="27553"/>
                        <a:pt x="173334" y="10895"/>
                        <a:pt x="155237" y="5448"/>
                      </a:cubicBezTo>
                      <a:cubicBezTo>
                        <a:pt x="137139" y="0"/>
                        <a:pt x="117610" y="7048"/>
                        <a:pt x="107163" y="22798"/>
                      </a:cubicBezTo>
                      <a:cubicBezTo>
                        <a:pt x="96716" y="7048"/>
                        <a:pt x="77186" y="0"/>
                        <a:pt x="59089" y="5448"/>
                      </a:cubicBezTo>
                      <a:cubicBezTo>
                        <a:pt x="40992" y="10895"/>
                        <a:pt x="28599" y="27553"/>
                        <a:pt x="28582" y="46453"/>
                      </a:cubicBezTo>
                      <a:lnTo>
                        <a:pt x="28582" y="47694"/>
                      </a:lnTo>
                      <a:cubicBezTo>
                        <a:pt x="11127" y="55970"/>
                        <a:pt x="0" y="73560"/>
                        <a:pt x="0" y="92878"/>
                      </a:cubicBezTo>
                      <a:cubicBezTo>
                        <a:pt x="0" y="112196"/>
                        <a:pt x="11127" y="129786"/>
                        <a:pt x="28582" y="138062"/>
                      </a:cubicBezTo>
                      <a:lnTo>
                        <a:pt x="28582" y="139321"/>
                      </a:lnTo>
                      <a:cubicBezTo>
                        <a:pt x="28599" y="158221"/>
                        <a:pt x="40992" y="174879"/>
                        <a:pt x="59089" y="180326"/>
                      </a:cubicBezTo>
                      <a:cubicBezTo>
                        <a:pt x="77186" y="185774"/>
                        <a:pt x="96716" y="178726"/>
                        <a:pt x="107163" y="162976"/>
                      </a:cubicBezTo>
                      <a:cubicBezTo>
                        <a:pt x="117610" y="178726"/>
                        <a:pt x="137139" y="185774"/>
                        <a:pt x="155237" y="180326"/>
                      </a:cubicBezTo>
                      <a:cubicBezTo>
                        <a:pt x="173334" y="174879"/>
                        <a:pt x="185727" y="158221"/>
                        <a:pt x="185744" y="139321"/>
                      </a:cubicBezTo>
                      <a:lnTo>
                        <a:pt x="185744" y="138062"/>
                      </a:lnTo>
                      <a:cubicBezTo>
                        <a:pt x="203180" y="129770"/>
                        <a:pt x="214297" y="112194"/>
                        <a:pt x="214319" y="92887"/>
                      </a:cubicBezTo>
                      <a:close/>
                      <a:moveTo>
                        <a:pt x="71444" y="167896"/>
                      </a:moveTo>
                      <a:cubicBezTo>
                        <a:pt x="56853" y="167894"/>
                        <a:pt x="44607" y="156900"/>
                        <a:pt x="43039" y="142393"/>
                      </a:cubicBezTo>
                      <a:cubicBezTo>
                        <a:pt x="45349" y="142723"/>
                        <a:pt x="47679" y="142890"/>
                        <a:pt x="50013" y="142893"/>
                      </a:cubicBezTo>
                      <a:lnTo>
                        <a:pt x="57157" y="142893"/>
                      </a:lnTo>
                      <a:cubicBezTo>
                        <a:pt x="61102" y="142893"/>
                        <a:pt x="64300" y="139695"/>
                        <a:pt x="64300" y="135749"/>
                      </a:cubicBezTo>
                      <a:cubicBezTo>
                        <a:pt x="64300" y="131804"/>
                        <a:pt x="61102" y="128606"/>
                        <a:pt x="57157" y="128606"/>
                      </a:cubicBezTo>
                      <a:lnTo>
                        <a:pt x="50013" y="128606"/>
                      </a:lnTo>
                      <a:cubicBezTo>
                        <a:pt x="32600" y="128626"/>
                        <a:pt x="17710" y="116087"/>
                        <a:pt x="14766" y="98924"/>
                      </a:cubicBezTo>
                      <a:cubicBezTo>
                        <a:pt x="11823" y="81762"/>
                        <a:pt x="21685" y="64978"/>
                        <a:pt x="38110" y="59195"/>
                      </a:cubicBezTo>
                      <a:cubicBezTo>
                        <a:pt x="40962" y="58185"/>
                        <a:pt x="42869" y="55488"/>
                        <a:pt x="42869" y="52462"/>
                      </a:cubicBezTo>
                      <a:lnTo>
                        <a:pt x="42869" y="46453"/>
                      </a:lnTo>
                      <a:cubicBezTo>
                        <a:pt x="42869" y="30671"/>
                        <a:pt x="55663" y="17878"/>
                        <a:pt x="71444" y="17878"/>
                      </a:cubicBezTo>
                      <a:cubicBezTo>
                        <a:pt x="87226" y="17878"/>
                        <a:pt x="100019" y="30671"/>
                        <a:pt x="100019" y="46453"/>
                      </a:cubicBezTo>
                      <a:lnTo>
                        <a:pt x="100019" y="107407"/>
                      </a:lnTo>
                      <a:cubicBezTo>
                        <a:pt x="92175" y="100351"/>
                        <a:pt x="81995" y="96451"/>
                        <a:pt x="71444" y="96459"/>
                      </a:cubicBezTo>
                      <a:cubicBezTo>
                        <a:pt x="67499" y="96459"/>
                        <a:pt x="64300" y="99657"/>
                        <a:pt x="64300" y="103603"/>
                      </a:cubicBezTo>
                      <a:cubicBezTo>
                        <a:pt x="64300" y="107548"/>
                        <a:pt x="67499" y="110746"/>
                        <a:pt x="71444" y="110746"/>
                      </a:cubicBezTo>
                      <a:cubicBezTo>
                        <a:pt x="87226" y="110746"/>
                        <a:pt x="100019" y="123540"/>
                        <a:pt x="100019" y="139321"/>
                      </a:cubicBezTo>
                      <a:cubicBezTo>
                        <a:pt x="100019" y="155103"/>
                        <a:pt x="87226" y="167896"/>
                        <a:pt x="71444" y="167896"/>
                      </a:cubicBezTo>
                      <a:close/>
                      <a:moveTo>
                        <a:pt x="164313" y="128606"/>
                      </a:moveTo>
                      <a:lnTo>
                        <a:pt x="157169" y="128606"/>
                      </a:lnTo>
                      <a:cubicBezTo>
                        <a:pt x="153224" y="128606"/>
                        <a:pt x="150025" y="131804"/>
                        <a:pt x="150025" y="135749"/>
                      </a:cubicBezTo>
                      <a:cubicBezTo>
                        <a:pt x="150025" y="139695"/>
                        <a:pt x="153224" y="142893"/>
                        <a:pt x="157169" y="142893"/>
                      </a:cubicBezTo>
                      <a:lnTo>
                        <a:pt x="164313" y="142893"/>
                      </a:lnTo>
                      <a:cubicBezTo>
                        <a:pt x="166646" y="142890"/>
                        <a:pt x="168977" y="142723"/>
                        <a:pt x="171287" y="142393"/>
                      </a:cubicBezTo>
                      <a:cubicBezTo>
                        <a:pt x="169633" y="157687"/>
                        <a:pt x="156169" y="168927"/>
                        <a:pt x="140826" y="167823"/>
                      </a:cubicBezTo>
                      <a:cubicBezTo>
                        <a:pt x="125483" y="166718"/>
                        <a:pt x="113768" y="153666"/>
                        <a:pt x="114321" y="138293"/>
                      </a:cubicBezTo>
                      <a:cubicBezTo>
                        <a:pt x="114875" y="122920"/>
                        <a:pt x="127499" y="110744"/>
                        <a:pt x="142882" y="110746"/>
                      </a:cubicBezTo>
                      <a:cubicBezTo>
                        <a:pt x="146827" y="110746"/>
                        <a:pt x="150025" y="107548"/>
                        <a:pt x="150025" y="103603"/>
                      </a:cubicBezTo>
                      <a:cubicBezTo>
                        <a:pt x="150025" y="99657"/>
                        <a:pt x="146827" y="96459"/>
                        <a:pt x="142882" y="96459"/>
                      </a:cubicBezTo>
                      <a:cubicBezTo>
                        <a:pt x="132331" y="96451"/>
                        <a:pt x="122151" y="100351"/>
                        <a:pt x="114307" y="107407"/>
                      </a:cubicBezTo>
                      <a:lnTo>
                        <a:pt x="114307" y="46453"/>
                      </a:lnTo>
                      <a:cubicBezTo>
                        <a:pt x="114307" y="30671"/>
                        <a:pt x="127100" y="17878"/>
                        <a:pt x="142882" y="17878"/>
                      </a:cubicBezTo>
                      <a:cubicBezTo>
                        <a:pt x="158663" y="17878"/>
                        <a:pt x="171457" y="30671"/>
                        <a:pt x="171457" y="46453"/>
                      </a:cubicBezTo>
                      <a:lnTo>
                        <a:pt x="171457" y="52462"/>
                      </a:lnTo>
                      <a:cubicBezTo>
                        <a:pt x="171457" y="55488"/>
                        <a:pt x="173364" y="58185"/>
                        <a:pt x="176216" y="59195"/>
                      </a:cubicBezTo>
                      <a:cubicBezTo>
                        <a:pt x="192641" y="64978"/>
                        <a:pt x="202503" y="81762"/>
                        <a:pt x="199560" y="98924"/>
                      </a:cubicBezTo>
                      <a:cubicBezTo>
                        <a:pt x="196616" y="116087"/>
                        <a:pt x="181726" y="128626"/>
                        <a:pt x="164313" y="128606"/>
                      </a:cubicBezTo>
                      <a:close/>
                      <a:moveTo>
                        <a:pt x="178600" y="82171"/>
                      </a:moveTo>
                      <a:cubicBezTo>
                        <a:pt x="178600" y="86117"/>
                        <a:pt x="175402" y="89315"/>
                        <a:pt x="171457" y="89315"/>
                      </a:cubicBezTo>
                      <a:lnTo>
                        <a:pt x="167885" y="89315"/>
                      </a:lnTo>
                      <a:cubicBezTo>
                        <a:pt x="150131" y="89315"/>
                        <a:pt x="135738" y="74922"/>
                        <a:pt x="135738" y="57168"/>
                      </a:cubicBezTo>
                      <a:lnTo>
                        <a:pt x="135738" y="53596"/>
                      </a:lnTo>
                      <a:cubicBezTo>
                        <a:pt x="135738" y="49651"/>
                        <a:pt x="138936" y="46453"/>
                        <a:pt x="142882" y="46453"/>
                      </a:cubicBezTo>
                      <a:cubicBezTo>
                        <a:pt x="146827" y="46453"/>
                        <a:pt x="150025" y="49651"/>
                        <a:pt x="150025" y="53596"/>
                      </a:cubicBezTo>
                      <a:lnTo>
                        <a:pt x="150025" y="57168"/>
                      </a:lnTo>
                      <a:cubicBezTo>
                        <a:pt x="150025" y="67032"/>
                        <a:pt x="158021" y="75028"/>
                        <a:pt x="167885" y="75028"/>
                      </a:cubicBezTo>
                      <a:lnTo>
                        <a:pt x="171457" y="75028"/>
                      </a:lnTo>
                      <a:cubicBezTo>
                        <a:pt x="175402" y="75028"/>
                        <a:pt x="178600" y="78226"/>
                        <a:pt x="178600" y="82171"/>
                      </a:cubicBezTo>
                      <a:close/>
                      <a:moveTo>
                        <a:pt x="46441" y="89315"/>
                      </a:moveTo>
                      <a:lnTo>
                        <a:pt x="42869" y="89315"/>
                      </a:lnTo>
                      <a:cubicBezTo>
                        <a:pt x="38924" y="89315"/>
                        <a:pt x="35725" y="86117"/>
                        <a:pt x="35725" y="82171"/>
                      </a:cubicBezTo>
                      <a:cubicBezTo>
                        <a:pt x="35725" y="78226"/>
                        <a:pt x="38924" y="75028"/>
                        <a:pt x="42869" y="75028"/>
                      </a:cubicBezTo>
                      <a:lnTo>
                        <a:pt x="46441" y="75028"/>
                      </a:lnTo>
                      <a:cubicBezTo>
                        <a:pt x="56305" y="75028"/>
                        <a:pt x="64300" y="67032"/>
                        <a:pt x="64300" y="57168"/>
                      </a:cubicBezTo>
                      <a:lnTo>
                        <a:pt x="64300" y="53596"/>
                      </a:lnTo>
                      <a:cubicBezTo>
                        <a:pt x="64300" y="49651"/>
                        <a:pt x="67499" y="46453"/>
                        <a:pt x="71444" y="46453"/>
                      </a:cubicBezTo>
                      <a:cubicBezTo>
                        <a:pt x="75390" y="46453"/>
                        <a:pt x="78588" y="49651"/>
                        <a:pt x="78588" y="53596"/>
                      </a:cubicBezTo>
                      <a:lnTo>
                        <a:pt x="78588" y="57168"/>
                      </a:lnTo>
                      <a:cubicBezTo>
                        <a:pt x="78588" y="74922"/>
                        <a:pt x="64195" y="89315"/>
                        <a:pt x="46441" y="89315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6956108" y="30246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大模型驱动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68665" y="3048952"/>
                <a:ext cx="24629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DeepSeek-v4-pro · LangGraph ReAct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496050" y="3467100"/>
              <a:ext cx="4724400" cy="381000"/>
              <a:chOff x="6496050" y="3467100"/>
              <a:chExt cx="4724400" cy="3810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496050" y="3467100"/>
                <a:ext cx="4724400" cy="381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639600" y="3543533"/>
                <a:ext cx="207005" cy="190263"/>
                <a:chOff x="6639600" y="3543533"/>
                <a:chExt cx="207005" cy="190263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711607" y="3595795"/>
                  <a:ext cx="127676" cy="13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676" h="130963">
                      <a:moveTo>
                        <a:pt x="124748" y="121640"/>
                      </a:moveTo>
                      <a:cubicBezTo>
                        <a:pt x="125284" y="123512"/>
                        <a:pt x="124762" y="125527"/>
                        <a:pt x="123386" y="126904"/>
                      </a:cubicBezTo>
                      <a:cubicBezTo>
                        <a:pt x="122009" y="128281"/>
                        <a:pt x="119994" y="128802"/>
                        <a:pt x="118122" y="128266"/>
                      </a:cubicBezTo>
                      <a:lnTo>
                        <a:pt x="91449" y="120649"/>
                      </a:lnTo>
                      <a:cubicBezTo>
                        <a:pt x="74891" y="129664"/>
                        <a:pt x="55212" y="130963"/>
                        <a:pt x="37612" y="124203"/>
                      </a:cubicBezTo>
                      <a:cubicBezTo>
                        <a:pt x="20013" y="117442"/>
                        <a:pt x="6264" y="103302"/>
                        <a:pt x="0" y="85520"/>
                      </a:cubicBezTo>
                      <a:lnTo>
                        <a:pt x="0" y="85520"/>
                      </a:lnTo>
                      <a:cubicBezTo>
                        <a:pt x="1161" y="85582"/>
                        <a:pt x="2331" y="85618"/>
                        <a:pt x="3509" y="85618"/>
                      </a:cubicBezTo>
                      <a:cubicBezTo>
                        <a:pt x="24362" y="85619"/>
                        <a:pt x="43921" y="75508"/>
                        <a:pt x="55976" y="58492"/>
                      </a:cubicBezTo>
                      <a:cubicBezTo>
                        <a:pt x="68031" y="41477"/>
                        <a:pt x="71085" y="19672"/>
                        <a:pt x="64169" y="0"/>
                      </a:cubicBezTo>
                      <a:lnTo>
                        <a:pt x="64169" y="0"/>
                      </a:lnTo>
                      <a:cubicBezTo>
                        <a:pt x="86202" y="1203"/>
                        <a:pt x="106078" y="13620"/>
                        <a:pt x="116822" y="32893"/>
                      </a:cubicBezTo>
                      <a:cubicBezTo>
                        <a:pt x="127566" y="52167"/>
                        <a:pt x="127676" y="75603"/>
                        <a:pt x="117113" y="94976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639600" y="3543533"/>
                  <a:ext cx="207005" cy="190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005" h="190263">
                      <a:moveTo>
                        <a:pt x="196781" y="147997"/>
                      </a:moveTo>
                      <a:cubicBezTo>
                        <a:pt x="207005" y="127216"/>
                        <a:pt x="206519" y="102768"/>
                        <a:pt x="195479" y="82409"/>
                      </a:cubicBezTo>
                      <a:cubicBezTo>
                        <a:pt x="184439" y="62050"/>
                        <a:pt x="164215" y="48306"/>
                        <a:pt x="141221" y="45538"/>
                      </a:cubicBezTo>
                      <a:cubicBezTo>
                        <a:pt x="130990" y="21688"/>
                        <a:pt x="108630" y="5263"/>
                        <a:pt x="82813" y="2631"/>
                      </a:cubicBezTo>
                      <a:cubicBezTo>
                        <a:pt x="56995" y="0"/>
                        <a:pt x="31781" y="11577"/>
                        <a:pt x="16949" y="32872"/>
                      </a:cubicBezTo>
                      <a:cubicBezTo>
                        <a:pt x="2117" y="54167"/>
                        <a:pt x="0" y="81830"/>
                        <a:pt x="11419" y="105134"/>
                      </a:cubicBezTo>
                      <a:lnTo>
                        <a:pt x="4579" y="129084"/>
                      </a:lnTo>
                      <a:cubicBezTo>
                        <a:pt x="3336" y="133447"/>
                        <a:pt x="4554" y="138141"/>
                        <a:pt x="7762" y="141349"/>
                      </a:cubicBezTo>
                      <a:cubicBezTo>
                        <a:pt x="10970" y="144557"/>
                        <a:pt x="15664" y="145775"/>
                        <a:pt x="20027" y="144532"/>
                      </a:cubicBezTo>
                      <a:lnTo>
                        <a:pt x="43977" y="137692"/>
                      </a:lnTo>
                      <a:cubicBezTo>
                        <a:pt x="51204" y="141240"/>
                        <a:pt x="58977" y="143544"/>
                        <a:pt x="66971" y="144505"/>
                      </a:cubicBezTo>
                      <a:cubicBezTo>
                        <a:pt x="74671" y="162547"/>
                        <a:pt x="89451" y="176628"/>
                        <a:pt x="107844" y="183445"/>
                      </a:cubicBezTo>
                      <a:cubicBezTo>
                        <a:pt x="126237" y="190263"/>
                        <a:pt x="146625" y="189218"/>
                        <a:pt x="164224" y="180554"/>
                      </a:cubicBezTo>
                      <a:lnTo>
                        <a:pt x="188173" y="187395"/>
                      </a:lnTo>
                      <a:cubicBezTo>
                        <a:pt x="192536" y="188638"/>
                        <a:pt x="197230" y="187419"/>
                        <a:pt x="200438" y="184211"/>
                      </a:cubicBezTo>
                      <a:cubicBezTo>
                        <a:pt x="203646" y="181003"/>
                        <a:pt x="204865" y="176309"/>
                        <a:pt x="203622" y="171946"/>
                      </a:cubicBezTo>
                      <a:close/>
                      <a:moveTo>
                        <a:pt x="44745" y="122904"/>
                      </a:moveTo>
                      <a:cubicBezTo>
                        <a:pt x="44081" y="122904"/>
                        <a:pt x="43420" y="122995"/>
                        <a:pt x="42780" y="123172"/>
                      </a:cubicBezTo>
                      <a:lnTo>
                        <a:pt x="19197" y="129914"/>
                      </a:lnTo>
                      <a:lnTo>
                        <a:pt x="25939" y="106331"/>
                      </a:lnTo>
                      <a:cubicBezTo>
                        <a:pt x="26444" y="104534"/>
                        <a:pt x="26226" y="102611"/>
                        <a:pt x="25331" y="100973"/>
                      </a:cubicBezTo>
                      <a:cubicBezTo>
                        <a:pt x="11753" y="76044"/>
                        <a:pt x="18548" y="44925"/>
                        <a:pt x="41282" y="27925"/>
                      </a:cubicBezTo>
                      <a:cubicBezTo>
                        <a:pt x="64016" y="10924"/>
                        <a:pt x="95787" y="13205"/>
                        <a:pt x="115860" y="33278"/>
                      </a:cubicBezTo>
                      <a:cubicBezTo>
                        <a:pt x="135933" y="53351"/>
                        <a:pt x="138213" y="85121"/>
                        <a:pt x="121213" y="107856"/>
                      </a:cubicBezTo>
                      <a:cubicBezTo>
                        <a:pt x="104213" y="130590"/>
                        <a:pt x="73094" y="137385"/>
                        <a:pt x="48165" y="123806"/>
                      </a:cubicBezTo>
                      <a:cubicBezTo>
                        <a:pt x="47119" y="123222"/>
                        <a:pt x="45942" y="122911"/>
                        <a:pt x="44745" y="122904"/>
                      </a:cubicBezTo>
                      <a:close/>
                      <a:moveTo>
                        <a:pt x="182262" y="149193"/>
                      </a:moveTo>
                      <a:lnTo>
                        <a:pt x="189004" y="172777"/>
                      </a:lnTo>
                      <a:lnTo>
                        <a:pt x="165420" y="166035"/>
                      </a:lnTo>
                      <a:cubicBezTo>
                        <a:pt x="163624" y="165530"/>
                        <a:pt x="161701" y="165748"/>
                        <a:pt x="160063" y="166642"/>
                      </a:cubicBezTo>
                      <a:cubicBezTo>
                        <a:pt x="132667" y="181547"/>
                        <a:pt x="98381" y="171760"/>
                        <a:pt x="82982" y="144639"/>
                      </a:cubicBezTo>
                      <a:cubicBezTo>
                        <a:pt x="102757" y="142580"/>
                        <a:pt x="120777" y="132365"/>
                        <a:pt x="132701" y="116456"/>
                      </a:cubicBezTo>
                      <a:cubicBezTo>
                        <a:pt x="144626" y="100546"/>
                        <a:pt x="149374" y="80384"/>
                        <a:pt x="145802" y="60825"/>
                      </a:cubicBezTo>
                      <a:cubicBezTo>
                        <a:pt x="163153" y="64914"/>
                        <a:pt x="177603" y="76866"/>
                        <a:pt x="184873" y="93143"/>
                      </a:cubicBezTo>
                      <a:cubicBezTo>
                        <a:pt x="192144" y="109420"/>
                        <a:pt x="191403" y="128157"/>
                        <a:pt x="182869" y="143809"/>
                      </a:cubicBezTo>
                      <a:cubicBezTo>
                        <a:pt x="181967" y="145454"/>
                        <a:pt x="181749" y="147388"/>
                        <a:pt x="182262" y="149193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6956108" y="355806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多轮对话记忆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749665" y="3582352"/>
                <a:ext cx="18328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BufferWindow · 上下文连贯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496050" y="4000500"/>
              <a:ext cx="4724400" cy="381000"/>
              <a:chOff x="6496050" y="4000500"/>
              <a:chExt cx="4724400" cy="381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496050" y="40005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6650831" y="4079081"/>
                <a:ext cx="185738" cy="185738"/>
                <a:chOff x="6650831" y="4079081"/>
                <a:chExt cx="185738" cy="185738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6657975" y="40862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650831" y="4079081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6956108" y="40914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回答可溯源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68665" y="4115752"/>
                <a:ext cx="14478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来源文件名 + 页码标注</a:t>
                </a:r>
              </a:p>
            </p:txBody>
          </p:sp>
        </p:grpSp>
        <p:sp>
          <p:nvSpPr>
            <p:cNvPr id="52" name="Rectangle 52"/>
            <p:cNvSpPr/>
            <p:nvPr/>
          </p:nvSpPr>
          <p:spPr>
            <a:xfrm>
              <a:off x="6496050" y="4667250"/>
              <a:ext cx="4724400" cy="952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48462" y="48315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技术规格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49415" y="5077778"/>
              <a:ext cx="32960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 Size: 1000 | Chunk Overlap: 150 | Top-K: 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49415" y="5315902"/>
              <a:ext cx="39611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Embed: MiniLM-L12-v2 · CPU | Memory: k=4 buffer window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7" name="Rectangle 57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198120"/>
            <a:ext cx="3604355" cy="506730"/>
            <a:chOff x="762000" y="198120"/>
            <a:chExt cx="3604355" cy="506730"/>
          </a:xfrm>
        </p:grpSpPr>
        <p:sp>
          <p:nvSpPr>
            <p:cNvPr id="3" name="Rectangle 3"/>
            <p:cNvSpPr/>
            <p:nvPr/>
          </p:nvSpPr>
          <p:spPr>
            <a:xfrm>
              <a:off x="762000" y="2667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2020" y="198120"/>
              <a:ext cx="274929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技术栈与核心特性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1070" y="521970"/>
              <a:ext cx="34252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TECH STACK &amp; KEY FEATURES — 8 COMPONENTS + 6 ADVANTAGES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762000" y="781050"/>
            <a:ext cx="6858000" cy="2857500"/>
            <a:chOff x="762000" y="781050"/>
            <a:chExt cx="6858000" cy="2857500"/>
          </a:xfrm>
        </p:grpSpPr>
        <p:sp>
          <p:nvSpPr>
            <p:cNvPr id="7" name="Rectangle 7"/>
            <p:cNvSpPr/>
            <p:nvPr/>
          </p:nvSpPr>
          <p:spPr>
            <a:xfrm>
              <a:off x="762000" y="781050"/>
              <a:ext cx="6858000" cy="2857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781050"/>
              <a:ext cx="6858000" cy="3238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503316" y="869156"/>
              <a:ext cx="13753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技术栈 TECH STACK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14400" y="1200150"/>
              <a:ext cx="1581150" cy="554831"/>
              <a:chOff x="914400" y="1200150"/>
              <a:chExt cx="1581150" cy="554831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914400" y="1200150"/>
                <a:ext cx="158115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046559" y="1391841"/>
                <a:ext cx="154781" cy="142875"/>
                <a:chOff x="1046559" y="1391841"/>
                <a:chExt cx="154781" cy="142875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052512" y="1397794"/>
                  <a:ext cx="142875" cy="77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77391">
                      <a:moveTo>
                        <a:pt x="142875" y="11906"/>
                      </a:moveTo>
                      <a:lnTo>
                        <a:pt x="142875" y="77391"/>
                      </a:lnTo>
                      <a:lnTo>
                        <a:pt x="0" y="77391"/>
                      </a:lnTo>
                      <a:lnTo>
                        <a:pt x="0" y="11906"/>
                      </a:lnTo>
                      <a:cubicBezTo>
                        <a:pt x="0" y="5331"/>
                        <a:pt x="5331" y="0"/>
                        <a:pt x="11906" y="0"/>
                      </a:cubicBezTo>
                      <a:lnTo>
                        <a:pt x="130969" y="0"/>
                      </a:lnTo>
                      <a:cubicBezTo>
                        <a:pt x="137544" y="0"/>
                        <a:pt x="142875" y="5331"/>
                        <a:pt x="142875" y="11906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046559" y="1391841"/>
                  <a:ext cx="154781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42875">
                      <a:moveTo>
                        <a:pt x="136922" y="0"/>
                      </a:moveTo>
                      <a:lnTo>
                        <a:pt x="17859" y="0"/>
                      </a:lnTo>
                      <a:cubicBezTo>
                        <a:pt x="7996" y="0"/>
                        <a:pt x="0" y="7996"/>
                        <a:pt x="0" y="17859"/>
                      </a:cubicBezTo>
                      <a:lnTo>
                        <a:pt x="0" y="101203"/>
                      </a:lnTo>
                      <a:cubicBezTo>
                        <a:pt x="0" y="111067"/>
                        <a:pt x="7996" y="119062"/>
                        <a:pt x="17859" y="119062"/>
                      </a:cubicBezTo>
                      <a:lnTo>
                        <a:pt x="71438" y="119062"/>
                      </a:lnTo>
                      <a:lnTo>
                        <a:pt x="71438" y="130969"/>
                      </a:lnTo>
                      <a:lnTo>
                        <a:pt x="53578" y="130969"/>
                      </a:lnTo>
                      <a:cubicBezTo>
                        <a:pt x="50290" y="130969"/>
                        <a:pt x="47625" y="133634"/>
                        <a:pt x="47625" y="136922"/>
                      </a:cubicBezTo>
                      <a:cubicBezTo>
                        <a:pt x="47625" y="140210"/>
                        <a:pt x="50290" y="142875"/>
                        <a:pt x="53578" y="142875"/>
                      </a:cubicBezTo>
                      <a:lnTo>
                        <a:pt x="101203" y="142875"/>
                      </a:lnTo>
                      <a:cubicBezTo>
                        <a:pt x="104491" y="142875"/>
                        <a:pt x="107156" y="140210"/>
                        <a:pt x="107156" y="136922"/>
                      </a:cubicBezTo>
                      <a:cubicBezTo>
                        <a:pt x="107156" y="133634"/>
                        <a:pt x="104491" y="130969"/>
                        <a:pt x="101203" y="130969"/>
                      </a:cubicBezTo>
                      <a:lnTo>
                        <a:pt x="83344" y="130969"/>
                      </a:lnTo>
                      <a:lnTo>
                        <a:pt x="83344" y="119062"/>
                      </a:lnTo>
                      <a:lnTo>
                        <a:pt x="136922" y="119062"/>
                      </a:lnTo>
                      <a:cubicBezTo>
                        <a:pt x="146785" y="119062"/>
                        <a:pt x="154781" y="111067"/>
                        <a:pt x="154781" y="101203"/>
                      </a:cubicBezTo>
                      <a:lnTo>
                        <a:pt x="154781" y="17859"/>
                      </a:lnTo>
                      <a:cubicBezTo>
                        <a:pt x="154781" y="7996"/>
                        <a:pt x="146785" y="0"/>
                        <a:pt x="136922" y="0"/>
                      </a:cubicBezTo>
                      <a:close/>
                      <a:moveTo>
                        <a:pt x="17859" y="11906"/>
                      </a:moveTo>
                      <a:lnTo>
                        <a:pt x="136922" y="11906"/>
                      </a:lnTo>
                      <a:cubicBezTo>
                        <a:pt x="140210" y="11906"/>
                        <a:pt x="142875" y="14572"/>
                        <a:pt x="142875" y="17859"/>
                      </a:cubicBezTo>
                      <a:lnTo>
                        <a:pt x="142875" y="77391"/>
                      </a:lnTo>
                      <a:lnTo>
                        <a:pt x="11906" y="77391"/>
                      </a:lnTo>
                      <a:lnTo>
                        <a:pt x="11906" y="17859"/>
                      </a:lnTo>
                      <a:cubicBezTo>
                        <a:pt x="11906" y="14572"/>
                        <a:pt x="14572" y="11906"/>
                        <a:pt x="17859" y="11906"/>
                      </a:cubicBezTo>
                      <a:close/>
                      <a:moveTo>
                        <a:pt x="136922" y="107156"/>
                      </a:moveTo>
                      <a:lnTo>
                        <a:pt x="17859" y="107156"/>
                      </a:lnTo>
                      <a:cubicBezTo>
                        <a:pt x="14572" y="107156"/>
                        <a:pt x="11906" y="104491"/>
                        <a:pt x="11906" y="101203"/>
                      </a:cubicBezTo>
                      <a:lnTo>
                        <a:pt x="11906" y="89297"/>
                      </a:lnTo>
                      <a:lnTo>
                        <a:pt x="142875" y="89297"/>
                      </a:lnTo>
                      <a:lnTo>
                        <a:pt x="142875" y="101203"/>
                      </a:lnTo>
                      <a:cubicBezTo>
                        <a:pt x="142875" y="104491"/>
                        <a:pt x="140210" y="107156"/>
                        <a:pt x="136922" y="107156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282065" y="1410652"/>
                <a:ext cx="7103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Streamlit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84922" y="1587341"/>
                <a:ext cx="35099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Web UI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552700" y="1200150"/>
              <a:ext cx="1581150" cy="554831"/>
              <a:chOff x="2552700" y="1200150"/>
              <a:chExt cx="1581150" cy="554831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2552700" y="1200150"/>
                <a:ext cx="158115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2682743" y="1377429"/>
                <a:ext cx="159279" cy="154017"/>
                <a:chOff x="2682743" y="1377429"/>
                <a:chExt cx="159279" cy="154017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2744391" y="1439466"/>
                  <a:ext cx="35719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35719">
                      <a:moveTo>
                        <a:pt x="35719" y="17859"/>
                      </a:moveTo>
                      <a:cubicBezTo>
                        <a:pt x="35719" y="27723"/>
                        <a:pt x="27723" y="35719"/>
                        <a:pt x="17859" y="35719"/>
                      </a:cubicBezTo>
                      <a:cubicBezTo>
                        <a:pt x="7996" y="35719"/>
                        <a:pt x="0" y="27723"/>
                        <a:pt x="0" y="17859"/>
                      </a:cubicBezTo>
                      <a:cubicBezTo>
                        <a:pt x="0" y="7996"/>
                        <a:pt x="7996" y="0"/>
                        <a:pt x="17859" y="0"/>
                      </a:cubicBezTo>
                      <a:cubicBezTo>
                        <a:pt x="27723" y="0"/>
                        <a:pt x="35719" y="7996"/>
                        <a:pt x="35719" y="17859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2682743" y="1377429"/>
                  <a:ext cx="159279" cy="154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279" h="154017">
                      <a:moveTo>
                        <a:pt x="133085" y="97756"/>
                      </a:moveTo>
                      <a:cubicBezTo>
                        <a:pt x="127823" y="97753"/>
                        <a:pt x="122710" y="99502"/>
                        <a:pt x="118552" y="102727"/>
                      </a:cubicBezTo>
                      <a:lnTo>
                        <a:pt x="101355" y="89332"/>
                      </a:lnTo>
                      <a:cubicBezTo>
                        <a:pt x="102653" y="86356"/>
                        <a:pt x="103322" y="83143"/>
                        <a:pt x="103319" y="79896"/>
                      </a:cubicBezTo>
                      <a:cubicBezTo>
                        <a:pt x="103319" y="79346"/>
                        <a:pt x="103319" y="78795"/>
                        <a:pt x="103260" y="78252"/>
                      </a:cubicBezTo>
                      <a:lnTo>
                        <a:pt x="113105" y="74970"/>
                      </a:lnTo>
                      <a:cubicBezTo>
                        <a:pt x="119543" y="84900"/>
                        <a:pt x="132298" y="88595"/>
                        <a:pt x="143047" y="83644"/>
                      </a:cubicBezTo>
                      <a:cubicBezTo>
                        <a:pt x="153797" y="78692"/>
                        <a:pt x="159279" y="66597"/>
                        <a:pt x="155916" y="55250"/>
                      </a:cubicBezTo>
                      <a:cubicBezTo>
                        <a:pt x="152554" y="43903"/>
                        <a:pt x="141368" y="36747"/>
                        <a:pt x="129656" y="38451"/>
                      </a:cubicBezTo>
                      <a:cubicBezTo>
                        <a:pt x="117944" y="40155"/>
                        <a:pt x="109262" y="50202"/>
                        <a:pt x="109272" y="62037"/>
                      </a:cubicBezTo>
                      <a:cubicBezTo>
                        <a:pt x="109272" y="62588"/>
                        <a:pt x="109272" y="63138"/>
                        <a:pt x="109332" y="63681"/>
                      </a:cubicBezTo>
                      <a:lnTo>
                        <a:pt x="99487" y="66963"/>
                      </a:lnTo>
                      <a:cubicBezTo>
                        <a:pt x="95102" y="60184"/>
                        <a:pt x="87580" y="56089"/>
                        <a:pt x="79507" y="56084"/>
                      </a:cubicBezTo>
                      <a:cubicBezTo>
                        <a:pt x="78193" y="56087"/>
                        <a:pt x="76881" y="56196"/>
                        <a:pt x="75585" y="56411"/>
                      </a:cubicBezTo>
                      <a:lnTo>
                        <a:pt x="70495" y="44922"/>
                      </a:lnTo>
                      <a:cubicBezTo>
                        <a:pt x="79570" y="37671"/>
                        <a:pt x="82089" y="24930"/>
                        <a:pt x="76456" y="14771"/>
                      </a:cubicBezTo>
                      <a:cubicBezTo>
                        <a:pt x="70824" y="4612"/>
                        <a:pt x="58683" y="0"/>
                        <a:pt x="47726" y="3856"/>
                      </a:cubicBezTo>
                      <a:cubicBezTo>
                        <a:pt x="36768" y="7712"/>
                        <a:pt x="30193" y="18912"/>
                        <a:pt x="32164" y="30359"/>
                      </a:cubicBezTo>
                      <a:cubicBezTo>
                        <a:pt x="34135" y="41807"/>
                        <a:pt x="44078" y="50162"/>
                        <a:pt x="55694" y="50131"/>
                      </a:cubicBezTo>
                      <a:cubicBezTo>
                        <a:pt x="57008" y="50128"/>
                        <a:pt x="58320" y="50018"/>
                        <a:pt x="59616" y="49803"/>
                      </a:cubicBezTo>
                      <a:lnTo>
                        <a:pt x="64706" y="61263"/>
                      </a:lnTo>
                      <a:cubicBezTo>
                        <a:pt x="55804" y="68308"/>
                        <a:pt x="53132" y="80668"/>
                        <a:pt x="58328" y="90761"/>
                      </a:cubicBezTo>
                      <a:lnTo>
                        <a:pt x="39197" y="107757"/>
                      </a:lnTo>
                      <a:cubicBezTo>
                        <a:pt x="29235" y="101041"/>
                        <a:pt x="15834" y="102781"/>
                        <a:pt x="7917" y="111816"/>
                      </a:cubicBezTo>
                      <a:cubicBezTo>
                        <a:pt x="0" y="120852"/>
                        <a:pt x="37" y="134365"/>
                        <a:pt x="8003" y="143358"/>
                      </a:cubicBezTo>
                      <a:cubicBezTo>
                        <a:pt x="15969" y="152351"/>
                        <a:pt x="29379" y="154017"/>
                        <a:pt x="39304" y="147248"/>
                      </a:cubicBezTo>
                      <a:cubicBezTo>
                        <a:pt x="49228" y="140479"/>
                        <a:pt x="52572" y="127385"/>
                        <a:pt x="47107" y="116687"/>
                      </a:cubicBezTo>
                      <a:lnTo>
                        <a:pt x="66239" y="99690"/>
                      </a:lnTo>
                      <a:cubicBezTo>
                        <a:pt x="74735" y="105411"/>
                        <a:pt x="85942" y="105039"/>
                        <a:pt x="94040" y="98768"/>
                      </a:cubicBezTo>
                      <a:lnTo>
                        <a:pt x="111237" y="112162"/>
                      </a:lnTo>
                      <a:cubicBezTo>
                        <a:pt x="109943" y="115129"/>
                        <a:pt x="109274" y="118331"/>
                        <a:pt x="109272" y="121568"/>
                      </a:cubicBezTo>
                      <a:cubicBezTo>
                        <a:pt x="109272" y="134719"/>
                        <a:pt x="119934" y="145381"/>
                        <a:pt x="133085" y="145381"/>
                      </a:cubicBezTo>
                      <a:cubicBezTo>
                        <a:pt x="146236" y="145381"/>
                        <a:pt x="156897" y="134719"/>
                        <a:pt x="156897" y="121568"/>
                      </a:cubicBezTo>
                      <a:cubicBezTo>
                        <a:pt x="156897" y="108417"/>
                        <a:pt x="146236" y="97756"/>
                        <a:pt x="133085" y="97756"/>
                      </a:cubicBezTo>
                      <a:close/>
                      <a:moveTo>
                        <a:pt x="133085" y="50131"/>
                      </a:moveTo>
                      <a:cubicBezTo>
                        <a:pt x="139660" y="50131"/>
                        <a:pt x="144991" y="55461"/>
                        <a:pt x="144991" y="62037"/>
                      </a:cubicBezTo>
                      <a:cubicBezTo>
                        <a:pt x="144991" y="68613"/>
                        <a:pt x="139660" y="73943"/>
                        <a:pt x="133085" y="73943"/>
                      </a:cubicBezTo>
                      <a:cubicBezTo>
                        <a:pt x="126509" y="73943"/>
                        <a:pt x="121179" y="68613"/>
                        <a:pt x="121179" y="62037"/>
                      </a:cubicBezTo>
                      <a:cubicBezTo>
                        <a:pt x="121179" y="55461"/>
                        <a:pt x="126509" y="50131"/>
                        <a:pt x="133085" y="50131"/>
                      </a:cubicBezTo>
                      <a:close/>
                      <a:moveTo>
                        <a:pt x="43788" y="26318"/>
                      </a:moveTo>
                      <a:cubicBezTo>
                        <a:pt x="43788" y="19743"/>
                        <a:pt x="49119" y="14412"/>
                        <a:pt x="55694" y="14412"/>
                      </a:cubicBezTo>
                      <a:cubicBezTo>
                        <a:pt x="62270" y="14412"/>
                        <a:pt x="67600" y="19743"/>
                        <a:pt x="67600" y="26318"/>
                      </a:cubicBezTo>
                      <a:cubicBezTo>
                        <a:pt x="67600" y="32894"/>
                        <a:pt x="62270" y="38224"/>
                        <a:pt x="55694" y="38224"/>
                      </a:cubicBezTo>
                      <a:cubicBezTo>
                        <a:pt x="49119" y="38224"/>
                        <a:pt x="43788" y="32894"/>
                        <a:pt x="43788" y="26318"/>
                      </a:cubicBezTo>
                      <a:close/>
                      <a:moveTo>
                        <a:pt x="25929" y="139428"/>
                      </a:moveTo>
                      <a:cubicBezTo>
                        <a:pt x="19353" y="139428"/>
                        <a:pt x="14022" y="134097"/>
                        <a:pt x="14022" y="127521"/>
                      </a:cubicBezTo>
                      <a:cubicBezTo>
                        <a:pt x="14022" y="120946"/>
                        <a:pt x="19353" y="115615"/>
                        <a:pt x="25929" y="115615"/>
                      </a:cubicBezTo>
                      <a:cubicBezTo>
                        <a:pt x="32504" y="115615"/>
                        <a:pt x="37835" y="120946"/>
                        <a:pt x="37835" y="127521"/>
                      </a:cubicBezTo>
                      <a:cubicBezTo>
                        <a:pt x="37835" y="134097"/>
                        <a:pt x="32504" y="139428"/>
                        <a:pt x="25929" y="139428"/>
                      </a:cubicBezTo>
                      <a:close/>
                      <a:moveTo>
                        <a:pt x="67600" y="79896"/>
                      </a:moveTo>
                      <a:cubicBezTo>
                        <a:pt x="67600" y="73321"/>
                        <a:pt x="72931" y="67990"/>
                        <a:pt x="79507" y="67990"/>
                      </a:cubicBezTo>
                      <a:cubicBezTo>
                        <a:pt x="86082" y="67990"/>
                        <a:pt x="91413" y="73321"/>
                        <a:pt x="91413" y="79896"/>
                      </a:cubicBezTo>
                      <a:cubicBezTo>
                        <a:pt x="91413" y="86472"/>
                        <a:pt x="86082" y="91803"/>
                        <a:pt x="79507" y="91803"/>
                      </a:cubicBezTo>
                      <a:cubicBezTo>
                        <a:pt x="72931" y="91803"/>
                        <a:pt x="67600" y="86472"/>
                        <a:pt x="67600" y="79896"/>
                      </a:cubicBezTo>
                      <a:close/>
                      <a:moveTo>
                        <a:pt x="133085" y="133474"/>
                      </a:moveTo>
                      <a:cubicBezTo>
                        <a:pt x="126509" y="133474"/>
                        <a:pt x="121179" y="128144"/>
                        <a:pt x="121179" y="121568"/>
                      </a:cubicBezTo>
                      <a:cubicBezTo>
                        <a:pt x="121179" y="114993"/>
                        <a:pt x="126509" y="109662"/>
                        <a:pt x="133085" y="109662"/>
                      </a:cubicBezTo>
                      <a:cubicBezTo>
                        <a:pt x="139660" y="109662"/>
                        <a:pt x="144991" y="114993"/>
                        <a:pt x="144991" y="121568"/>
                      </a:cubicBezTo>
                      <a:cubicBezTo>
                        <a:pt x="144991" y="128144"/>
                        <a:pt x="139660" y="133474"/>
                        <a:pt x="133085" y="133474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2920365" y="1410652"/>
                <a:ext cx="7544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LangGraph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923222" y="1587341"/>
                <a:ext cx="32349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Agent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191000" y="1200150"/>
              <a:ext cx="1581150" cy="554831"/>
              <a:chOff x="4191000" y="1200150"/>
              <a:chExt cx="1581150" cy="554831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191000" y="1200150"/>
                <a:ext cx="158115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4329112" y="1379934"/>
                <a:ext cx="142875" cy="154781"/>
                <a:chOff x="4329112" y="1379934"/>
                <a:chExt cx="142875" cy="154781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4335066" y="1385888"/>
                  <a:ext cx="130969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69" h="71438">
                      <a:moveTo>
                        <a:pt x="130969" y="35719"/>
                      </a:moveTo>
                      <a:cubicBezTo>
                        <a:pt x="130969" y="55446"/>
                        <a:pt x="101650" y="71438"/>
                        <a:pt x="65484" y="71438"/>
                      </a:cubicBezTo>
                      <a:cubicBezTo>
                        <a:pt x="29319" y="71438"/>
                        <a:pt x="0" y="55446"/>
                        <a:pt x="0" y="35719"/>
                      </a:cubicBezTo>
                      <a:cubicBezTo>
                        <a:pt x="0" y="15992"/>
                        <a:pt x="29319" y="0"/>
                        <a:pt x="65484" y="0"/>
                      </a:cubicBezTo>
                      <a:cubicBezTo>
                        <a:pt x="101650" y="0"/>
                        <a:pt x="130969" y="15992"/>
                        <a:pt x="130969" y="35719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329112" y="1379934"/>
                  <a:ext cx="142875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54781">
                      <a:moveTo>
                        <a:pt x="71438" y="0"/>
                      </a:moveTo>
                      <a:cubicBezTo>
                        <a:pt x="31380" y="0"/>
                        <a:pt x="0" y="18306"/>
                        <a:pt x="0" y="41672"/>
                      </a:cubicBezTo>
                      <a:lnTo>
                        <a:pt x="0" y="113109"/>
                      </a:lnTo>
                      <a:cubicBezTo>
                        <a:pt x="0" y="136475"/>
                        <a:pt x="31380" y="154781"/>
                        <a:pt x="71438" y="154781"/>
                      </a:cubicBezTo>
                      <a:cubicBezTo>
                        <a:pt x="111495" y="154781"/>
                        <a:pt x="142875" y="136475"/>
                        <a:pt x="142875" y="113109"/>
                      </a:cubicBezTo>
                      <a:lnTo>
                        <a:pt x="142875" y="41672"/>
                      </a:lnTo>
                      <a:cubicBezTo>
                        <a:pt x="142875" y="18306"/>
                        <a:pt x="111495" y="0"/>
                        <a:pt x="71438" y="0"/>
                      </a:cubicBezTo>
                      <a:close/>
                      <a:moveTo>
                        <a:pt x="130969" y="77391"/>
                      </a:moveTo>
                      <a:cubicBezTo>
                        <a:pt x="130969" y="84549"/>
                        <a:pt x="125105" y="91849"/>
                        <a:pt x="114888" y="97423"/>
                      </a:cubicBezTo>
                      <a:cubicBezTo>
                        <a:pt x="103383" y="103696"/>
                        <a:pt x="87950" y="107156"/>
                        <a:pt x="71438" y="107156"/>
                      </a:cubicBezTo>
                      <a:cubicBezTo>
                        <a:pt x="54925" y="107156"/>
                        <a:pt x="39492" y="103696"/>
                        <a:pt x="27987" y="97423"/>
                      </a:cubicBezTo>
                      <a:cubicBezTo>
                        <a:pt x="17770" y="91849"/>
                        <a:pt x="11906" y="84549"/>
                        <a:pt x="11906" y="77391"/>
                      </a:cubicBezTo>
                      <a:lnTo>
                        <a:pt x="11906" y="65008"/>
                      </a:lnTo>
                      <a:cubicBezTo>
                        <a:pt x="24601" y="76170"/>
                        <a:pt x="46308" y="83344"/>
                        <a:pt x="71438" y="83344"/>
                      </a:cubicBezTo>
                      <a:cubicBezTo>
                        <a:pt x="96567" y="83344"/>
                        <a:pt x="118274" y="76140"/>
                        <a:pt x="130969" y="65008"/>
                      </a:cubicBezTo>
                      <a:close/>
                      <a:moveTo>
                        <a:pt x="27987" y="21640"/>
                      </a:moveTo>
                      <a:cubicBezTo>
                        <a:pt x="39492" y="15367"/>
                        <a:pt x="54925" y="11906"/>
                        <a:pt x="71438" y="11906"/>
                      </a:cubicBezTo>
                      <a:cubicBezTo>
                        <a:pt x="87950" y="11906"/>
                        <a:pt x="103383" y="15367"/>
                        <a:pt x="114888" y="21640"/>
                      </a:cubicBezTo>
                      <a:cubicBezTo>
                        <a:pt x="125105" y="27213"/>
                        <a:pt x="130969" y="34513"/>
                        <a:pt x="130969" y="41672"/>
                      </a:cubicBezTo>
                      <a:cubicBezTo>
                        <a:pt x="130969" y="48831"/>
                        <a:pt x="125105" y="56131"/>
                        <a:pt x="114888" y="61704"/>
                      </a:cubicBezTo>
                      <a:cubicBezTo>
                        <a:pt x="103383" y="67977"/>
                        <a:pt x="87950" y="71438"/>
                        <a:pt x="71438" y="71438"/>
                      </a:cubicBezTo>
                      <a:cubicBezTo>
                        <a:pt x="54925" y="71438"/>
                        <a:pt x="39492" y="67977"/>
                        <a:pt x="27987" y="61704"/>
                      </a:cubicBezTo>
                      <a:cubicBezTo>
                        <a:pt x="17770" y="56131"/>
                        <a:pt x="11906" y="48831"/>
                        <a:pt x="11906" y="41672"/>
                      </a:cubicBezTo>
                      <a:cubicBezTo>
                        <a:pt x="11906" y="34513"/>
                        <a:pt x="17770" y="27213"/>
                        <a:pt x="27987" y="21640"/>
                      </a:cubicBezTo>
                      <a:close/>
                      <a:moveTo>
                        <a:pt x="114888" y="133142"/>
                      </a:moveTo>
                      <a:cubicBezTo>
                        <a:pt x="103383" y="139415"/>
                        <a:pt x="87950" y="142875"/>
                        <a:pt x="71438" y="142875"/>
                      </a:cubicBezTo>
                      <a:cubicBezTo>
                        <a:pt x="54925" y="142875"/>
                        <a:pt x="39492" y="139415"/>
                        <a:pt x="27987" y="133142"/>
                      </a:cubicBezTo>
                      <a:cubicBezTo>
                        <a:pt x="17770" y="127568"/>
                        <a:pt x="11906" y="120268"/>
                        <a:pt x="11906" y="113109"/>
                      </a:cubicBezTo>
                      <a:lnTo>
                        <a:pt x="11906" y="100727"/>
                      </a:lnTo>
                      <a:cubicBezTo>
                        <a:pt x="24601" y="111889"/>
                        <a:pt x="46308" y="119062"/>
                        <a:pt x="71438" y="119062"/>
                      </a:cubicBezTo>
                      <a:cubicBezTo>
                        <a:pt x="96567" y="119062"/>
                        <a:pt x="118274" y="111859"/>
                        <a:pt x="130969" y="100727"/>
                      </a:cubicBezTo>
                      <a:lnTo>
                        <a:pt x="130969" y="113109"/>
                      </a:lnTo>
                      <a:cubicBezTo>
                        <a:pt x="130969" y="120268"/>
                        <a:pt x="125105" y="127568"/>
                        <a:pt x="114888" y="133142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558665" y="1410652"/>
                <a:ext cx="7029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ChromaDB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61522" y="1587341"/>
                <a:ext cx="35099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向量库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829300" y="1200150"/>
              <a:ext cx="1581150" cy="554831"/>
              <a:chOff x="5829300" y="1200150"/>
              <a:chExt cx="1581150" cy="554831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829300" y="1200150"/>
                <a:ext cx="158115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5955506" y="1373981"/>
                <a:ext cx="166688" cy="166688"/>
                <a:chOff x="5955506" y="1373981"/>
                <a:chExt cx="166688" cy="166688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5979319" y="1397794"/>
                  <a:ext cx="119062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19062">
                      <a:moveTo>
                        <a:pt x="113109" y="0"/>
                      </a:moveTo>
                      <a:lnTo>
                        <a:pt x="5953" y="0"/>
                      </a:lnTo>
                      <a:cubicBezTo>
                        <a:pt x="2665" y="0"/>
                        <a:pt x="0" y="2665"/>
                        <a:pt x="0" y="5953"/>
                      </a:cubicBezTo>
                      <a:lnTo>
                        <a:pt x="0" y="113109"/>
                      </a:lnTo>
                      <a:cubicBezTo>
                        <a:pt x="0" y="116397"/>
                        <a:pt x="2665" y="119062"/>
                        <a:pt x="5953" y="119062"/>
                      </a:cubicBezTo>
                      <a:lnTo>
                        <a:pt x="113109" y="119062"/>
                      </a:lnTo>
                      <a:cubicBezTo>
                        <a:pt x="116397" y="119062"/>
                        <a:pt x="119062" y="116397"/>
                        <a:pt x="119062" y="113109"/>
                      </a:cubicBezTo>
                      <a:lnTo>
                        <a:pt x="119062" y="5953"/>
                      </a:lnTo>
                      <a:cubicBezTo>
                        <a:pt x="119062" y="2665"/>
                        <a:pt x="116397" y="0"/>
                        <a:pt x="113109" y="0"/>
                      </a:cubicBezTo>
                      <a:close/>
                      <a:moveTo>
                        <a:pt x="77391" y="77391"/>
                      </a:moveTo>
                      <a:lnTo>
                        <a:pt x="41672" y="77391"/>
                      </a:lnTo>
                      <a:lnTo>
                        <a:pt x="41672" y="41672"/>
                      </a:lnTo>
                      <a:lnTo>
                        <a:pt x="77391" y="41672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5955506" y="1373981"/>
                  <a:ext cx="166688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166688">
                      <a:moveTo>
                        <a:pt x="101203" y="59531"/>
                      </a:moveTo>
                      <a:lnTo>
                        <a:pt x="65484" y="59531"/>
                      </a:lnTo>
                      <a:cubicBezTo>
                        <a:pt x="62197" y="59531"/>
                        <a:pt x="59531" y="62197"/>
                        <a:pt x="59531" y="65484"/>
                      </a:cubicBezTo>
                      <a:lnTo>
                        <a:pt x="59531" y="101203"/>
                      </a:lnTo>
                      <a:cubicBezTo>
                        <a:pt x="59531" y="104491"/>
                        <a:pt x="62197" y="107156"/>
                        <a:pt x="65484" y="107156"/>
                      </a:cubicBezTo>
                      <a:lnTo>
                        <a:pt x="101203" y="107156"/>
                      </a:lnTo>
                      <a:cubicBezTo>
                        <a:pt x="104491" y="107156"/>
                        <a:pt x="107156" y="104491"/>
                        <a:pt x="107156" y="101203"/>
                      </a:cubicBezTo>
                      <a:lnTo>
                        <a:pt x="107156" y="65484"/>
                      </a:lnTo>
                      <a:cubicBezTo>
                        <a:pt x="107156" y="62197"/>
                        <a:pt x="104491" y="59531"/>
                        <a:pt x="101203" y="59531"/>
                      </a:cubicBezTo>
                      <a:close/>
                      <a:moveTo>
                        <a:pt x="95250" y="95250"/>
                      </a:moveTo>
                      <a:lnTo>
                        <a:pt x="71438" y="95250"/>
                      </a:lnTo>
                      <a:lnTo>
                        <a:pt x="71438" y="71438"/>
                      </a:lnTo>
                      <a:lnTo>
                        <a:pt x="95250" y="71438"/>
                      </a:lnTo>
                      <a:close/>
                      <a:moveTo>
                        <a:pt x="160734" y="95250"/>
                      </a:moveTo>
                      <a:lnTo>
                        <a:pt x="148828" y="95250"/>
                      </a:lnTo>
                      <a:lnTo>
                        <a:pt x="148828" y="71438"/>
                      </a:lnTo>
                      <a:lnTo>
                        <a:pt x="160734" y="71438"/>
                      </a:lnTo>
                      <a:cubicBezTo>
                        <a:pt x="164022" y="71438"/>
                        <a:pt x="166688" y="68772"/>
                        <a:pt x="166688" y="65484"/>
                      </a:cubicBezTo>
                      <a:cubicBezTo>
                        <a:pt x="166688" y="62197"/>
                        <a:pt x="164022" y="59531"/>
                        <a:pt x="160734" y="59531"/>
                      </a:cubicBezTo>
                      <a:lnTo>
                        <a:pt x="148828" y="59531"/>
                      </a:lnTo>
                      <a:lnTo>
                        <a:pt x="148828" y="29766"/>
                      </a:lnTo>
                      <a:cubicBezTo>
                        <a:pt x="148828" y="23190"/>
                        <a:pt x="143498" y="17859"/>
                        <a:pt x="136922" y="17859"/>
                      </a:cubicBezTo>
                      <a:lnTo>
                        <a:pt x="107156" y="17859"/>
                      </a:lnTo>
                      <a:lnTo>
                        <a:pt x="107156" y="5953"/>
                      </a:lnTo>
                      <a:cubicBezTo>
                        <a:pt x="107156" y="2665"/>
                        <a:pt x="104491" y="0"/>
                        <a:pt x="101203" y="0"/>
                      </a:cubicBezTo>
                      <a:cubicBezTo>
                        <a:pt x="97915" y="0"/>
                        <a:pt x="95250" y="2665"/>
                        <a:pt x="95250" y="5953"/>
                      </a:cubicBezTo>
                      <a:lnTo>
                        <a:pt x="95250" y="17859"/>
                      </a:lnTo>
                      <a:lnTo>
                        <a:pt x="71438" y="17859"/>
                      </a:lnTo>
                      <a:lnTo>
                        <a:pt x="71438" y="5953"/>
                      </a:lnTo>
                      <a:cubicBezTo>
                        <a:pt x="71438" y="2665"/>
                        <a:pt x="68772" y="0"/>
                        <a:pt x="65484" y="0"/>
                      </a:cubicBezTo>
                      <a:cubicBezTo>
                        <a:pt x="62197" y="0"/>
                        <a:pt x="59531" y="2665"/>
                        <a:pt x="59531" y="5953"/>
                      </a:cubicBezTo>
                      <a:lnTo>
                        <a:pt x="59531" y="17859"/>
                      </a:lnTo>
                      <a:lnTo>
                        <a:pt x="29766" y="17859"/>
                      </a:lnTo>
                      <a:cubicBezTo>
                        <a:pt x="23190" y="17859"/>
                        <a:pt x="17859" y="23190"/>
                        <a:pt x="17859" y="29766"/>
                      </a:cubicBezTo>
                      <a:lnTo>
                        <a:pt x="17859" y="59531"/>
                      </a:lnTo>
                      <a:lnTo>
                        <a:pt x="5953" y="59531"/>
                      </a:lnTo>
                      <a:cubicBezTo>
                        <a:pt x="2665" y="59531"/>
                        <a:pt x="0" y="62197"/>
                        <a:pt x="0" y="65484"/>
                      </a:cubicBezTo>
                      <a:cubicBezTo>
                        <a:pt x="0" y="68772"/>
                        <a:pt x="2665" y="71438"/>
                        <a:pt x="5953" y="71438"/>
                      </a:cubicBezTo>
                      <a:lnTo>
                        <a:pt x="17859" y="71438"/>
                      </a:lnTo>
                      <a:lnTo>
                        <a:pt x="17859" y="95250"/>
                      </a:lnTo>
                      <a:lnTo>
                        <a:pt x="5953" y="95250"/>
                      </a:lnTo>
                      <a:cubicBezTo>
                        <a:pt x="2665" y="95250"/>
                        <a:pt x="0" y="97915"/>
                        <a:pt x="0" y="101203"/>
                      </a:cubicBezTo>
                      <a:cubicBezTo>
                        <a:pt x="0" y="104491"/>
                        <a:pt x="2665" y="107156"/>
                        <a:pt x="5953" y="107156"/>
                      </a:cubicBezTo>
                      <a:lnTo>
                        <a:pt x="17859" y="107156"/>
                      </a:lnTo>
                      <a:lnTo>
                        <a:pt x="17859" y="136922"/>
                      </a:lnTo>
                      <a:cubicBezTo>
                        <a:pt x="17859" y="143498"/>
                        <a:pt x="23190" y="148828"/>
                        <a:pt x="29766" y="148828"/>
                      </a:cubicBezTo>
                      <a:lnTo>
                        <a:pt x="59531" y="148828"/>
                      </a:lnTo>
                      <a:lnTo>
                        <a:pt x="59531" y="160734"/>
                      </a:lnTo>
                      <a:cubicBezTo>
                        <a:pt x="59531" y="164022"/>
                        <a:pt x="62197" y="166688"/>
                        <a:pt x="65484" y="166688"/>
                      </a:cubicBezTo>
                      <a:cubicBezTo>
                        <a:pt x="68772" y="166688"/>
                        <a:pt x="71438" y="164022"/>
                        <a:pt x="71438" y="160734"/>
                      </a:cubicBezTo>
                      <a:lnTo>
                        <a:pt x="71438" y="148828"/>
                      </a:lnTo>
                      <a:lnTo>
                        <a:pt x="95250" y="148828"/>
                      </a:lnTo>
                      <a:lnTo>
                        <a:pt x="95250" y="160734"/>
                      </a:lnTo>
                      <a:cubicBezTo>
                        <a:pt x="95250" y="164022"/>
                        <a:pt x="97915" y="166688"/>
                        <a:pt x="101203" y="166688"/>
                      </a:cubicBezTo>
                      <a:cubicBezTo>
                        <a:pt x="104491" y="166688"/>
                        <a:pt x="107156" y="164022"/>
                        <a:pt x="107156" y="160734"/>
                      </a:cubicBezTo>
                      <a:lnTo>
                        <a:pt x="107156" y="148828"/>
                      </a:lnTo>
                      <a:lnTo>
                        <a:pt x="136922" y="148828"/>
                      </a:lnTo>
                      <a:cubicBezTo>
                        <a:pt x="143498" y="148828"/>
                        <a:pt x="148828" y="143498"/>
                        <a:pt x="148828" y="136922"/>
                      </a:cubicBezTo>
                      <a:lnTo>
                        <a:pt x="148828" y="107156"/>
                      </a:lnTo>
                      <a:lnTo>
                        <a:pt x="160734" y="107156"/>
                      </a:lnTo>
                      <a:cubicBezTo>
                        <a:pt x="164022" y="107156"/>
                        <a:pt x="166688" y="104491"/>
                        <a:pt x="166688" y="101203"/>
                      </a:cubicBezTo>
                      <a:cubicBezTo>
                        <a:pt x="166688" y="97915"/>
                        <a:pt x="164022" y="95250"/>
                        <a:pt x="160734" y="95250"/>
                      </a:cubicBezTo>
                      <a:close/>
                      <a:moveTo>
                        <a:pt x="136922" y="136922"/>
                      </a:moveTo>
                      <a:lnTo>
                        <a:pt x="29766" y="136922"/>
                      </a:lnTo>
                      <a:lnTo>
                        <a:pt x="29766" y="29766"/>
                      </a:lnTo>
                      <a:lnTo>
                        <a:pt x="136922" y="29766"/>
                      </a:lnTo>
                      <a:lnTo>
                        <a:pt x="136922" y="101106"/>
                      </a:lnTo>
                      <a:cubicBezTo>
                        <a:pt x="136922" y="101106"/>
                        <a:pt x="136922" y="101173"/>
                        <a:pt x="136922" y="101203"/>
                      </a:cubicBezTo>
                      <a:cubicBezTo>
                        <a:pt x="136922" y="101233"/>
                        <a:pt x="136922" y="101270"/>
                        <a:pt x="136922" y="101300"/>
                      </a:cubicBezTo>
                      <a:lnTo>
                        <a:pt x="136922" y="136922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6196965" y="1410652"/>
                <a:ext cx="8793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HuggingFace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199822" y="1587341"/>
                <a:ext cx="56002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Embedding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914400" y="1790700"/>
              <a:ext cx="1581150" cy="554831"/>
              <a:chOff x="914400" y="1790700"/>
              <a:chExt cx="1581150" cy="554831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914400" y="1790700"/>
                <a:ext cx="158115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1034648" y="1967493"/>
                <a:ext cx="178599" cy="154812"/>
                <a:chOff x="1034648" y="1967493"/>
                <a:chExt cx="178599" cy="154812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1040574" y="1976438"/>
                  <a:ext cx="166724" cy="1369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724" h="136922">
                      <a:moveTo>
                        <a:pt x="166719" y="68461"/>
                      </a:moveTo>
                      <a:cubicBezTo>
                        <a:pt x="166724" y="83602"/>
                        <a:pt x="157182" y="97101"/>
                        <a:pt x="142907" y="102148"/>
                      </a:cubicBezTo>
                      <a:lnTo>
                        <a:pt x="142907" y="102148"/>
                      </a:lnTo>
                      <a:lnTo>
                        <a:pt x="142907" y="107156"/>
                      </a:lnTo>
                      <a:cubicBezTo>
                        <a:pt x="142907" y="123595"/>
                        <a:pt x="129580" y="136922"/>
                        <a:pt x="113141" y="136922"/>
                      </a:cubicBezTo>
                      <a:cubicBezTo>
                        <a:pt x="96702" y="136922"/>
                        <a:pt x="83376" y="123595"/>
                        <a:pt x="83376" y="107156"/>
                      </a:cubicBezTo>
                      <a:cubicBezTo>
                        <a:pt x="83376" y="123595"/>
                        <a:pt x="70049" y="136922"/>
                        <a:pt x="53610" y="136922"/>
                      </a:cubicBezTo>
                      <a:cubicBezTo>
                        <a:pt x="37171" y="136922"/>
                        <a:pt x="23844" y="123595"/>
                        <a:pt x="23844" y="107156"/>
                      </a:cubicBezTo>
                      <a:lnTo>
                        <a:pt x="23844" y="102148"/>
                      </a:lnTo>
                      <a:lnTo>
                        <a:pt x="23844" y="102148"/>
                      </a:lnTo>
                      <a:cubicBezTo>
                        <a:pt x="9557" y="97112"/>
                        <a:pt x="0" y="83610"/>
                        <a:pt x="0" y="68461"/>
                      </a:cubicBezTo>
                      <a:cubicBezTo>
                        <a:pt x="0" y="53311"/>
                        <a:pt x="9557" y="39810"/>
                        <a:pt x="23844" y="34774"/>
                      </a:cubicBezTo>
                      <a:lnTo>
                        <a:pt x="23844" y="29766"/>
                      </a:lnTo>
                      <a:cubicBezTo>
                        <a:pt x="23844" y="13327"/>
                        <a:pt x="37171" y="0"/>
                        <a:pt x="53610" y="0"/>
                      </a:cubicBezTo>
                      <a:cubicBezTo>
                        <a:pt x="70049" y="0"/>
                        <a:pt x="83376" y="13327"/>
                        <a:pt x="83376" y="29766"/>
                      </a:cubicBezTo>
                      <a:cubicBezTo>
                        <a:pt x="83376" y="13327"/>
                        <a:pt x="96702" y="0"/>
                        <a:pt x="113141" y="0"/>
                      </a:cubicBezTo>
                      <a:cubicBezTo>
                        <a:pt x="129580" y="0"/>
                        <a:pt x="142907" y="13327"/>
                        <a:pt x="142907" y="29766"/>
                      </a:cubicBezTo>
                      <a:lnTo>
                        <a:pt x="142907" y="34774"/>
                      </a:lnTo>
                      <a:cubicBezTo>
                        <a:pt x="157182" y="39821"/>
                        <a:pt x="166724" y="53320"/>
                        <a:pt x="166719" y="68461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034648" y="1967493"/>
                  <a:ext cx="178599" cy="154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599" h="154812">
                      <a:moveTo>
                        <a:pt x="178599" y="77406"/>
                      </a:moveTo>
                      <a:cubicBezTo>
                        <a:pt x="178583" y="61312"/>
                        <a:pt x="169319" y="46660"/>
                        <a:pt x="154787" y="39745"/>
                      </a:cubicBezTo>
                      <a:lnTo>
                        <a:pt x="154787" y="38710"/>
                      </a:lnTo>
                      <a:cubicBezTo>
                        <a:pt x="154773" y="22961"/>
                        <a:pt x="144445" y="9079"/>
                        <a:pt x="129364" y="4540"/>
                      </a:cubicBezTo>
                      <a:cubicBezTo>
                        <a:pt x="114283" y="0"/>
                        <a:pt x="98008" y="5874"/>
                        <a:pt x="89302" y="18998"/>
                      </a:cubicBezTo>
                      <a:cubicBezTo>
                        <a:pt x="80597" y="5874"/>
                        <a:pt x="64322" y="0"/>
                        <a:pt x="49241" y="4540"/>
                      </a:cubicBezTo>
                      <a:cubicBezTo>
                        <a:pt x="34160" y="9079"/>
                        <a:pt x="23832" y="22961"/>
                        <a:pt x="23818" y="38710"/>
                      </a:cubicBezTo>
                      <a:lnTo>
                        <a:pt x="23818" y="39745"/>
                      </a:lnTo>
                      <a:cubicBezTo>
                        <a:pt x="9272" y="46642"/>
                        <a:pt x="0" y="61300"/>
                        <a:pt x="0" y="77398"/>
                      </a:cubicBezTo>
                      <a:cubicBezTo>
                        <a:pt x="0" y="93496"/>
                        <a:pt x="9272" y="108155"/>
                        <a:pt x="23818" y="115052"/>
                      </a:cubicBezTo>
                      <a:lnTo>
                        <a:pt x="23818" y="116101"/>
                      </a:lnTo>
                      <a:cubicBezTo>
                        <a:pt x="23832" y="131851"/>
                        <a:pt x="34160" y="145732"/>
                        <a:pt x="49241" y="150272"/>
                      </a:cubicBezTo>
                      <a:cubicBezTo>
                        <a:pt x="64322" y="154812"/>
                        <a:pt x="80597" y="148938"/>
                        <a:pt x="89302" y="135813"/>
                      </a:cubicBezTo>
                      <a:cubicBezTo>
                        <a:pt x="98008" y="148938"/>
                        <a:pt x="114283" y="154812"/>
                        <a:pt x="129364" y="150272"/>
                      </a:cubicBezTo>
                      <a:cubicBezTo>
                        <a:pt x="144445" y="145732"/>
                        <a:pt x="154773" y="131851"/>
                        <a:pt x="154787" y="116101"/>
                      </a:cubicBezTo>
                      <a:lnTo>
                        <a:pt x="154787" y="115052"/>
                      </a:lnTo>
                      <a:cubicBezTo>
                        <a:pt x="169317" y="108142"/>
                        <a:pt x="178581" y="93495"/>
                        <a:pt x="178599" y="77406"/>
                      </a:cubicBezTo>
                      <a:close/>
                      <a:moveTo>
                        <a:pt x="59537" y="139914"/>
                      </a:moveTo>
                      <a:cubicBezTo>
                        <a:pt x="47378" y="139912"/>
                        <a:pt x="37173" y="130750"/>
                        <a:pt x="35866" y="118661"/>
                      </a:cubicBezTo>
                      <a:cubicBezTo>
                        <a:pt x="37791" y="118936"/>
                        <a:pt x="39733" y="119075"/>
                        <a:pt x="41677" y="119078"/>
                      </a:cubicBezTo>
                      <a:lnTo>
                        <a:pt x="47631" y="119078"/>
                      </a:lnTo>
                      <a:cubicBezTo>
                        <a:pt x="50918" y="119078"/>
                        <a:pt x="53584" y="116412"/>
                        <a:pt x="53584" y="113125"/>
                      </a:cubicBezTo>
                      <a:cubicBezTo>
                        <a:pt x="53584" y="109837"/>
                        <a:pt x="50918" y="107171"/>
                        <a:pt x="47631" y="107171"/>
                      </a:cubicBezTo>
                      <a:lnTo>
                        <a:pt x="41677" y="107171"/>
                      </a:lnTo>
                      <a:cubicBezTo>
                        <a:pt x="27166" y="107188"/>
                        <a:pt x="14758" y="96739"/>
                        <a:pt x="12305" y="82437"/>
                      </a:cubicBezTo>
                      <a:cubicBezTo>
                        <a:pt x="9853" y="68135"/>
                        <a:pt x="18071" y="54148"/>
                        <a:pt x="31758" y="49329"/>
                      </a:cubicBezTo>
                      <a:cubicBezTo>
                        <a:pt x="34135" y="48488"/>
                        <a:pt x="35724" y="46240"/>
                        <a:pt x="35724" y="43719"/>
                      </a:cubicBezTo>
                      <a:lnTo>
                        <a:pt x="35724" y="38710"/>
                      </a:lnTo>
                      <a:cubicBezTo>
                        <a:pt x="35724" y="25559"/>
                        <a:pt x="46386" y="14898"/>
                        <a:pt x="59537" y="14898"/>
                      </a:cubicBezTo>
                      <a:cubicBezTo>
                        <a:pt x="72688" y="14898"/>
                        <a:pt x="83349" y="25559"/>
                        <a:pt x="83349" y="38710"/>
                      </a:cubicBezTo>
                      <a:lnTo>
                        <a:pt x="83349" y="89506"/>
                      </a:lnTo>
                      <a:cubicBezTo>
                        <a:pt x="76812" y="83626"/>
                        <a:pt x="68329" y="80376"/>
                        <a:pt x="59537" y="80382"/>
                      </a:cubicBezTo>
                      <a:cubicBezTo>
                        <a:pt x="56249" y="80382"/>
                        <a:pt x="53584" y="83048"/>
                        <a:pt x="53584" y="86335"/>
                      </a:cubicBezTo>
                      <a:cubicBezTo>
                        <a:pt x="53584" y="89623"/>
                        <a:pt x="56249" y="92289"/>
                        <a:pt x="59537" y="92289"/>
                      </a:cubicBezTo>
                      <a:cubicBezTo>
                        <a:pt x="72688" y="92289"/>
                        <a:pt x="83349" y="102950"/>
                        <a:pt x="83349" y="116101"/>
                      </a:cubicBezTo>
                      <a:cubicBezTo>
                        <a:pt x="83349" y="129252"/>
                        <a:pt x="72688" y="139914"/>
                        <a:pt x="59537" y="139914"/>
                      </a:cubicBezTo>
                      <a:close/>
                      <a:moveTo>
                        <a:pt x="136927" y="107171"/>
                      </a:moveTo>
                      <a:lnTo>
                        <a:pt x="130974" y="107171"/>
                      </a:lnTo>
                      <a:cubicBezTo>
                        <a:pt x="127687" y="107171"/>
                        <a:pt x="125021" y="109837"/>
                        <a:pt x="125021" y="113125"/>
                      </a:cubicBezTo>
                      <a:cubicBezTo>
                        <a:pt x="125021" y="116412"/>
                        <a:pt x="127687" y="119078"/>
                        <a:pt x="130974" y="119078"/>
                      </a:cubicBezTo>
                      <a:lnTo>
                        <a:pt x="136927" y="119078"/>
                      </a:lnTo>
                      <a:cubicBezTo>
                        <a:pt x="138872" y="119075"/>
                        <a:pt x="140814" y="118936"/>
                        <a:pt x="142739" y="118661"/>
                      </a:cubicBezTo>
                      <a:cubicBezTo>
                        <a:pt x="141361" y="131406"/>
                        <a:pt x="130141" y="140772"/>
                        <a:pt x="117355" y="139852"/>
                      </a:cubicBezTo>
                      <a:cubicBezTo>
                        <a:pt x="104569" y="138932"/>
                        <a:pt x="94806" y="128055"/>
                        <a:pt x="95268" y="115244"/>
                      </a:cubicBezTo>
                      <a:cubicBezTo>
                        <a:pt x="95729" y="102433"/>
                        <a:pt x="106249" y="92287"/>
                        <a:pt x="119068" y="92289"/>
                      </a:cubicBezTo>
                      <a:cubicBezTo>
                        <a:pt x="122356" y="92289"/>
                        <a:pt x="125021" y="89623"/>
                        <a:pt x="125021" y="86335"/>
                      </a:cubicBezTo>
                      <a:cubicBezTo>
                        <a:pt x="125021" y="83048"/>
                        <a:pt x="122356" y="80382"/>
                        <a:pt x="119068" y="80382"/>
                      </a:cubicBezTo>
                      <a:cubicBezTo>
                        <a:pt x="110276" y="80376"/>
                        <a:pt x="101793" y="83626"/>
                        <a:pt x="95256" y="89506"/>
                      </a:cubicBezTo>
                      <a:lnTo>
                        <a:pt x="95256" y="38710"/>
                      </a:lnTo>
                      <a:cubicBezTo>
                        <a:pt x="95256" y="25559"/>
                        <a:pt x="105917" y="14898"/>
                        <a:pt x="119068" y="14898"/>
                      </a:cubicBezTo>
                      <a:cubicBezTo>
                        <a:pt x="132219" y="14898"/>
                        <a:pt x="142881" y="25559"/>
                        <a:pt x="142881" y="38710"/>
                      </a:cubicBezTo>
                      <a:lnTo>
                        <a:pt x="142881" y="43719"/>
                      </a:lnTo>
                      <a:cubicBezTo>
                        <a:pt x="142881" y="46240"/>
                        <a:pt x="144470" y="48488"/>
                        <a:pt x="146847" y="49329"/>
                      </a:cubicBezTo>
                      <a:cubicBezTo>
                        <a:pt x="160534" y="54148"/>
                        <a:pt x="168752" y="68135"/>
                        <a:pt x="166300" y="82437"/>
                      </a:cubicBezTo>
                      <a:cubicBezTo>
                        <a:pt x="163847" y="96739"/>
                        <a:pt x="151438" y="107188"/>
                        <a:pt x="136927" y="107171"/>
                      </a:cubicBezTo>
                      <a:close/>
                      <a:moveTo>
                        <a:pt x="148834" y="68476"/>
                      </a:moveTo>
                      <a:cubicBezTo>
                        <a:pt x="148834" y="71764"/>
                        <a:pt x="146168" y="74429"/>
                        <a:pt x="142881" y="74429"/>
                      </a:cubicBezTo>
                      <a:lnTo>
                        <a:pt x="139904" y="74429"/>
                      </a:lnTo>
                      <a:cubicBezTo>
                        <a:pt x="125109" y="74429"/>
                        <a:pt x="113115" y="62435"/>
                        <a:pt x="113115" y="47640"/>
                      </a:cubicBezTo>
                      <a:lnTo>
                        <a:pt x="113115" y="44664"/>
                      </a:lnTo>
                      <a:cubicBezTo>
                        <a:pt x="113115" y="41376"/>
                        <a:pt x="115780" y="38710"/>
                        <a:pt x="119068" y="38710"/>
                      </a:cubicBezTo>
                      <a:cubicBezTo>
                        <a:pt x="122356" y="38710"/>
                        <a:pt x="125021" y="41376"/>
                        <a:pt x="125021" y="44664"/>
                      </a:cubicBezTo>
                      <a:lnTo>
                        <a:pt x="125021" y="47640"/>
                      </a:lnTo>
                      <a:cubicBezTo>
                        <a:pt x="125021" y="55860"/>
                        <a:pt x="131684" y="62523"/>
                        <a:pt x="139904" y="62523"/>
                      </a:cubicBezTo>
                      <a:lnTo>
                        <a:pt x="142881" y="62523"/>
                      </a:lnTo>
                      <a:cubicBezTo>
                        <a:pt x="146168" y="62523"/>
                        <a:pt x="148834" y="65188"/>
                        <a:pt x="148834" y="68476"/>
                      </a:cubicBezTo>
                      <a:close/>
                      <a:moveTo>
                        <a:pt x="38701" y="74429"/>
                      </a:moveTo>
                      <a:lnTo>
                        <a:pt x="35724" y="74429"/>
                      </a:lnTo>
                      <a:cubicBezTo>
                        <a:pt x="32437" y="74429"/>
                        <a:pt x="29771" y="71764"/>
                        <a:pt x="29771" y="68476"/>
                      </a:cubicBezTo>
                      <a:cubicBezTo>
                        <a:pt x="29771" y="65188"/>
                        <a:pt x="32437" y="62523"/>
                        <a:pt x="35724" y="62523"/>
                      </a:cubicBezTo>
                      <a:lnTo>
                        <a:pt x="38701" y="62523"/>
                      </a:lnTo>
                      <a:cubicBezTo>
                        <a:pt x="46920" y="62523"/>
                        <a:pt x="53584" y="55860"/>
                        <a:pt x="53584" y="47640"/>
                      </a:cubicBezTo>
                      <a:lnTo>
                        <a:pt x="53584" y="44664"/>
                      </a:lnTo>
                      <a:cubicBezTo>
                        <a:pt x="53584" y="41376"/>
                        <a:pt x="56249" y="38710"/>
                        <a:pt x="59537" y="38710"/>
                      </a:cubicBezTo>
                      <a:cubicBezTo>
                        <a:pt x="62825" y="38710"/>
                        <a:pt x="65490" y="41376"/>
                        <a:pt x="65490" y="44664"/>
                      </a:cubicBezTo>
                      <a:lnTo>
                        <a:pt x="65490" y="47640"/>
                      </a:lnTo>
                      <a:cubicBezTo>
                        <a:pt x="65490" y="62435"/>
                        <a:pt x="53496" y="74429"/>
                        <a:pt x="38701" y="74429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1282065" y="2001202"/>
                <a:ext cx="6735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DeepSeek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284922" y="2177891"/>
                <a:ext cx="22448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LLM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2552700" y="1790700"/>
              <a:ext cx="1581150" cy="554831"/>
              <a:chOff x="2552700" y="1790700"/>
              <a:chExt cx="1581150" cy="554831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2552700" y="1790700"/>
                <a:ext cx="158115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2683821" y="1969323"/>
                <a:ext cx="155819" cy="155942"/>
                <a:chOff x="2683821" y="1969323"/>
                <a:chExt cx="155819" cy="155942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2683821" y="1969323"/>
                  <a:ext cx="143169" cy="136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169" h="136379">
                      <a:moveTo>
                        <a:pt x="143169" y="108846"/>
                      </a:moveTo>
                      <a:cubicBezTo>
                        <a:pt x="138035" y="119792"/>
                        <a:pt x="130217" y="129263"/>
                        <a:pt x="120443" y="136379"/>
                      </a:cubicBezTo>
                      <a:lnTo>
                        <a:pt x="113478" y="129406"/>
                      </a:lnTo>
                      <a:cubicBezTo>
                        <a:pt x="112732" y="128657"/>
                        <a:pt x="111799" y="128120"/>
                        <a:pt x="110777" y="127851"/>
                      </a:cubicBezTo>
                      <a:lnTo>
                        <a:pt x="94800" y="123639"/>
                      </a:lnTo>
                      <a:cubicBezTo>
                        <a:pt x="91868" y="122868"/>
                        <a:pt x="89984" y="120016"/>
                        <a:pt x="90424" y="117016"/>
                      </a:cubicBezTo>
                      <a:lnTo>
                        <a:pt x="92196" y="104961"/>
                      </a:lnTo>
                      <a:cubicBezTo>
                        <a:pt x="92500" y="102893"/>
                        <a:pt x="93867" y="101136"/>
                        <a:pt x="95797" y="100333"/>
                      </a:cubicBezTo>
                      <a:lnTo>
                        <a:pt x="118464" y="90912"/>
                      </a:lnTo>
                      <a:cubicBezTo>
                        <a:pt x="120602" y="90025"/>
                        <a:pt x="123060" y="90457"/>
                        <a:pt x="124767" y="92021"/>
                      </a:cubicBezTo>
                      <a:close/>
                      <a:moveTo>
                        <a:pt x="102160" y="61437"/>
                      </a:moveTo>
                      <a:lnTo>
                        <a:pt x="118657" y="42238"/>
                      </a:lnTo>
                      <a:cubicBezTo>
                        <a:pt x="119585" y="41162"/>
                        <a:pt x="120097" y="39789"/>
                        <a:pt x="120101" y="38368"/>
                      </a:cubicBezTo>
                      <a:lnTo>
                        <a:pt x="120101" y="20509"/>
                      </a:lnTo>
                      <a:cubicBezTo>
                        <a:pt x="91586" y="0"/>
                        <a:pt x="52392" y="3263"/>
                        <a:pt x="27661" y="28205"/>
                      </a:cubicBezTo>
                      <a:cubicBezTo>
                        <a:pt x="2930" y="53148"/>
                        <a:pt x="0" y="92368"/>
                        <a:pt x="20751" y="120707"/>
                      </a:cubicBezTo>
                      <a:lnTo>
                        <a:pt x="28132" y="115856"/>
                      </a:lnTo>
                      <a:cubicBezTo>
                        <a:pt x="29793" y="114759"/>
                        <a:pt x="30795" y="112905"/>
                        <a:pt x="30804" y="110915"/>
                      </a:cubicBezTo>
                      <a:lnTo>
                        <a:pt x="30960" y="83954"/>
                      </a:lnTo>
                      <a:cubicBezTo>
                        <a:pt x="30968" y="82786"/>
                        <a:pt x="31317" y="81645"/>
                        <a:pt x="31965" y="80673"/>
                      </a:cubicBezTo>
                      <a:lnTo>
                        <a:pt x="47547" y="57381"/>
                      </a:lnTo>
                      <a:cubicBezTo>
                        <a:pt x="48450" y="56041"/>
                        <a:pt x="49859" y="55125"/>
                        <a:pt x="51450" y="54845"/>
                      </a:cubicBezTo>
                      <a:cubicBezTo>
                        <a:pt x="53042" y="54564"/>
                        <a:pt x="54679" y="54942"/>
                        <a:pt x="55986" y="55893"/>
                      </a:cubicBezTo>
                      <a:lnTo>
                        <a:pt x="70727" y="65567"/>
                      </a:lnTo>
                      <a:cubicBezTo>
                        <a:pt x="71968" y="66461"/>
                        <a:pt x="73504" y="66847"/>
                        <a:pt x="75021" y="66646"/>
                      </a:cubicBezTo>
                      <a:lnTo>
                        <a:pt x="98431" y="63476"/>
                      </a:lnTo>
                      <a:cubicBezTo>
                        <a:pt x="99883" y="63278"/>
                        <a:pt x="101210" y="62552"/>
                        <a:pt x="102160" y="61437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2684859" y="1970484"/>
                  <a:ext cx="154781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54781">
                      <a:moveTo>
                        <a:pt x="77391" y="0"/>
                      </a:moveTo>
                      <a:cubicBezTo>
                        <a:pt x="34649" y="0"/>
                        <a:pt x="0" y="34649"/>
                        <a:pt x="0" y="77391"/>
                      </a:cubicBezTo>
                      <a:cubicBezTo>
                        <a:pt x="0" y="120132"/>
                        <a:pt x="34649" y="154781"/>
                        <a:pt x="77391" y="154781"/>
                      </a:cubicBezTo>
                      <a:cubicBezTo>
                        <a:pt x="120132" y="154781"/>
                        <a:pt x="154781" y="120132"/>
                        <a:pt x="154781" y="77391"/>
                      </a:cubicBezTo>
                      <a:cubicBezTo>
                        <a:pt x="154736" y="34668"/>
                        <a:pt x="120114" y="45"/>
                        <a:pt x="77391" y="0"/>
                      </a:cubicBezTo>
                      <a:close/>
                      <a:moveTo>
                        <a:pt x="77391" y="11906"/>
                      </a:moveTo>
                      <a:cubicBezTo>
                        <a:pt x="90078" y="11893"/>
                        <a:pt x="102493" y="15586"/>
                        <a:pt x="113109" y="22533"/>
                      </a:cubicBezTo>
                      <a:lnTo>
                        <a:pt x="113109" y="37207"/>
                      </a:lnTo>
                      <a:lnTo>
                        <a:pt x="96612" y="56361"/>
                      </a:lnTo>
                      <a:lnTo>
                        <a:pt x="73194" y="59531"/>
                      </a:lnTo>
                      <a:lnTo>
                        <a:pt x="72963" y="59368"/>
                      </a:lnTo>
                      <a:lnTo>
                        <a:pt x="58326" y="49798"/>
                      </a:lnTo>
                      <a:cubicBezTo>
                        <a:pt x="55704" y="47951"/>
                        <a:pt x="52448" y="47240"/>
                        <a:pt x="49295" y="47826"/>
                      </a:cubicBezTo>
                      <a:cubicBezTo>
                        <a:pt x="46142" y="48411"/>
                        <a:pt x="43359" y="50244"/>
                        <a:pt x="41575" y="52908"/>
                      </a:cubicBezTo>
                      <a:lnTo>
                        <a:pt x="25993" y="76200"/>
                      </a:lnTo>
                      <a:cubicBezTo>
                        <a:pt x="24695" y="78141"/>
                        <a:pt x="23996" y="80421"/>
                        <a:pt x="23984" y="82756"/>
                      </a:cubicBezTo>
                      <a:lnTo>
                        <a:pt x="23812" y="109716"/>
                      </a:lnTo>
                      <a:lnTo>
                        <a:pt x="21379" y="111316"/>
                      </a:lnTo>
                      <a:cubicBezTo>
                        <a:pt x="9131" y="91095"/>
                        <a:pt x="8734" y="65842"/>
                        <a:pt x="20339" y="45245"/>
                      </a:cubicBezTo>
                      <a:cubicBezTo>
                        <a:pt x="31944" y="24649"/>
                        <a:pt x="53750" y="11906"/>
                        <a:pt x="77391" y="11906"/>
                      </a:cubicBezTo>
                      <a:close/>
                      <a:moveTo>
                        <a:pt x="28493" y="120901"/>
                      </a:moveTo>
                      <a:lnTo>
                        <a:pt x="30368" y="119673"/>
                      </a:lnTo>
                      <a:cubicBezTo>
                        <a:pt x="33694" y="117479"/>
                        <a:pt x="35702" y="113767"/>
                        <a:pt x="35719" y="109783"/>
                      </a:cubicBezTo>
                      <a:lnTo>
                        <a:pt x="35875" y="82823"/>
                      </a:lnTo>
                      <a:lnTo>
                        <a:pt x="51472" y="59531"/>
                      </a:lnTo>
                      <a:cubicBezTo>
                        <a:pt x="51549" y="59590"/>
                        <a:pt x="51628" y="59645"/>
                        <a:pt x="51710" y="59695"/>
                      </a:cubicBezTo>
                      <a:lnTo>
                        <a:pt x="66348" y="69272"/>
                      </a:lnTo>
                      <a:cubicBezTo>
                        <a:pt x="68801" y="71003"/>
                        <a:pt x="71819" y="71740"/>
                        <a:pt x="74794" y="71333"/>
                      </a:cubicBezTo>
                      <a:lnTo>
                        <a:pt x="98227" y="68156"/>
                      </a:lnTo>
                      <a:cubicBezTo>
                        <a:pt x="101116" y="67770"/>
                        <a:pt x="103764" y="66338"/>
                        <a:pt x="105668" y="64130"/>
                      </a:cubicBezTo>
                      <a:lnTo>
                        <a:pt x="122166" y="44961"/>
                      </a:lnTo>
                      <a:cubicBezTo>
                        <a:pt x="124011" y="42799"/>
                        <a:pt x="125021" y="40049"/>
                        <a:pt x="125016" y="37207"/>
                      </a:cubicBezTo>
                      <a:lnTo>
                        <a:pt x="125016" y="32497"/>
                      </a:lnTo>
                      <a:cubicBezTo>
                        <a:pt x="141416" y="49848"/>
                        <a:pt x="147056" y="74759"/>
                        <a:pt x="139727" y="97482"/>
                      </a:cubicBezTo>
                      <a:lnTo>
                        <a:pt x="127717" y="86499"/>
                      </a:lnTo>
                      <a:cubicBezTo>
                        <a:pt x="124308" y="83370"/>
                        <a:pt x="119395" y="82499"/>
                        <a:pt x="115119" y="84266"/>
                      </a:cubicBezTo>
                      <a:lnTo>
                        <a:pt x="92452" y="93680"/>
                      </a:lnTo>
                      <a:cubicBezTo>
                        <a:pt x="88597" y="95298"/>
                        <a:pt x="85867" y="98810"/>
                        <a:pt x="85249" y="102944"/>
                      </a:cubicBezTo>
                      <a:lnTo>
                        <a:pt x="83470" y="114992"/>
                      </a:lnTo>
                      <a:cubicBezTo>
                        <a:pt x="82585" y="120996"/>
                        <a:pt x="86358" y="126706"/>
                        <a:pt x="92229" y="128245"/>
                      </a:cubicBezTo>
                      <a:lnTo>
                        <a:pt x="108198" y="132457"/>
                      </a:lnTo>
                      <a:lnTo>
                        <a:pt x="109954" y="134221"/>
                      </a:lnTo>
                      <a:cubicBezTo>
                        <a:pt x="83074" y="149643"/>
                        <a:pt x="49061" y="144081"/>
                        <a:pt x="28493" y="120901"/>
                      </a:cubicBezTo>
                      <a:close/>
                      <a:moveTo>
                        <a:pt x="119807" y="127248"/>
                      </a:moveTo>
                      <a:lnTo>
                        <a:pt x="116607" y="124041"/>
                      </a:lnTo>
                      <a:cubicBezTo>
                        <a:pt x="115114" y="122543"/>
                        <a:pt x="113249" y="121469"/>
                        <a:pt x="111204" y="120930"/>
                      </a:cubicBezTo>
                      <a:lnTo>
                        <a:pt x="95250" y="116718"/>
                      </a:lnTo>
                      <a:lnTo>
                        <a:pt x="97028" y="104671"/>
                      </a:lnTo>
                      <a:lnTo>
                        <a:pt x="119688" y="95250"/>
                      </a:lnTo>
                      <a:lnTo>
                        <a:pt x="134689" y="109002"/>
                      </a:lnTo>
                      <a:cubicBezTo>
                        <a:pt x="130866" y="115929"/>
                        <a:pt x="125824" y="122110"/>
                        <a:pt x="119807" y="127248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2920365" y="2001202"/>
                <a:ext cx="8352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DuckDuckGo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2923222" y="2177891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搜索回退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4191000" y="1790700"/>
              <a:ext cx="1581150" cy="554831"/>
              <a:chOff x="4191000" y="1790700"/>
              <a:chExt cx="1581150" cy="554831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4191000" y="1790700"/>
                <a:ext cx="158115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4323159" y="1970484"/>
                <a:ext cx="154781" cy="154781"/>
                <a:chOff x="4323159" y="1970484"/>
                <a:chExt cx="154781" cy="154781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4329112" y="1976438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4323159" y="1970484"/>
                  <a:ext cx="154781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54781">
                      <a:moveTo>
                        <a:pt x="111368" y="55319"/>
                      </a:moveTo>
                      <a:cubicBezTo>
                        <a:pt x="112486" y="56436"/>
                        <a:pt x="113114" y="57951"/>
                        <a:pt x="113114" y="59531"/>
                      </a:cubicBezTo>
                      <a:cubicBezTo>
                        <a:pt x="113114" y="61111"/>
                        <a:pt x="112486" y="62626"/>
                        <a:pt x="111368" y="63743"/>
                      </a:cubicBezTo>
                      <a:lnTo>
                        <a:pt x="69696" y="105415"/>
                      </a:lnTo>
                      <a:cubicBezTo>
                        <a:pt x="68580" y="106533"/>
                        <a:pt x="67064" y="107161"/>
                        <a:pt x="65484" y="107161"/>
                      </a:cubicBezTo>
                      <a:cubicBezTo>
                        <a:pt x="63904" y="107161"/>
                        <a:pt x="62389" y="106533"/>
                        <a:pt x="61273" y="105415"/>
                      </a:cubicBezTo>
                      <a:lnTo>
                        <a:pt x="43413" y="87556"/>
                      </a:lnTo>
                      <a:cubicBezTo>
                        <a:pt x="41087" y="85229"/>
                        <a:pt x="41087" y="81458"/>
                        <a:pt x="43413" y="79132"/>
                      </a:cubicBezTo>
                      <a:cubicBezTo>
                        <a:pt x="45739" y="76806"/>
                        <a:pt x="49511" y="76806"/>
                        <a:pt x="51837" y="79132"/>
                      </a:cubicBezTo>
                      <a:lnTo>
                        <a:pt x="65484" y="92787"/>
                      </a:lnTo>
                      <a:lnTo>
                        <a:pt x="102944" y="55319"/>
                      </a:lnTo>
                      <a:cubicBezTo>
                        <a:pt x="104061" y="54202"/>
                        <a:pt x="105576" y="53573"/>
                        <a:pt x="107156" y="53573"/>
                      </a:cubicBezTo>
                      <a:cubicBezTo>
                        <a:pt x="108736" y="53573"/>
                        <a:pt x="110251" y="54202"/>
                        <a:pt x="111368" y="55319"/>
                      </a:cubicBezTo>
                      <a:close/>
                      <a:moveTo>
                        <a:pt x="154781" y="77391"/>
                      </a:moveTo>
                      <a:cubicBezTo>
                        <a:pt x="154781" y="120132"/>
                        <a:pt x="120132" y="154781"/>
                        <a:pt x="77391" y="154781"/>
                      </a:cubicBezTo>
                      <a:cubicBezTo>
                        <a:pt x="34649" y="154781"/>
                        <a:pt x="0" y="120132"/>
                        <a:pt x="0" y="77391"/>
                      </a:cubicBezTo>
                      <a:cubicBezTo>
                        <a:pt x="0" y="34649"/>
                        <a:pt x="34649" y="0"/>
                        <a:pt x="77391" y="0"/>
                      </a:cubicBezTo>
                      <a:cubicBezTo>
                        <a:pt x="120114" y="45"/>
                        <a:pt x="154736" y="34668"/>
                        <a:pt x="154781" y="77391"/>
                      </a:cubicBezTo>
                      <a:close/>
                      <a:moveTo>
                        <a:pt x="142875" y="77391"/>
                      </a:moveTo>
                      <a:cubicBezTo>
                        <a:pt x="142875" y="41225"/>
                        <a:pt x="113557" y="11906"/>
                        <a:pt x="77391" y="11906"/>
                      </a:cubicBezTo>
                      <a:cubicBezTo>
                        <a:pt x="41225" y="11906"/>
                        <a:pt x="11906" y="41225"/>
                        <a:pt x="11906" y="77391"/>
                      </a:cubicBezTo>
                      <a:cubicBezTo>
                        <a:pt x="11906" y="113557"/>
                        <a:pt x="41225" y="142875"/>
                        <a:pt x="77391" y="142875"/>
                      </a:cubicBezTo>
                      <a:cubicBezTo>
                        <a:pt x="113540" y="142834"/>
                        <a:pt x="142834" y="113540"/>
                        <a:pt x="142875" y="77391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4558665" y="2001202"/>
                <a:ext cx="5118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pytest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4561522" y="2177891"/>
                <a:ext cx="24098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测试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5829300" y="1790700"/>
              <a:ext cx="1581150" cy="554831"/>
              <a:chOff x="5829300" y="1790700"/>
              <a:chExt cx="1581150" cy="554831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5829300" y="1790700"/>
                <a:ext cx="158115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5960696" y="1969721"/>
                <a:ext cx="156330" cy="156330"/>
                <a:chOff x="5960696" y="1969721"/>
                <a:chExt cx="156330" cy="15633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5966951" y="1975961"/>
                  <a:ext cx="143865" cy="14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865" h="143872">
                      <a:moveTo>
                        <a:pt x="131326" y="68327"/>
                      </a:moveTo>
                      <a:lnTo>
                        <a:pt x="143813" y="52700"/>
                      </a:lnTo>
                      <a:cubicBezTo>
                        <a:pt x="142128" y="46369"/>
                        <a:pt x="139608" y="40290"/>
                        <a:pt x="136319" y="34625"/>
                      </a:cubicBezTo>
                      <a:lnTo>
                        <a:pt x="116451" y="32392"/>
                      </a:lnTo>
                      <a:cubicBezTo>
                        <a:pt x="114863" y="30604"/>
                        <a:pt x="113171" y="28912"/>
                        <a:pt x="111383" y="27325"/>
                      </a:cubicBezTo>
                      <a:lnTo>
                        <a:pt x="109151" y="7449"/>
                      </a:lnTo>
                      <a:cubicBezTo>
                        <a:pt x="103479" y="4179"/>
                        <a:pt x="97398" y="1677"/>
                        <a:pt x="91068" y="7"/>
                      </a:cubicBezTo>
                      <a:lnTo>
                        <a:pt x="75441" y="12487"/>
                      </a:lnTo>
                      <a:cubicBezTo>
                        <a:pt x="73052" y="12345"/>
                        <a:pt x="70657" y="12345"/>
                        <a:pt x="68267" y="12487"/>
                      </a:cubicBezTo>
                      <a:lnTo>
                        <a:pt x="52641" y="0"/>
                      </a:lnTo>
                      <a:cubicBezTo>
                        <a:pt x="46330" y="1689"/>
                        <a:pt x="40272" y="4209"/>
                        <a:pt x="34625" y="7493"/>
                      </a:cubicBezTo>
                      <a:lnTo>
                        <a:pt x="32392" y="27362"/>
                      </a:lnTo>
                      <a:cubicBezTo>
                        <a:pt x="30604" y="28949"/>
                        <a:pt x="28912" y="30641"/>
                        <a:pt x="27325" y="32430"/>
                      </a:cubicBezTo>
                      <a:lnTo>
                        <a:pt x="7449" y="34662"/>
                      </a:lnTo>
                      <a:cubicBezTo>
                        <a:pt x="4179" y="40334"/>
                        <a:pt x="1677" y="46414"/>
                        <a:pt x="7" y="52745"/>
                      </a:cubicBezTo>
                      <a:lnTo>
                        <a:pt x="12487" y="68372"/>
                      </a:lnTo>
                      <a:cubicBezTo>
                        <a:pt x="12345" y="70761"/>
                        <a:pt x="12345" y="73156"/>
                        <a:pt x="12487" y="75545"/>
                      </a:cubicBezTo>
                      <a:lnTo>
                        <a:pt x="0" y="91172"/>
                      </a:lnTo>
                      <a:cubicBezTo>
                        <a:pt x="1684" y="97503"/>
                        <a:pt x="4204" y="103582"/>
                        <a:pt x="7493" y="109247"/>
                      </a:cubicBezTo>
                      <a:lnTo>
                        <a:pt x="27362" y="111480"/>
                      </a:lnTo>
                      <a:cubicBezTo>
                        <a:pt x="28949" y="113268"/>
                        <a:pt x="30641" y="114960"/>
                        <a:pt x="32430" y="116547"/>
                      </a:cubicBezTo>
                      <a:lnTo>
                        <a:pt x="34662" y="136423"/>
                      </a:lnTo>
                      <a:cubicBezTo>
                        <a:pt x="40334" y="139693"/>
                        <a:pt x="46414" y="142195"/>
                        <a:pt x="52745" y="143865"/>
                      </a:cubicBezTo>
                      <a:lnTo>
                        <a:pt x="68372" y="131385"/>
                      </a:lnTo>
                      <a:cubicBezTo>
                        <a:pt x="70761" y="131527"/>
                        <a:pt x="73156" y="131527"/>
                        <a:pt x="75545" y="131385"/>
                      </a:cubicBezTo>
                      <a:lnTo>
                        <a:pt x="91172" y="143872"/>
                      </a:lnTo>
                      <a:cubicBezTo>
                        <a:pt x="97503" y="142188"/>
                        <a:pt x="103582" y="139668"/>
                        <a:pt x="109247" y="136379"/>
                      </a:cubicBezTo>
                      <a:lnTo>
                        <a:pt x="111480" y="116510"/>
                      </a:lnTo>
                      <a:cubicBezTo>
                        <a:pt x="113268" y="114923"/>
                        <a:pt x="114960" y="113231"/>
                        <a:pt x="116547" y="111443"/>
                      </a:cubicBezTo>
                      <a:lnTo>
                        <a:pt x="136423" y="109210"/>
                      </a:lnTo>
                      <a:cubicBezTo>
                        <a:pt x="139693" y="103538"/>
                        <a:pt x="142195" y="97458"/>
                        <a:pt x="143865" y="91127"/>
                      </a:cubicBezTo>
                      <a:lnTo>
                        <a:pt x="131385" y="75501"/>
                      </a:lnTo>
                      <a:cubicBezTo>
                        <a:pt x="131507" y="73110"/>
                        <a:pt x="131487" y="70715"/>
                        <a:pt x="131326" y="68327"/>
                      </a:cubicBezTo>
                      <a:close/>
                      <a:moveTo>
                        <a:pt x="71899" y="101679"/>
                      </a:moveTo>
                      <a:cubicBezTo>
                        <a:pt x="55460" y="101679"/>
                        <a:pt x="42133" y="88353"/>
                        <a:pt x="42133" y="71914"/>
                      </a:cubicBezTo>
                      <a:cubicBezTo>
                        <a:pt x="42133" y="55475"/>
                        <a:pt x="55460" y="42148"/>
                        <a:pt x="71899" y="42148"/>
                      </a:cubicBezTo>
                      <a:cubicBezTo>
                        <a:pt x="88338" y="42148"/>
                        <a:pt x="101664" y="55475"/>
                        <a:pt x="101664" y="71914"/>
                      </a:cubicBezTo>
                      <a:cubicBezTo>
                        <a:pt x="101664" y="88353"/>
                        <a:pt x="88338" y="101679"/>
                        <a:pt x="71899" y="101679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5960696" y="1969721"/>
                  <a:ext cx="156330" cy="1563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330" h="156330">
                      <a:moveTo>
                        <a:pt x="78154" y="42435"/>
                      </a:moveTo>
                      <a:cubicBezTo>
                        <a:pt x="58427" y="42435"/>
                        <a:pt x="42435" y="58427"/>
                        <a:pt x="42435" y="78154"/>
                      </a:cubicBezTo>
                      <a:cubicBezTo>
                        <a:pt x="42435" y="97881"/>
                        <a:pt x="58427" y="113873"/>
                        <a:pt x="78154" y="113873"/>
                      </a:cubicBezTo>
                      <a:cubicBezTo>
                        <a:pt x="97881" y="113873"/>
                        <a:pt x="113873" y="97881"/>
                        <a:pt x="113873" y="78154"/>
                      </a:cubicBezTo>
                      <a:cubicBezTo>
                        <a:pt x="113852" y="58436"/>
                        <a:pt x="97872" y="42456"/>
                        <a:pt x="78154" y="42435"/>
                      </a:cubicBezTo>
                      <a:close/>
                      <a:moveTo>
                        <a:pt x="78154" y="101966"/>
                      </a:moveTo>
                      <a:cubicBezTo>
                        <a:pt x="65003" y="101966"/>
                        <a:pt x="54341" y="91305"/>
                        <a:pt x="54341" y="78154"/>
                      </a:cubicBezTo>
                      <a:cubicBezTo>
                        <a:pt x="54341" y="65003"/>
                        <a:pt x="65003" y="54341"/>
                        <a:pt x="78154" y="54341"/>
                      </a:cubicBezTo>
                      <a:cubicBezTo>
                        <a:pt x="91305" y="54341"/>
                        <a:pt x="101966" y="65003"/>
                        <a:pt x="101966" y="78154"/>
                      </a:cubicBezTo>
                      <a:cubicBezTo>
                        <a:pt x="101966" y="91305"/>
                        <a:pt x="91305" y="101966"/>
                        <a:pt x="78154" y="101966"/>
                      </a:cubicBezTo>
                      <a:close/>
                      <a:moveTo>
                        <a:pt x="143638" y="79761"/>
                      </a:moveTo>
                      <a:cubicBezTo>
                        <a:pt x="143668" y="78690"/>
                        <a:pt x="143668" y="77618"/>
                        <a:pt x="143638" y="76547"/>
                      </a:cubicBezTo>
                      <a:lnTo>
                        <a:pt x="154741" y="62676"/>
                      </a:lnTo>
                      <a:cubicBezTo>
                        <a:pt x="155922" y="61199"/>
                        <a:pt x="156330" y="59249"/>
                        <a:pt x="155842" y="57422"/>
                      </a:cubicBezTo>
                      <a:cubicBezTo>
                        <a:pt x="154019" y="50582"/>
                        <a:pt x="151296" y="44013"/>
                        <a:pt x="147746" y="37889"/>
                      </a:cubicBezTo>
                      <a:cubicBezTo>
                        <a:pt x="146803" y="36264"/>
                        <a:pt x="145148" y="35180"/>
                        <a:pt x="143281" y="34964"/>
                      </a:cubicBezTo>
                      <a:lnTo>
                        <a:pt x="125630" y="33000"/>
                      </a:lnTo>
                      <a:cubicBezTo>
                        <a:pt x="124896" y="32226"/>
                        <a:pt x="124152" y="31481"/>
                        <a:pt x="123398" y="30767"/>
                      </a:cubicBezTo>
                      <a:lnTo>
                        <a:pt x="121314" y="13071"/>
                      </a:lnTo>
                      <a:cubicBezTo>
                        <a:pt x="121097" y="11204"/>
                        <a:pt x="120010" y="9548"/>
                        <a:pt x="118382" y="8607"/>
                      </a:cubicBezTo>
                      <a:cubicBezTo>
                        <a:pt x="112258" y="5059"/>
                        <a:pt x="105689" y="2341"/>
                        <a:pt x="98849" y="525"/>
                      </a:cubicBezTo>
                      <a:cubicBezTo>
                        <a:pt x="97022" y="37"/>
                        <a:pt x="95072" y="446"/>
                        <a:pt x="93595" y="1627"/>
                      </a:cubicBezTo>
                      <a:lnTo>
                        <a:pt x="79761" y="12670"/>
                      </a:lnTo>
                      <a:cubicBezTo>
                        <a:pt x="78690" y="12670"/>
                        <a:pt x="77618" y="12670"/>
                        <a:pt x="76547" y="12670"/>
                      </a:cubicBezTo>
                      <a:lnTo>
                        <a:pt x="62676" y="1589"/>
                      </a:lnTo>
                      <a:cubicBezTo>
                        <a:pt x="61199" y="409"/>
                        <a:pt x="59249" y="0"/>
                        <a:pt x="57422" y="488"/>
                      </a:cubicBezTo>
                      <a:cubicBezTo>
                        <a:pt x="50582" y="2311"/>
                        <a:pt x="44013" y="5034"/>
                        <a:pt x="37889" y="8584"/>
                      </a:cubicBezTo>
                      <a:cubicBezTo>
                        <a:pt x="36264" y="9528"/>
                        <a:pt x="35180" y="11183"/>
                        <a:pt x="34964" y="13049"/>
                      </a:cubicBezTo>
                      <a:lnTo>
                        <a:pt x="33000" y="30730"/>
                      </a:lnTo>
                      <a:cubicBezTo>
                        <a:pt x="32226" y="31469"/>
                        <a:pt x="31481" y="32213"/>
                        <a:pt x="30767" y="32962"/>
                      </a:cubicBezTo>
                      <a:lnTo>
                        <a:pt x="13071" y="34994"/>
                      </a:lnTo>
                      <a:cubicBezTo>
                        <a:pt x="11204" y="35211"/>
                        <a:pt x="9548" y="36298"/>
                        <a:pt x="8607" y="37926"/>
                      </a:cubicBezTo>
                      <a:cubicBezTo>
                        <a:pt x="5060" y="44051"/>
                        <a:pt x="2340" y="50620"/>
                        <a:pt x="518" y="57459"/>
                      </a:cubicBezTo>
                      <a:cubicBezTo>
                        <a:pt x="32" y="59287"/>
                        <a:pt x="443" y="61237"/>
                        <a:pt x="1627" y="62713"/>
                      </a:cubicBezTo>
                      <a:lnTo>
                        <a:pt x="12670" y="76547"/>
                      </a:lnTo>
                      <a:cubicBezTo>
                        <a:pt x="12670" y="77618"/>
                        <a:pt x="12670" y="78690"/>
                        <a:pt x="12670" y="79761"/>
                      </a:cubicBezTo>
                      <a:lnTo>
                        <a:pt x="1589" y="93632"/>
                      </a:lnTo>
                      <a:cubicBezTo>
                        <a:pt x="409" y="95109"/>
                        <a:pt x="0" y="97059"/>
                        <a:pt x="488" y="98886"/>
                      </a:cubicBezTo>
                      <a:cubicBezTo>
                        <a:pt x="2311" y="105726"/>
                        <a:pt x="5034" y="112295"/>
                        <a:pt x="8584" y="118419"/>
                      </a:cubicBezTo>
                      <a:cubicBezTo>
                        <a:pt x="9528" y="120044"/>
                        <a:pt x="11183" y="121128"/>
                        <a:pt x="13049" y="121344"/>
                      </a:cubicBezTo>
                      <a:lnTo>
                        <a:pt x="30700" y="123308"/>
                      </a:lnTo>
                      <a:cubicBezTo>
                        <a:pt x="31439" y="124082"/>
                        <a:pt x="32183" y="124826"/>
                        <a:pt x="32933" y="125541"/>
                      </a:cubicBezTo>
                      <a:lnTo>
                        <a:pt x="34994" y="143237"/>
                      </a:lnTo>
                      <a:cubicBezTo>
                        <a:pt x="35211" y="145104"/>
                        <a:pt x="36298" y="146760"/>
                        <a:pt x="37926" y="147701"/>
                      </a:cubicBezTo>
                      <a:cubicBezTo>
                        <a:pt x="44051" y="151248"/>
                        <a:pt x="50620" y="153968"/>
                        <a:pt x="57459" y="155790"/>
                      </a:cubicBezTo>
                      <a:cubicBezTo>
                        <a:pt x="59287" y="156276"/>
                        <a:pt x="61237" y="155865"/>
                        <a:pt x="62713" y="154681"/>
                      </a:cubicBezTo>
                      <a:lnTo>
                        <a:pt x="76547" y="143638"/>
                      </a:lnTo>
                      <a:cubicBezTo>
                        <a:pt x="77618" y="143668"/>
                        <a:pt x="78690" y="143668"/>
                        <a:pt x="79761" y="143638"/>
                      </a:cubicBezTo>
                      <a:lnTo>
                        <a:pt x="93632" y="154741"/>
                      </a:lnTo>
                      <a:cubicBezTo>
                        <a:pt x="95109" y="155922"/>
                        <a:pt x="97059" y="156330"/>
                        <a:pt x="98886" y="155842"/>
                      </a:cubicBezTo>
                      <a:cubicBezTo>
                        <a:pt x="105727" y="154022"/>
                        <a:pt x="112296" y="151300"/>
                        <a:pt x="118419" y="147746"/>
                      </a:cubicBezTo>
                      <a:cubicBezTo>
                        <a:pt x="120044" y="146803"/>
                        <a:pt x="121128" y="145148"/>
                        <a:pt x="121344" y="143281"/>
                      </a:cubicBezTo>
                      <a:lnTo>
                        <a:pt x="123308" y="125630"/>
                      </a:lnTo>
                      <a:cubicBezTo>
                        <a:pt x="124082" y="124896"/>
                        <a:pt x="124826" y="124152"/>
                        <a:pt x="125541" y="123398"/>
                      </a:cubicBezTo>
                      <a:lnTo>
                        <a:pt x="143237" y="121314"/>
                      </a:lnTo>
                      <a:cubicBezTo>
                        <a:pt x="145104" y="121097"/>
                        <a:pt x="146760" y="120010"/>
                        <a:pt x="147701" y="118382"/>
                      </a:cubicBezTo>
                      <a:cubicBezTo>
                        <a:pt x="151248" y="112257"/>
                        <a:pt x="153968" y="105688"/>
                        <a:pt x="155790" y="98849"/>
                      </a:cubicBezTo>
                      <a:cubicBezTo>
                        <a:pt x="156276" y="97021"/>
                        <a:pt x="155865" y="95071"/>
                        <a:pt x="154681" y="93595"/>
                      </a:cubicBezTo>
                      <a:close/>
                      <a:moveTo>
                        <a:pt x="131658" y="74924"/>
                      </a:moveTo>
                      <a:cubicBezTo>
                        <a:pt x="131784" y="77076"/>
                        <a:pt x="131784" y="79232"/>
                        <a:pt x="131658" y="81384"/>
                      </a:cubicBezTo>
                      <a:cubicBezTo>
                        <a:pt x="131569" y="82856"/>
                        <a:pt x="132030" y="84310"/>
                        <a:pt x="132953" y="85461"/>
                      </a:cubicBezTo>
                      <a:lnTo>
                        <a:pt x="143512" y="98655"/>
                      </a:lnTo>
                      <a:cubicBezTo>
                        <a:pt x="142300" y="102506"/>
                        <a:pt x="140749" y="106241"/>
                        <a:pt x="138876" y="109817"/>
                      </a:cubicBezTo>
                      <a:lnTo>
                        <a:pt x="122058" y="111722"/>
                      </a:lnTo>
                      <a:cubicBezTo>
                        <a:pt x="120594" y="111885"/>
                        <a:pt x="119241" y="112585"/>
                        <a:pt x="118263" y="113687"/>
                      </a:cubicBezTo>
                      <a:cubicBezTo>
                        <a:pt x="116831" y="115298"/>
                        <a:pt x="115305" y="116823"/>
                        <a:pt x="113694" y="118256"/>
                      </a:cubicBezTo>
                      <a:cubicBezTo>
                        <a:pt x="112592" y="119234"/>
                        <a:pt x="111892" y="120586"/>
                        <a:pt x="111730" y="122051"/>
                      </a:cubicBezTo>
                      <a:lnTo>
                        <a:pt x="109862" y="138854"/>
                      </a:lnTo>
                      <a:cubicBezTo>
                        <a:pt x="106286" y="140727"/>
                        <a:pt x="102551" y="142279"/>
                        <a:pt x="98700" y="143490"/>
                      </a:cubicBezTo>
                      <a:lnTo>
                        <a:pt x="85499" y="132930"/>
                      </a:lnTo>
                      <a:cubicBezTo>
                        <a:pt x="84442" y="132086"/>
                        <a:pt x="83130" y="131627"/>
                        <a:pt x="81778" y="131628"/>
                      </a:cubicBezTo>
                      <a:lnTo>
                        <a:pt x="81421" y="131628"/>
                      </a:lnTo>
                      <a:cubicBezTo>
                        <a:pt x="79270" y="131754"/>
                        <a:pt x="77113" y="131754"/>
                        <a:pt x="74962" y="131628"/>
                      </a:cubicBezTo>
                      <a:cubicBezTo>
                        <a:pt x="73489" y="131544"/>
                        <a:pt x="72038" y="132005"/>
                        <a:pt x="70884" y="132923"/>
                      </a:cubicBezTo>
                      <a:lnTo>
                        <a:pt x="57653" y="143490"/>
                      </a:lnTo>
                      <a:cubicBezTo>
                        <a:pt x="53802" y="142278"/>
                        <a:pt x="50067" y="140726"/>
                        <a:pt x="46491" y="138854"/>
                      </a:cubicBezTo>
                      <a:lnTo>
                        <a:pt x="44586" y="122058"/>
                      </a:lnTo>
                      <a:cubicBezTo>
                        <a:pt x="44423" y="120594"/>
                        <a:pt x="43723" y="119241"/>
                        <a:pt x="42621" y="118263"/>
                      </a:cubicBezTo>
                      <a:cubicBezTo>
                        <a:pt x="41010" y="116831"/>
                        <a:pt x="39485" y="115305"/>
                        <a:pt x="38052" y="113694"/>
                      </a:cubicBezTo>
                      <a:cubicBezTo>
                        <a:pt x="37074" y="112592"/>
                        <a:pt x="35722" y="111892"/>
                        <a:pt x="34257" y="111730"/>
                      </a:cubicBezTo>
                      <a:lnTo>
                        <a:pt x="17454" y="109854"/>
                      </a:lnTo>
                      <a:cubicBezTo>
                        <a:pt x="15581" y="106279"/>
                        <a:pt x="14029" y="102543"/>
                        <a:pt x="12818" y="98692"/>
                      </a:cubicBezTo>
                      <a:lnTo>
                        <a:pt x="23378" y="85491"/>
                      </a:lnTo>
                      <a:cubicBezTo>
                        <a:pt x="24300" y="84339"/>
                        <a:pt x="24761" y="82886"/>
                        <a:pt x="24673" y="81413"/>
                      </a:cubicBezTo>
                      <a:cubicBezTo>
                        <a:pt x="24546" y="79262"/>
                        <a:pt x="24546" y="77105"/>
                        <a:pt x="24673" y="74954"/>
                      </a:cubicBezTo>
                      <a:cubicBezTo>
                        <a:pt x="24761" y="73481"/>
                        <a:pt x="24300" y="72028"/>
                        <a:pt x="23378" y="70876"/>
                      </a:cubicBezTo>
                      <a:lnTo>
                        <a:pt x="12818" y="57653"/>
                      </a:lnTo>
                      <a:cubicBezTo>
                        <a:pt x="14030" y="53802"/>
                        <a:pt x="15582" y="50067"/>
                        <a:pt x="17454" y="46491"/>
                      </a:cubicBezTo>
                      <a:lnTo>
                        <a:pt x="34250" y="44586"/>
                      </a:lnTo>
                      <a:cubicBezTo>
                        <a:pt x="35714" y="44423"/>
                        <a:pt x="37067" y="43723"/>
                        <a:pt x="38045" y="42621"/>
                      </a:cubicBezTo>
                      <a:cubicBezTo>
                        <a:pt x="39477" y="41010"/>
                        <a:pt x="41003" y="39485"/>
                        <a:pt x="42614" y="38052"/>
                      </a:cubicBezTo>
                      <a:cubicBezTo>
                        <a:pt x="43720" y="37073"/>
                        <a:pt x="44423" y="35718"/>
                        <a:pt x="44586" y="34250"/>
                      </a:cubicBezTo>
                      <a:lnTo>
                        <a:pt x="46454" y="17454"/>
                      </a:lnTo>
                      <a:cubicBezTo>
                        <a:pt x="50029" y="15581"/>
                        <a:pt x="53765" y="14029"/>
                        <a:pt x="57616" y="12818"/>
                      </a:cubicBezTo>
                      <a:lnTo>
                        <a:pt x="70817" y="23378"/>
                      </a:lnTo>
                      <a:cubicBezTo>
                        <a:pt x="71969" y="24300"/>
                        <a:pt x="73422" y="24761"/>
                        <a:pt x="74895" y="24673"/>
                      </a:cubicBezTo>
                      <a:cubicBezTo>
                        <a:pt x="77046" y="24546"/>
                        <a:pt x="79203" y="24546"/>
                        <a:pt x="81354" y="24673"/>
                      </a:cubicBezTo>
                      <a:cubicBezTo>
                        <a:pt x="82826" y="24757"/>
                        <a:pt x="84278" y="24296"/>
                        <a:pt x="85432" y="23378"/>
                      </a:cubicBezTo>
                      <a:lnTo>
                        <a:pt x="98655" y="12818"/>
                      </a:lnTo>
                      <a:cubicBezTo>
                        <a:pt x="102506" y="14030"/>
                        <a:pt x="106241" y="15582"/>
                        <a:pt x="109817" y="17454"/>
                      </a:cubicBezTo>
                      <a:lnTo>
                        <a:pt x="111722" y="34250"/>
                      </a:lnTo>
                      <a:cubicBezTo>
                        <a:pt x="111885" y="35714"/>
                        <a:pt x="112585" y="37067"/>
                        <a:pt x="113687" y="38045"/>
                      </a:cubicBezTo>
                      <a:cubicBezTo>
                        <a:pt x="115298" y="39477"/>
                        <a:pt x="116823" y="41003"/>
                        <a:pt x="118256" y="42614"/>
                      </a:cubicBezTo>
                      <a:cubicBezTo>
                        <a:pt x="119234" y="43716"/>
                        <a:pt x="120586" y="44416"/>
                        <a:pt x="122051" y="44578"/>
                      </a:cubicBezTo>
                      <a:lnTo>
                        <a:pt x="138854" y="46446"/>
                      </a:lnTo>
                      <a:cubicBezTo>
                        <a:pt x="140727" y="50022"/>
                        <a:pt x="142279" y="53757"/>
                        <a:pt x="143490" y="57608"/>
                      </a:cubicBezTo>
                      <a:lnTo>
                        <a:pt x="132930" y="70809"/>
                      </a:lnTo>
                      <a:cubicBezTo>
                        <a:pt x="131999" y="71971"/>
                        <a:pt x="131537" y="73439"/>
                        <a:pt x="131635" y="74924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6196965" y="2001202"/>
                <a:ext cx="5118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dotenv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199822" y="2177891"/>
                <a:ext cx="24098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配置</a:t>
                </a:r>
              </a:p>
            </p:txBody>
          </p:sp>
        </p:grpSp>
        <p:sp>
          <p:nvSpPr>
            <p:cNvPr id="66" name="Rectangle 66"/>
            <p:cNvSpPr/>
            <p:nvPr/>
          </p:nvSpPr>
          <p:spPr>
            <a:xfrm>
              <a:off x="914400" y="2438400"/>
              <a:ext cx="6496050" cy="2476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801701" y="2512695"/>
              <a:ext cx="47214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所有组件通过 pip install 一键安装 · Embedding 模型首次运行自动下载 · 全程 CPU 运行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14400" y="2762250"/>
              <a:ext cx="649605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29665" y="28870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关键参数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2095500" y="2857500"/>
              <a:ext cx="1333500" cy="2476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2234756" y="293179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chunk_size = 1000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3524250" y="2857500"/>
              <a:ext cx="1333500" cy="2476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3597497" y="2931795"/>
              <a:ext cx="11870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chunk_overlap = 150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4953000" y="2857500"/>
              <a:ext cx="762000" cy="2476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055537" y="2931795"/>
              <a:ext cx="556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top_k = 4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810250" y="2857500"/>
              <a:ext cx="762000" cy="2476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888784" y="2931795"/>
              <a:ext cx="6049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mem_k = 4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30618" y="3276124"/>
              <a:ext cx="5368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Embedding: paraphrase-multilingual-MiniLM-L12-v2 · 分隔符: \n\n → \n → 。→ . → 空格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7772400" y="781050"/>
            <a:ext cx="3657600" cy="2857500"/>
            <a:chOff x="7772400" y="781050"/>
            <a:chExt cx="3657600" cy="2857500"/>
          </a:xfrm>
        </p:grpSpPr>
        <p:sp>
          <p:nvSpPr>
            <p:cNvPr id="80" name="Rectangle 80"/>
            <p:cNvSpPr/>
            <p:nvPr/>
          </p:nvSpPr>
          <p:spPr>
            <a:xfrm>
              <a:off x="7772400" y="781050"/>
              <a:ext cx="3657600" cy="2857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7772400" y="781050"/>
              <a:ext cx="3657600" cy="3238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748120" y="869156"/>
              <a:ext cx="17061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核心特性 KEY FEATURES</a:t>
              </a:r>
            </a:p>
          </p:txBody>
        </p:sp>
        <p:grpSp>
          <p:nvGrpSpPr>
            <p:cNvPr id="90" name="Group 90"/>
            <p:cNvGrpSpPr/>
            <p:nvPr/>
          </p:nvGrpSpPr>
          <p:grpSpPr>
            <a:xfrm>
              <a:off x="7924800" y="1200150"/>
              <a:ext cx="3352800" cy="478631"/>
              <a:chOff x="7924800" y="1200150"/>
              <a:chExt cx="3352800" cy="478631"/>
            </a:xfrm>
          </p:grpSpPr>
          <p:sp>
            <p:nvSpPr>
              <p:cNvPr id="83" name="Rectangle 83"/>
              <p:cNvSpPr/>
              <p:nvPr/>
            </p:nvSpPr>
            <p:spPr>
              <a:xfrm>
                <a:off x="7924800" y="1200150"/>
                <a:ext cx="3352800" cy="4000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84" name="Rectangle 84"/>
              <p:cNvSpPr/>
              <p:nvPr/>
            </p:nvSpPr>
            <p:spPr>
              <a:xfrm>
                <a:off x="7924800" y="1200150"/>
                <a:ext cx="28575" cy="4000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grpSp>
            <p:nvGrpSpPr>
              <p:cNvPr id="87" name="Group 87"/>
              <p:cNvGrpSpPr/>
              <p:nvPr/>
            </p:nvGrpSpPr>
            <p:grpSpPr>
              <a:xfrm>
                <a:off x="8059936" y="1322783"/>
                <a:ext cx="146472" cy="142876"/>
                <a:chOff x="8059936" y="1322783"/>
                <a:chExt cx="146472" cy="142876"/>
              </a:xfrm>
            </p:grpSpPr>
            <p:sp>
              <p:nvSpPr>
                <p:cNvPr id="85" name="Freeform 85"/>
                <p:cNvSpPr/>
                <p:nvPr/>
              </p:nvSpPr>
              <p:spPr>
                <a:xfrm>
                  <a:off x="8152209" y="1328738"/>
                  <a:ext cx="41672" cy="41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72" h="41672">
                      <a:moveTo>
                        <a:pt x="41672" y="41672"/>
                      </a:moveTo>
                      <a:lnTo>
                        <a:pt x="0" y="4167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86" name="Freeform 86"/>
                <p:cNvSpPr/>
                <p:nvPr/>
              </p:nvSpPr>
              <p:spPr>
                <a:xfrm>
                  <a:off x="8059936" y="1322783"/>
                  <a:ext cx="146472" cy="1428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472" h="142876">
                      <a:moveTo>
                        <a:pt x="17859" y="89298"/>
                      </a:moveTo>
                      <a:lnTo>
                        <a:pt x="5953" y="89298"/>
                      </a:lnTo>
                      <a:cubicBezTo>
                        <a:pt x="2665" y="89298"/>
                        <a:pt x="0" y="91963"/>
                        <a:pt x="0" y="95251"/>
                      </a:cubicBezTo>
                      <a:lnTo>
                        <a:pt x="0" y="136923"/>
                      </a:lnTo>
                      <a:cubicBezTo>
                        <a:pt x="0" y="140211"/>
                        <a:pt x="2665" y="142876"/>
                        <a:pt x="5953" y="142876"/>
                      </a:cubicBezTo>
                      <a:lnTo>
                        <a:pt x="17859" y="142876"/>
                      </a:lnTo>
                      <a:cubicBezTo>
                        <a:pt x="32655" y="142876"/>
                        <a:pt x="44648" y="130882"/>
                        <a:pt x="44648" y="116087"/>
                      </a:cubicBezTo>
                      <a:cubicBezTo>
                        <a:pt x="44648" y="101292"/>
                        <a:pt x="32655" y="89298"/>
                        <a:pt x="17859" y="89298"/>
                      </a:cubicBezTo>
                      <a:close/>
                      <a:moveTo>
                        <a:pt x="17859" y="130970"/>
                      </a:moveTo>
                      <a:lnTo>
                        <a:pt x="11906" y="130970"/>
                      </a:lnTo>
                      <a:lnTo>
                        <a:pt x="11906" y="101204"/>
                      </a:lnTo>
                      <a:lnTo>
                        <a:pt x="17859" y="101204"/>
                      </a:lnTo>
                      <a:cubicBezTo>
                        <a:pt x="26079" y="101204"/>
                        <a:pt x="32742" y="107868"/>
                        <a:pt x="32742" y="116087"/>
                      </a:cubicBezTo>
                      <a:cubicBezTo>
                        <a:pt x="32742" y="124307"/>
                        <a:pt x="26079" y="130970"/>
                        <a:pt x="17859" y="130970"/>
                      </a:cubicBezTo>
                      <a:close/>
                      <a:moveTo>
                        <a:pt x="144014" y="127316"/>
                      </a:moveTo>
                      <a:cubicBezTo>
                        <a:pt x="146389" y="129589"/>
                        <a:pt x="146472" y="133357"/>
                        <a:pt x="144200" y="135732"/>
                      </a:cubicBezTo>
                      <a:cubicBezTo>
                        <a:pt x="140010" y="140242"/>
                        <a:pt x="134147" y="142826"/>
                        <a:pt x="127992" y="142876"/>
                      </a:cubicBezTo>
                      <a:cubicBezTo>
                        <a:pt x="114858" y="142876"/>
                        <a:pt x="104180" y="130858"/>
                        <a:pt x="104180" y="116087"/>
                      </a:cubicBezTo>
                      <a:cubicBezTo>
                        <a:pt x="104180" y="101316"/>
                        <a:pt x="114858" y="89298"/>
                        <a:pt x="127992" y="89298"/>
                      </a:cubicBezTo>
                      <a:cubicBezTo>
                        <a:pt x="134147" y="89348"/>
                        <a:pt x="140010" y="91932"/>
                        <a:pt x="144200" y="96442"/>
                      </a:cubicBezTo>
                      <a:cubicBezTo>
                        <a:pt x="146421" y="98825"/>
                        <a:pt x="146315" y="102551"/>
                        <a:pt x="143961" y="104803"/>
                      </a:cubicBezTo>
                      <a:cubicBezTo>
                        <a:pt x="141607" y="107055"/>
                        <a:pt x="137880" y="106997"/>
                        <a:pt x="135597" y="104672"/>
                      </a:cubicBezTo>
                      <a:cubicBezTo>
                        <a:pt x="133644" y="102523"/>
                        <a:pt x="130895" y="101269"/>
                        <a:pt x="127992" y="101204"/>
                      </a:cubicBezTo>
                      <a:cubicBezTo>
                        <a:pt x="121429" y="101204"/>
                        <a:pt x="116086" y="107902"/>
                        <a:pt x="116086" y="116087"/>
                      </a:cubicBezTo>
                      <a:cubicBezTo>
                        <a:pt x="116086" y="124273"/>
                        <a:pt x="121429" y="130970"/>
                        <a:pt x="127992" y="130970"/>
                      </a:cubicBezTo>
                      <a:cubicBezTo>
                        <a:pt x="130896" y="130910"/>
                        <a:pt x="133648" y="129656"/>
                        <a:pt x="135597" y="127502"/>
                      </a:cubicBezTo>
                      <a:cubicBezTo>
                        <a:pt x="137870" y="125127"/>
                        <a:pt x="141638" y="125044"/>
                        <a:pt x="144014" y="127316"/>
                      </a:cubicBezTo>
                      <a:close/>
                      <a:moveTo>
                        <a:pt x="74414" y="89298"/>
                      </a:moveTo>
                      <a:cubicBezTo>
                        <a:pt x="61287" y="89298"/>
                        <a:pt x="50602" y="101316"/>
                        <a:pt x="50602" y="116087"/>
                      </a:cubicBezTo>
                      <a:cubicBezTo>
                        <a:pt x="50602" y="130858"/>
                        <a:pt x="61287" y="142876"/>
                        <a:pt x="74414" y="142876"/>
                      </a:cubicBezTo>
                      <a:cubicBezTo>
                        <a:pt x="87541" y="142876"/>
                        <a:pt x="98227" y="130858"/>
                        <a:pt x="98227" y="116087"/>
                      </a:cubicBezTo>
                      <a:cubicBezTo>
                        <a:pt x="98227" y="101316"/>
                        <a:pt x="87541" y="89298"/>
                        <a:pt x="74414" y="89298"/>
                      </a:cubicBezTo>
                      <a:close/>
                      <a:moveTo>
                        <a:pt x="74414" y="130970"/>
                      </a:moveTo>
                      <a:cubicBezTo>
                        <a:pt x="67851" y="130970"/>
                        <a:pt x="62508" y="124273"/>
                        <a:pt x="62508" y="116087"/>
                      </a:cubicBezTo>
                      <a:cubicBezTo>
                        <a:pt x="62508" y="107902"/>
                        <a:pt x="67851" y="101204"/>
                        <a:pt x="74414" y="101204"/>
                      </a:cubicBezTo>
                      <a:cubicBezTo>
                        <a:pt x="80977" y="101204"/>
                        <a:pt x="86320" y="107902"/>
                        <a:pt x="86320" y="116087"/>
                      </a:cubicBezTo>
                      <a:cubicBezTo>
                        <a:pt x="86320" y="124273"/>
                        <a:pt x="80977" y="130970"/>
                        <a:pt x="74414" y="130970"/>
                      </a:cubicBezTo>
                      <a:close/>
                      <a:moveTo>
                        <a:pt x="14883" y="71439"/>
                      </a:moveTo>
                      <a:cubicBezTo>
                        <a:pt x="18171" y="71439"/>
                        <a:pt x="20836" y="68773"/>
                        <a:pt x="20836" y="65486"/>
                      </a:cubicBezTo>
                      <a:lnTo>
                        <a:pt x="20836" y="11907"/>
                      </a:lnTo>
                      <a:lnTo>
                        <a:pt x="86320" y="11907"/>
                      </a:lnTo>
                      <a:lnTo>
                        <a:pt x="86320" y="47626"/>
                      </a:lnTo>
                      <a:cubicBezTo>
                        <a:pt x="86320" y="50914"/>
                        <a:pt x="88986" y="53579"/>
                        <a:pt x="92273" y="53579"/>
                      </a:cubicBezTo>
                      <a:lnTo>
                        <a:pt x="127992" y="53579"/>
                      </a:lnTo>
                      <a:lnTo>
                        <a:pt x="127992" y="65486"/>
                      </a:lnTo>
                      <a:cubicBezTo>
                        <a:pt x="127992" y="68773"/>
                        <a:pt x="130657" y="71439"/>
                        <a:pt x="133945" y="71439"/>
                      </a:cubicBezTo>
                      <a:cubicBezTo>
                        <a:pt x="137233" y="71439"/>
                        <a:pt x="139898" y="68773"/>
                        <a:pt x="139898" y="65486"/>
                      </a:cubicBezTo>
                      <a:lnTo>
                        <a:pt x="139898" y="47626"/>
                      </a:lnTo>
                      <a:cubicBezTo>
                        <a:pt x="139900" y="46047"/>
                        <a:pt x="139273" y="44532"/>
                        <a:pt x="138157" y="43414"/>
                      </a:cubicBezTo>
                      <a:lnTo>
                        <a:pt x="96485" y="1743"/>
                      </a:lnTo>
                      <a:cubicBezTo>
                        <a:pt x="95368" y="626"/>
                        <a:pt x="93853" y="0"/>
                        <a:pt x="92273" y="1"/>
                      </a:cubicBezTo>
                      <a:lnTo>
                        <a:pt x="20836" y="1"/>
                      </a:lnTo>
                      <a:cubicBezTo>
                        <a:pt x="14260" y="1"/>
                        <a:pt x="8930" y="5332"/>
                        <a:pt x="8930" y="11907"/>
                      </a:cubicBezTo>
                      <a:lnTo>
                        <a:pt x="8930" y="65486"/>
                      </a:lnTo>
                      <a:cubicBezTo>
                        <a:pt x="8930" y="68773"/>
                        <a:pt x="11595" y="71439"/>
                        <a:pt x="14883" y="71439"/>
                      </a:cubicBezTo>
                      <a:close/>
                      <a:moveTo>
                        <a:pt x="98227" y="20324"/>
                      </a:moveTo>
                      <a:lnTo>
                        <a:pt x="119576" y="41673"/>
                      </a:lnTo>
                      <a:lnTo>
                        <a:pt x="98227" y="41673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88" name="TextBox 88"/>
              <p:cNvSpPr txBox="1"/>
              <p:nvPr/>
            </p:nvSpPr>
            <p:spPr>
              <a:xfrm>
                <a:off x="8310562" y="1326356"/>
                <a:ext cx="63502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种格式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8314372" y="1511141"/>
                <a:ext cx="219922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· DOCX · TXT · MD · CSV · HTML · OCR</a:t>
                </a:r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7924800" y="1657350"/>
              <a:ext cx="3352800" cy="478631"/>
              <a:chOff x="7924800" y="1657350"/>
              <a:chExt cx="3352800" cy="478631"/>
            </a:xfrm>
          </p:grpSpPr>
          <p:sp>
            <p:nvSpPr>
              <p:cNvPr id="91" name="Rectangle 91"/>
              <p:cNvSpPr/>
              <p:nvPr/>
            </p:nvSpPr>
            <p:spPr>
              <a:xfrm>
                <a:off x="7924800" y="1657350"/>
                <a:ext cx="3352800" cy="4000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2" name="Rectangle 92"/>
              <p:cNvSpPr/>
              <p:nvPr/>
            </p:nvSpPr>
            <p:spPr>
              <a:xfrm>
                <a:off x="7924800" y="1657350"/>
                <a:ext cx="28575" cy="4000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grpSp>
            <p:nvGrpSpPr>
              <p:cNvPr id="95" name="Group 95"/>
              <p:cNvGrpSpPr/>
              <p:nvPr/>
            </p:nvGrpSpPr>
            <p:grpSpPr>
              <a:xfrm>
                <a:off x="8051006" y="1779984"/>
                <a:ext cx="166978" cy="149671"/>
                <a:chOff x="8051006" y="1779984"/>
                <a:chExt cx="166978" cy="149671"/>
              </a:xfrm>
            </p:grpSpPr>
            <p:sp>
              <p:nvSpPr>
                <p:cNvPr id="93" name="Freeform 93"/>
                <p:cNvSpPr/>
                <p:nvPr/>
              </p:nvSpPr>
              <p:spPr>
                <a:xfrm>
                  <a:off x="8080750" y="1803797"/>
                  <a:ext cx="11908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85" h="95250">
                      <a:moveTo>
                        <a:pt x="119085" y="95250"/>
                      </a:moveTo>
                      <a:lnTo>
                        <a:pt x="59553" y="95250"/>
                      </a:lnTo>
                      <a:lnTo>
                        <a:pt x="89319" y="35719"/>
                      </a:lnTo>
                      <a:close/>
                      <a:moveTo>
                        <a:pt x="23835" y="53251"/>
                      </a:moveTo>
                      <a:lnTo>
                        <a:pt x="23835" y="53251"/>
                      </a:lnTo>
                      <a:cubicBezTo>
                        <a:pt x="39005" y="39710"/>
                        <a:pt x="47669" y="20334"/>
                        <a:pt x="47647" y="0"/>
                      </a:cubicBezTo>
                      <a:lnTo>
                        <a:pt x="22" y="0"/>
                      </a:lnTo>
                      <a:cubicBezTo>
                        <a:pt x="0" y="20334"/>
                        <a:pt x="8664" y="39710"/>
                        <a:pt x="23835" y="53251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94" name="Freeform 94"/>
                <p:cNvSpPr/>
                <p:nvPr/>
              </p:nvSpPr>
              <p:spPr>
                <a:xfrm>
                  <a:off x="8051006" y="1779984"/>
                  <a:ext cx="166978" cy="149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978" h="149671">
                      <a:moveTo>
                        <a:pt x="166055" y="140211"/>
                      </a:moveTo>
                      <a:lnTo>
                        <a:pt x="124383" y="56867"/>
                      </a:lnTo>
                      <a:cubicBezTo>
                        <a:pt x="123375" y="54851"/>
                        <a:pt x="121313" y="53577"/>
                        <a:pt x="119059" y="53577"/>
                      </a:cubicBezTo>
                      <a:cubicBezTo>
                        <a:pt x="116804" y="53577"/>
                        <a:pt x="114743" y="54851"/>
                        <a:pt x="113734" y="56867"/>
                      </a:cubicBezTo>
                      <a:lnTo>
                        <a:pt x="97579" y="89185"/>
                      </a:lnTo>
                      <a:cubicBezTo>
                        <a:pt x="84916" y="88473"/>
                        <a:pt x="72732" y="84099"/>
                        <a:pt x="62508" y="76594"/>
                      </a:cubicBezTo>
                      <a:cubicBezTo>
                        <a:pt x="74504" y="63784"/>
                        <a:pt x="81773" y="47265"/>
                        <a:pt x="83113" y="29766"/>
                      </a:cubicBezTo>
                      <a:lnTo>
                        <a:pt x="101203" y="29766"/>
                      </a:lnTo>
                      <a:cubicBezTo>
                        <a:pt x="104491" y="29766"/>
                        <a:pt x="107156" y="27100"/>
                        <a:pt x="107156" y="23812"/>
                      </a:cubicBezTo>
                      <a:cubicBezTo>
                        <a:pt x="107156" y="20525"/>
                        <a:pt x="104491" y="17859"/>
                        <a:pt x="101203" y="17859"/>
                      </a:cubicBezTo>
                      <a:lnTo>
                        <a:pt x="59531" y="17859"/>
                      </a:lnTo>
                      <a:lnTo>
                        <a:pt x="59531" y="5953"/>
                      </a:lnTo>
                      <a:cubicBezTo>
                        <a:pt x="59531" y="2665"/>
                        <a:pt x="56866" y="0"/>
                        <a:pt x="53578" y="0"/>
                      </a:cubicBezTo>
                      <a:cubicBezTo>
                        <a:pt x="50290" y="0"/>
                        <a:pt x="47625" y="2665"/>
                        <a:pt x="47625" y="5953"/>
                      </a:cubicBezTo>
                      <a:lnTo>
                        <a:pt x="47625" y="17859"/>
                      </a:lnTo>
                      <a:lnTo>
                        <a:pt x="5953" y="17859"/>
                      </a:lnTo>
                      <a:cubicBezTo>
                        <a:pt x="2665" y="17859"/>
                        <a:pt x="0" y="20525"/>
                        <a:pt x="0" y="23812"/>
                      </a:cubicBezTo>
                      <a:cubicBezTo>
                        <a:pt x="0" y="27100"/>
                        <a:pt x="2665" y="29766"/>
                        <a:pt x="5953" y="29766"/>
                      </a:cubicBezTo>
                      <a:lnTo>
                        <a:pt x="71162" y="29766"/>
                      </a:lnTo>
                      <a:cubicBezTo>
                        <a:pt x="69840" y="44357"/>
                        <a:pt x="63646" y="58078"/>
                        <a:pt x="53578" y="68721"/>
                      </a:cubicBezTo>
                      <a:cubicBezTo>
                        <a:pt x="47306" y="62104"/>
                        <a:pt x="42490" y="54245"/>
                        <a:pt x="39439" y="45653"/>
                      </a:cubicBezTo>
                      <a:cubicBezTo>
                        <a:pt x="38757" y="43613"/>
                        <a:pt x="37026" y="42099"/>
                        <a:pt x="34913" y="41695"/>
                      </a:cubicBezTo>
                      <a:cubicBezTo>
                        <a:pt x="32800" y="41290"/>
                        <a:pt x="30633" y="42058"/>
                        <a:pt x="29245" y="43702"/>
                      </a:cubicBezTo>
                      <a:cubicBezTo>
                        <a:pt x="27857" y="45346"/>
                        <a:pt x="27464" y="47611"/>
                        <a:pt x="28218" y="49627"/>
                      </a:cubicBezTo>
                      <a:cubicBezTo>
                        <a:pt x="31769" y="59672"/>
                        <a:pt x="37364" y="68872"/>
                        <a:pt x="44648" y="76646"/>
                      </a:cubicBezTo>
                      <a:cubicBezTo>
                        <a:pt x="33432" y="84888"/>
                        <a:pt x="19872" y="89322"/>
                        <a:pt x="5953" y="89297"/>
                      </a:cubicBezTo>
                      <a:cubicBezTo>
                        <a:pt x="2665" y="89297"/>
                        <a:pt x="0" y="91962"/>
                        <a:pt x="0" y="95250"/>
                      </a:cubicBezTo>
                      <a:cubicBezTo>
                        <a:pt x="0" y="98538"/>
                        <a:pt x="2665" y="101203"/>
                        <a:pt x="5953" y="101203"/>
                      </a:cubicBezTo>
                      <a:cubicBezTo>
                        <a:pt x="23222" y="101222"/>
                        <a:pt x="39995" y="95435"/>
                        <a:pt x="53578" y="84773"/>
                      </a:cubicBezTo>
                      <a:cubicBezTo>
                        <a:pt x="64663" y="93433"/>
                        <a:pt x="77895" y="98915"/>
                        <a:pt x="91857" y="100630"/>
                      </a:cubicBezTo>
                      <a:lnTo>
                        <a:pt x="72063" y="140211"/>
                      </a:lnTo>
                      <a:cubicBezTo>
                        <a:pt x="70591" y="143152"/>
                        <a:pt x="71782" y="146728"/>
                        <a:pt x="74723" y="148199"/>
                      </a:cubicBezTo>
                      <a:cubicBezTo>
                        <a:pt x="77663" y="149671"/>
                        <a:pt x="81240" y="148480"/>
                        <a:pt x="82711" y="145539"/>
                      </a:cubicBezTo>
                      <a:lnTo>
                        <a:pt x="92973" y="125016"/>
                      </a:lnTo>
                      <a:lnTo>
                        <a:pt x="145145" y="125016"/>
                      </a:lnTo>
                      <a:lnTo>
                        <a:pt x="155406" y="145539"/>
                      </a:lnTo>
                      <a:cubicBezTo>
                        <a:pt x="156416" y="147556"/>
                        <a:pt x="158479" y="148830"/>
                        <a:pt x="160734" y="148828"/>
                      </a:cubicBezTo>
                      <a:cubicBezTo>
                        <a:pt x="162797" y="148827"/>
                        <a:pt x="164713" y="147758"/>
                        <a:pt x="165797" y="146003"/>
                      </a:cubicBezTo>
                      <a:cubicBezTo>
                        <a:pt x="166880" y="144247"/>
                        <a:pt x="166978" y="142056"/>
                        <a:pt x="166055" y="140211"/>
                      </a:cubicBezTo>
                      <a:close/>
                      <a:moveTo>
                        <a:pt x="98926" y="113109"/>
                      </a:moveTo>
                      <a:lnTo>
                        <a:pt x="119062" y="72844"/>
                      </a:lnTo>
                      <a:lnTo>
                        <a:pt x="139192" y="113109"/>
                      </a:ln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96" name="TextBox 96"/>
              <p:cNvSpPr txBox="1"/>
              <p:nvPr/>
            </p:nvSpPr>
            <p:spPr>
              <a:xfrm>
                <a:off x="8310562" y="178355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中文深度优化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8314372" y="1968341"/>
                <a:ext cx="222673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。感知分块 · paraphrase-multilingual 嵌入</a:t>
                </a: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7924800" y="2114550"/>
              <a:ext cx="3352800" cy="478631"/>
              <a:chOff x="7924800" y="2114550"/>
              <a:chExt cx="3352800" cy="478631"/>
            </a:xfrm>
          </p:grpSpPr>
          <p:sp>
            <p:nvSpPr>
              <p:cNvPr id="99" name="Rectangle 99"/>
              <p:cNvSpPr/>
              <p:nvPr/>
            </p:nvSpPr>
            <p:spPr>
              <a:xfrm>
                <a:off x="7924800" y="2114550"/>
                <a:ext cx="3352800" cy="4000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00" name="Rectangle 100"/>
              <p:cNvSpPr/>
              <p:nvPr/>
            </p:nvSpPr>
            <p:spPr>
              <a:xfrm>
                <a:off x="7924800" y="2114550"/>
                <a:ext cx="28575" cy="40005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grpSp>
            <p:nvGrpSpPr>
              <p:cNvPr id="103" name="Group 103"/>
              <p:cNvGrpSpPr/>
              <p:nvPr/>
            </p:nvGrpSpPr>
            <p:grpSpPr>
              <a:xfrm>
                <a:off x="8055921" y="2236023"/>
                <a:ext cx="155819" cy="155942"/>
                <a:chOff x="8055921" y="2236023"/>
                <a:chExt cx="155819" cy="155942"/>
              </a:xfrm>
            </p:grpSpPr>
            <p:sp>
              <p:nvSpPr>
                <p:cNvPr id="101" name="Freeform 101"/>
                <p:cNvSpPr/>
                <p:nvPr/>
              </p:nvSpPr>
              <p:spPr>
                <a:xfrm>
                  <a:off x="8055921" y="2236023"/>
                  <a:ext cx="143169" cy="136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169" h="136379">
                      <a:moveTo>
                        <a:pt x="143169" y="108846"/>
                      </a:moveTo>
                      <a:cubicBezTo>
                        <a:pt x="138035" y="119792"/>
                        <a:pt x="130217" y="129263"/>
                        <a:pt x="120443" y="136379"/>
                      </a:cubicBezTo>
                      <a:lnTo>
                        <a:pt x="113478" y="129406"/>
                      </a:lnTo>
                      <a:cubicBezTo>
                        <a:pt x="112732" y="128657"/>
                        <a:pt x="111799" y="128120"/>
                        <a:pt x="110777" y="127851"/>
                      </a:cubicBezTo>
                      <a:lnTo>
                        <a:pt x="94800" y="123639"/>
                      </a:lnTo>
                      <a:cubicBezTo>
                        <a:pt x="91868" y="122868"/>
                        <a:pt x="89984" y="120016"/>
                        <a:pt x="90424" y="117016"/>
                      </a:cubicBezTo>
                      <a:lnTo>
                        <a:pt x="92196" y="104961"/>
                      </a:lnTo>
                      <a:cubicBezTo>
                        <a:pt x="92500" y="102893"/>
                        <a:pt x="93867" y="101136"/>
                        <a:pt x="95797" y="100333"/>
                      </a:cubicBezTo>
                      <a:lnTo>
                        <a:pt x="118464" y="90912"/>
                      </a:lnTo>
                      <a:cubicBezTo>
                        <a:pt x="120602" y="90025"/>
                        <a:pt x="123060" y="90457"/>
                        <a:pt x="124767" y="92021"/>
                      </a:cubicBezTo>
                      <a:close/>
                      <a:moveTo>
                        <a:pt x="102160" y="61437"/>
                      </a:moveTo>
                      <a:lnTo>
                        <a:pt x="118657" y="42238"/>
                      </a:lnTo>
                      <a:cubicBezTo>
                        <a:pt x="119585" y="41162"/>
                        <a:pt x="120097" y="39789"/>
                        <a:pt x="120101" y="38368"/>
                      </a:cubicBezTo>
                      <a:lnTo>
                        <a:pt x="120101" y="20509"/>
                      </a:lnTo>
                      <a:cubicBezTo>
                        <a:pt x="91586" y="0"/>
                        <a:pt x="52392" y="3263"/>
                        <a:pt x="27661" y="28205"/>
                      </a:cubicBezTo>
                      <a:cubicBezTo>
                        <a:pt x="2930" y="53148"/>
                        <a:pt x="0" y="92368"/>
                        <a:pt x="20751" y="120707"/>
                      </a:cubicBezTo>
                      <a:lnTo>
                        <a:pt x="28132" y="115856"/>
                      </a:lnTo>
                      <a:cubicBezTo>
                        <a:pt x="29793" y="114759"/>
                        <a:pt x="30795" y="112905"/>
                        <a:pt x="30804" y="110915"/>
                      </a:cubicBezTo>
                      <a:lnTo>
                        <a:pt x="30960" y="83954"/>
                      </a:lnTo>
                      <a:cubicBezTo>
                        <a:pt x="30968" y="82786"/>
                        <a:pt x="31317" y="81645"/>
                        <a:pt x="31965" y="80673"/>
                      </a:cubicBezTo>
                      <a:lnTo>
                        <a:pt x="47547" y="57381"/>
                      </a:lnTo>
                      <a:cubicBezTo>
                        <a:pt x="48450" y="56041"/>
                        <a:pt x="49859" y="55125"/>
                        <a:pt x="51450" y="54845"/>
                      </a:cubicBezTo>
                      <a:cubicBezTo>
                        <a:pt x="53042" y="54564"/>
                        <a:pt x="54679" y="54942"/>
                        <a:pt x="55986" y="55893"/>
                      </a:cubicBezTo>
                      <a:lnTo>
                        <a:pt x="70727" y="65567"/>
                      </a:lnTo>
                      <a:cubicBezTo>
                        <a:pt x="71968" y="66461"/>
                        <a:pt x="73504" y="66847"/>
                        <a:pt x="75021" y="66646"/>
                      </a:cubicBezTo>
                      <a:lnTo>
                        <a:pt x="98431" y="63476"/>
                      </a:lnTo>
                      <a:cubicBezTo>
                        <a:pt x="99883" y="63278"/>
                        <a:pt x="101210" y="62552"/>
                        <a:pt x="102160" y="61437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02" name="Freeform 102"/>
                <p:cNvSpPr/>
                <p:nvPr/>
              </p:nvSpPr>
              <p:spPr>
                <a:xfrm>
                  <a:off x="8056959" y="2237184"/>
                  <a:ext cx="154781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54781">
                      <a:moveTo>
                        <a:pt x="77391" y="0"/>
                      </a:moveTo>
                      <a:cubicBezTo>
                        <a:pt x="34649" y="0"/>
                        <a:pt x="0" y="34649"/>
                        <a:pt x="0" y="77391"/>
                      </a:cubicBezTo>
                      <a:cubicBezTo>
                        <a:pt x="0" y="120132"/>
                        <a:pt x="34649" y="154781"/>
                        <a:pt x="77391" y="154781"/>
                      </a:cubicBezTo>
                      <a:cubicBezTo>
                        <a:pt x="120132" y="154781"/>
                        <a:pt x="154781" y="120132"/>
                        <a:pt x="154781" y="77391"/>
                      </a:cubicBezTo>
                      <a:cubicBezTo>
                        <a:pt x="154736" y="34668"/>
                        <a:pt x="120114" y="45"/>
                        <a:pt x="77391" y="0"/>
                      </a:cubicBezTo>
                      <a:close/>
                      <a:moveTo>
                        <a:pt x="77391" y="11906"/>
                      </a:moveTo>
                      <a:cubicBezTo>
                        <a:pt x="90078" y="11893"/>
                        <a:pt x="102493" y="15586"/>
                        <a:pt x="113109" y="22533"/>
                      </a:cubicBezTo>
                      <a:lnTo>
                        <a:pt x="113109" y="37207"/>
                      </a:lnTo>
                      <a:lnTo>
                        <a:pt x="96612" y="56361"/>
                      </a:lnTo>
                      <a:lnTo>
                        <a:pt x="73194" y="59531"/>
                      </a:lnTo>
                      <a:lnTo>
                        <a:pt x="72963" y="59368"/>
                      </a:lnTo>
                      <a:lnTo>
                        <a:pt x="58326" y="49798"/>
                      </a:lnTo>
                      <a:cubicBezTo>
                        <a:pt x="55704" y="47951"/>
                        <a:pt x="52448" y="47240"/>
                        <a:pt x="49295" y="47826"/>
                      </a:cubicBezTo>
                      <a:cubicBezTo>
                        <a:pt x="46142" y="48411"/>
                        <a:pt x="43359" y="50244"/>
                        <a:pt x="41575" y="52908"/>
                      </a:cubicBezTo>
                      <a:lnTo>
                        <a:pt x="25993" y="76200"/>
                      </a:lnTo>
                      <a:cubicBezTo>
                        <a:pt x="24695" y="78141"/>
                        <a:pt x="23996" y="80421"/>
                        <a:pt x="23984" y="82756"/>
                      </a:cubicBezTo>
                      <a:lnTo>
                        <a:pt x="23812" y="109716"/>
                      </a:lnTo>
                      <a:lnTo>
                        <a:pt x="21379" y="111316"/>
                      </a:lnTo>
                      <a:cubicBezTo>
                        <a:pt x="9131" y="91095"/>
                        <a:pt x="8734" y="65842"/>
                        <a:pt x="20339" y="45245"/>
                      </a:cubicBezTo>
                      <a:cubicBezTo>
                        <a:pt x="31944" y="24649"/>
                        <a:pt x="53750" y="11906"/>
                        <a:pt x="77391" y="11906"/>
                      </a:cubicBezTo>
                      <a:close/>
                      <a:moveTo>
                        <a:pt x="28493" y="120901"/>
                      </a:moveTo>
                      <a:lnTo>
                        <a:pt x="30368" y="119673"/>
                      </a:lnTo>
                      <a:cubicBezTo>
                        <a:pt x="33694" y="117479"/>
                        <a:pt x="35702" y="113767"/>
                        <a:pt x="35719" y="109783"/>
                      </a:cubicBezTo>
                      <a:lnTo>
                        <a:pt x="35875" y="82823"/>
                      </a:lnTo>
                      <a:lnTo>
                        <a:pt x="51472" y="59531"/>
                      </a:lnTo>
                      <a:cubicBezTo>
                        <a:pt x="51549" y="59590"/>
                        <a:pt x="51628" y="59645"/>
                        <a:pt x="51710" y="59695"/>
                      </a:cubicBezTo>
                      <a:lnTo>
                        <a:pt x="66348" y="69272"/>
                      </a:lnTo>
                      <a:cubicBezTo>
                        <a:pt x="68801" y="71003"/>
                        <a:pt x="71819" y="71740"/>
                        <a:pt x="74794" y="71333"/>
                      </a:cubicBezTo>
                      <a:lnTo>
                        <a:pt x="98227" y="68156"/>
                      </a:lnTo>
                      <a:cubicBezTo>
                        <a:pt x="101116" y="67770"/>
                        <a:pt x="103764" y="66338"/>
                        <a:pt x="105668" y="64130"/>
                      </a:cubicBezTo>
                      <a:lnTo>
                        <a:pt x="122166" y="44961"/>
                      </a:lnTo>
                      <a:cubicBezTo>
                        <a:pt x="124011" y="42799"/>
                        <a:pt x="125021" y="40049"/>
                        <a:pt x="125016" y="37207"/>
                      </a:cubicBezTo>
                      <a:lnTo>
                        <a:pt x="125016" y="32497"/>
                      </a:lnTo>
                      <a:cubicBezTo>
                        <a:pt x="141416" y="49848"/>
                        <a:pt x="147056" y="74759"/>
                        <a:pt x="139727" y="97482"/>
                      </a:cubicBezTo>
                      <a:lnTo>
                        <a:pt x="127717" y="86499"/>
                      </a:lnTo>
                      <a:cubicBezTo>
                        <a:pt x="124308" y="83370"/>
                        <a:pt x="119395" y="82499"/>
                        <a:pt x="115119" y="84266"/>
                      </a:cubicBezTo>
                      <a:lnTo>
                        <a:pt x="92452" y="93680"/>
                      </a:lnTo>
                      <a:cubicBezTo>
                        <a:pt x="88597" y="95298"/>
                        <a:pt x="85867" y="98810"/>
                        <a:pt x="85249" y="102944"/>
                      </a:cubicBezTo>
                      <a:lnTo>
                        <a:pt x="83470" y="114992"/>
                      </a:lnTo>
                      <a:cubicBezTo>
                        <a:pt x="82585" y="120996"/>
                        <a:pt x="86358" y="126706"/>
                        <a:pt x="92229" y="128245"/>
                      </a:cubicBezTo>
                      <a:lnTo>
                        <a:pt x="108198" y="132457"/>
                      </a:lnTo>
                      <a:lnTo>
                        <a:pt x="109954" y="134221"/>
                      </a:lnTo>
                      <a:cubicBezTo>
                        <a:pt x="83074" y="149643"/>
                        <a:pt x="49061" y="144081"/>
                        <a:pt x="28493" y="120901"/>
                      </a:cubicBezTo>
                      <a:close/>
                      <a:moveTo>
                        <a:pt x="119807" y="127248"/>
                      </a:moveTo>
                      <a:lnTo>
                        <a:pt x="116607" y="124041"/>
                      </a:lnTo>
                      <a:cubicBezTo>
                        <a:pt x="115114" y="122543"/>
                        <a:pt x="113249" y="121469"/>
                        <a:pt x="111204" y="120930"/>
                      </a:cubicBezTo>
                      <a:lnTo>
                        <a:pt x="95250" y="116718"/>
                      </a:lnTo>
                      <a:lnTo>
                        <a:pt x="97028" y="104671"/>
                      </a:lnTo>
                      <a:lnTo>
                        <a:pt x="119688" y="95250"/>
                      </a:lnTo>
                      <a:lnTo>
                        <a:pt x="134689" y="109002"/>
                      </a:lnTo>
                      <a:cubicBezTo>
                        <a:pt x="130866" y="115929"/>
                        <a:pt x="125824" y="122110"/>
                        <a:pt x="119807" y="127248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04" name="TextBox 104"/>
              <p:cNvSpPr txBox="1"/>
              <p:nvPr/>
            </p:nvSpPr>
            <p:spPr>
              <a:xfrm>
                <a:off x="8310562" y="22407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智能回退</a:t>
                </a: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8314372" y="2425541"/>
                <a:ext cx="188568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文档检索优先 → DuckDuckGo 联网兜底</a:t>
                </a:r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>
              <a:off x="7924800" y="2571750"/>
              <a:ext cx="3352800" cy="478631"/>
              <a:chOff x="7924800" y="2571750"/>
              <a:chExt cx="3352800" cy="478631"/>
            </a:xfrm>
          </p:grpSpPr>
          <p:sp>
            <p:nvSpPr>
              <p:cNvPr id="107" name="Rectangle 107"/>
              <p:cNvSpPr/>
              <p:nvPr/>
            </p:nvSpPr>
            <p:spPr>
              <a:xfrm>
                <a:off x="7924800" y="2571750"/>
                <a:ext cx="3352800" cy="4000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8" name="Rectangle 108"/>
              <p:cNvSpPr/>
              <p:nvPr/>
            </p:nvSpPr>
            <p:spPr>
              <a:xfrm>
                <a:off x="7924800" y="2571750"/>
                <a:ext cx="28575" cy="4000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grpSp>
            <p:nvGrpSpPr>
              <p:cNvPr id="111" name="Group 111"/>
              <p:cNvGrpSpPr/>
              <p:nvPr/>
            </p:nvGrpSpPr>
            <p:grpSpPr>
              <a:xfrm>
                <a:off x="8068534" y="2681953"/>
                <a:ext cx="131591" cy="179645"/>
                <a:chOff x="8068534" y="2681953"/>
                <a:chExt cx="131591" cy="179645"/>
              </a:xfrm>
            </p:grpSpPr>
            <p:sp>
              <p:nvSpPr>
                <p:cNvPr id="109" name="Freeform 109"/>
                <p:cNvSpPr/>
                <p:nvPr/>
              </p:nvSpPr>
              <p:spPr>
                <a:xfrm>
                  <a:off x="8074819" y="2688431"/>
                  <a:ext cx="119062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66688">
                      <a:moveTo>
                        <a:pt x="35719" y="166688"/>
                      </a:moveTo>
                      <a:lnTo>
                        <a:pt x="47625" y="107156"/>
                      </a:lnTo>
                      <a:lnTo>
                        <a:pt x="0" y="89297"/>
                      </a:lnTo>
                      <a:lnTo>
                        <a:pt x="83344" y="0"/>
                      </a:lnTo>
                      <a:lnTo>
                        <a:pt x="71438" y="59531"/>
                      </a:lnTo>
                      <a:lnTo>
                        <a:pt x="119062" y="77391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10" name="Freeform 110"/>
                <p:cNvSpPr/>
                <p:nvPr/>
              </p:nvSpPr>
              <p:spPr>
                <a:xfrm>
                  <a:off x="8068534" y="2681953"/>
                  <a:ext cx="131591" cy="179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591" h="179645">
                      <a:moveTo>
                        <a:pt x="131144" y="82508"/>
                      </a:moveTo>
                      <a:cubicBezTo>
                        <a:pt x="130686" y="80570"/>
                        <a:pt x="129290" y="78989"/>
                        <a:pt x="127424" y="78296"/>
                      </a:cubicBezTo>
                      <a:lnTo>
                        <a:pt x="84554" y="62215"/>
                      </a:lnTo>
                      <a:lnTo>
                        <a:pt x="95463" y="7647"/>
                      </a:lnTo>
                      <a:cubicBezTo>
                        <a:pt x="95970" y="5042"/>
                        <a:pt x="94692" y="2416"/>
                        <a:pt x="92330" y="1208"/>
                      </a:cubicBezTo>
                      <a:cubicBezTo>
                        <a:pt x="89967" y="0"/>
                        <a:pt x="87090" y="502"/>
                        <a:pt x="85275" y="2438"/>
                      </a:cubicBezTo>
                      <a:lnTo>
                        <a:pt x="1932" y="91735"/>
                      </a:lnTo>
                      <a:cubicBezTo>
                        <a:pt x="557" y="93184"/>
                        <a:pt x="0" y="95225"/>
                        <a:pt x="449" y="97172"/>
                      </a:cubicBezTo>
                      <a:cubicBezTo>
                        <a:pt x="898" y="99118"/>
                        <a:pt x="2293" y="100709"/>
                        <a:pt x="4164" y="101409"/>
                      </a:cubicBezTo>
                      <a:lnTo>
                        <a:pt x="47049" y="117490"/>
                      </a:lnTo>
                      <a:lnTo>
                        <a:pt x="36170" y="171998"/>
                      </a:lnTo>
                      <a:cubicBezTo>
                        <a:pt x="35662" y="174603"/>
                        <a:pt x="36940" y="177229"/>
                        <a:pt x="39303" y="178437"/>
                      </a:cubicBezTo>
                      <a:cubicBezTo>
                        <a:pt x="41665" y="179645"/>
                        <a:pt x="44542" y="179143"/>
                        <a:pt x="46357" y="177207"/>
                      </a:cubicBezTo>
                      <a:lnTo>
                        <a:pt x="129701" y="87910"/>
                      </a:lnTo>
                      <a:cubicBezTo>
                        <a:pt x="131050" y="86461"/>
                        <a:pt x="131591" y="84436"/>
                        <a:pt x="131144" y="82508"/>
                      </a:cubicBezTo>
                      <a:close/>
                      <a:moveTo>
                        <a:pt x="51953" y="153819"/>
                      </a:moveTo>
                      <a:lnTo>
                        <a:pt x="59744" y="114840"/>
                      </a:lnTo>
                      <a:cubicBezTo>
                        <a:pt x="60320" y="111986"/>
                        <a:pt x="58746" y="109133"/>
                        <a:pt x="56023" y="108099"/>
                      </a:cubicBezTo>
                      <a:lnTo>
                        <a:pt x="16703" y="93327"/>
                      </a:lnTo>
                      <a:lnTo>
                        <a:pt x="79672" y="25864"/>
                      </a:lnTo>
                      <a:lnTo>
                        <a:pt x="71888" y="64842"/>
                      </a:lnTo>
                      <a:cubicBezTo>
                        <a:pt x="71312" y="67697"/>
                        <a:pt x="72887" y="70549"/>
                        <a:pt x="75609" y="71584"/>
                      </a:cubicBezTo>
                      <a:lnTo>
                        <a:pt x="114900" y="86318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112" name="TextBox 112"/>
              <p:cNvSpPr txBox="1"/>
              <p:nvPr/>
            </p:nvSpPr>
            <p:spPr>
              <a:xfrm>
                <a:off x="8310562" y="2697956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流式响应 + 可溯源</a:t>
                </a:r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8314372" y="2882741"/>
                <a:ext cx="200670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values 模式实时输出 · 文件名+页码标注</a:t>
                </a:r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>
              <a:off x="7924800" y="3028950"/>
              <a:ext cx="3352800" cy="478631"/>
              <a:chOff x="7924800" y="3028950"/>
              <a:chExt cx="3352800" cy="478631"/>
            </a:xfrm>
          </p:grpSpPr>
          <p:sp>
            <p:nvSpPr>
              <p:cNvPr id="115" name="Rectangle 115"/>
              <p:cNvSpPr/>
              <p:nvPr/>
            </p:nvSpPr>
            <p:spPr>
              <a:xfrm>
                <a:off x="7924800" y="3028950"/>
                <a:ext cx="3352800" cy="4000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16" name="Rectangle 116"/>
              <p:cNvSpPr/>
              <p:nvPr/>
            </p:nvSpPr>
            <p:spPr>
              <a:xfrm>
                <a:off x="7924800" y="3028950"/>
                <a:ext cx="28575" cy="4000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grpSp>
            <p:nvGrpSpPr>
              <p:cNvPr id="119" name="Group 119"/>
              <p:cNvGrpSpPr/>
              <p:nvPr/>
            </p:nvGrpSpPr>
            <p:grpSpPr>
              <a:xfrm>
                <a:off x="8062912" y="3163491"/>
                <a:ext cx="142875" cy="149031"/>
                <a:chOff x="8062912" y="3163491"/>
                <a:chExt cx="142875" cy="149031"/>
              </a:xfrm>
            </p:grpSpPr>
            <p:sp>
              <p:nvSpPr>
                <p:cNvPr id="117" name="Freeform 117"/>
                <p:cNvSpPr/>
                <p:nvPr/>
              </p:nvSpPr>
              <p:spPr>
                <a:xfrm>
                  <a:off x="8068866" y="3169444"/>
                  <a:ext cx="130969" cy="13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69" h="137011">
                      <a:moveTo>
                        <a:pt x="130969" y="5953"/>
                      </a:moveTo>
                      <a:lnTo>
                        <a:pt x="130969" y="49686"/>
                      </a:lnTo>
                      <a:cubicBezTo>
                        <a:pt x="130969" y="112328"/>
                        <a:pt x="77904" y="133082"/>
                        <a:pt x="67315" y="136602"/>
                      </a:cubicBezTo>
                      <a:cubicBezTo>
                        <a:pt x="66129" y="137011"/>
                        <a:pt x="64840" y="137011"/>
                        <a:pt x="63654" y="136602"/>
                      </a:cubicBezTo>
                      <a:cubicBezTo>
                        <a:pt x="53065" y="133097"/>
                        <a:pt x="0" y="112365"/>
                        <a:pt x="0" y="49701"/>
                      </a:cubicBezTo>
                      <a:lnTo>
                        <a:pt x="0" y="5953"/>
                      </a:lnTo>
                      <a:cubicBezTo>
                        <a:pt x="0" y="2665"/>
                        <a:pt x="2665" y="0"/>
                        <a:pt x="5953" y="0"/>
                      </a:cubicBezTo>
                      <a:lnTo>
                        <a:pt x="125016" y="0"/>
                      </a:lnTo>
                      <a:cubicBezTo>
                        <a:pt x="128303" y="0"/>
                        <a:pt x="130969" y="2665"/>
                        <a:pt x="130969" y="5953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18" name="Freeform 118"/>
                <p:cNvSpPr/>
                <p:nvPr/>
              </p:nvSpPr>
              <p:spPr>
                <a:xfrm>
                  <a:off x="8062912" y="3163491"/>
                  <a:ext cx="142875" cy="149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9031">
                      <a:moveTo>
                        <a:pt x="130969" y="0"/>
                      </a:moveTo>
                      <a:lnTo>
                        <a:pt x="11906" y="0"/>
                      </a:lnTo>
                      <a:cubicBezTo>
                        <a:pt x="5331" y="0"/>
                        <a:pt x="0" y="5331"/>
                        <a:pt x="0" y="11906"/>
                      </a:cubicBezTo>
                      <a:lnTo>
                        <a:pt x="0" y="55647"/>
                      </a:lnTo>
                      <a:cubicBezTo>
                        <a:pt x="0" y="122329"/>
                        <a:pt x="56421" y="144453"/>
                        <a:pt x="67717" y="148210"/>
                      </a:cubicBezTo>
                      <a:cubicBezTo>
                        <a:pt x="70129" y="149031"/>
                        <a:pt x="72746" y="149031"/>
                        <a:pt x="75158" y="148210"/>
                      </a:cubicBezTo>
                      <a:cubicBezTo>
                        <a:pt x="86469" y="144453"/>
                        <a:pt x="142875" y="122329"/>
                        <a:pt x="142875" y="55647"/>
                      </a:cubicBezTo>
                      <a:lnTo>
                        <a:pt x="142875" y="11906"/>
                      </a:lnTo>
                      <a:cubicBezTo>
                        <a:pt x="142875" y="5331"/>
                        <a:pt x="137544" y="0"/>
                        <a:pt x="130969" y="0"/>
                      </a:cubicBezTo>
                      <a:close/>
                      <a:moveTo>
                        <a:pt x="130969" y="55654"/>
                      </a:moveTo>
                      <a:cubicBezTo>
                        <a:pt x="130969" y="114010"/>
                        <a:pt x="81595" y="133506"/>
                        <a:pt x="71438" y="136900"/>
                      </a:cubicBezTo>
                      <a:cubicBezTo>
                        <a:pt x="61369" y="133543"/>
                        <a:pt x="11906" y="114062"/>
                        <a:pt x="11906" y="55654"/>
                      </a:cubicBezTo>
                      <a:lnTo>
                        <a:pt x="11906" y="11906"/>
                      </a:lnTo>
                      <a:lnTo>
                        <a:pt x="130969" y="11906"/>
                      </a:lnTo>
                      <a:close/>
                      <a:moveTo>
                        <a:pt x="37460" y="75649"/>
                      </a:moveTo>
                      <a:cubicBezTo>
                        <a:pt x="35134" y="73323"/>
                        <a:pt x="35134" y="69552"/>
                        <a:pt x="37460" y="67226"/>
                      </a:cubicBezTo>
                      <a:cubicBezTo>
                        <a:pt x="39786" y="64900"/>
                        <a:pt x="43558" y="64900"/>
                        <a:pt x="45884" y="67226"/>
                      </a:cubicBezTo>
                      <a:lnTo>
                        <a:pt x="59531" y="80873"/>
                      </a:lnTo>
                      <a:lnTo>
                        <a:pt x="96991" y="43413"/>
                      </a:lnTo>
                      <a:cubicBezTo>
                        <a:pt x="99317" y="41087"/>
                        <a:pt x="103089" y="41087"/>
                        <a:pt x="105415" y="43413"/>
                      </a:cubicBezTo>
                      <a:cubicBezTo>
                        <a:pt x="107741" y="45739"/>
                        <a:pt x="107741" y="49511"/>
                        <a:pt x="105415" y="51837"/>
                      </a:cubicBezTo>
                      <a:lnTo>
                        <a:pt x="63743" y="93509"/>
                      </a:lnTo>
                      <a:cubicBezTo>
                        <a:pt x="62626" y="94627"/>
                        <a:pt x="61111" y="95255"/>
                        <a:pt x="59531" y="95255"/>
                      </a:cubicBezTo>
                      <a:cubicBezTo>
                        <a:pt x="57951" y="95255"/>
                        <a:pt x="56436" y="94627"/>
                        <a:pt x="55319" y="93509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120" name="TextBox 120"/>
              <p:cNvSpPr txBox="1"/>
              <p:nvPr/>
            </p:nvSpPr>
            <p:spPr>
              <a:xfrm>
                <a:off x="8310562" y="3155156"/>
                <a:ext cx="18085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去重 + 持久化 + 多轮记忆</a:t>
                </a:r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8314372" y="3339941"/>
                <a:ext cx="252926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name+size 去重 · ChromaDB · BufferWindow k=4</a:t>
                </a:r>
              </a:p>
            </p:txBody>
          </p:sp>
        </p:grpSp>
      </p:grpSp>
      <p:grpSp>
        <p:nvGrpSpPr>
          <p:cNvPr id="188" name="Group 188"/>
          <p:cNvGrpSpPr/>
          <p:nvPr/>
        </p:nvGrpSpPr>
        <p:grpSpPr>
          <a:xfrm>
            <a:off x="762000" y="3810000"/>
            <a:ext cx="10668000" cy="2571750"/>
            <a:chOff x="762000" y="3810000"/>
            <a:chExt cx="10668000" cy="2571750"/>
          </a:xfrm>
        </p:grpSpPr>
        <p:sp>
          <p:nvSpPr>
            <p:cNvPr id="124" name="Rectangle 124"/>
            <p:cNvSpPr/>
            <p:nvPr/>
          </p:nvSpPr>
          <p:spPr>
            <a:xfrm>
              <a:off x="762000" y="3810000"/>
              <a:ext cx="1066800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762000" y="3810000"/>
              <a:ext cx="5238750" cy="2571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762000" y="3810000"/>
              <a:ext cx="5238750" cy="323850"/>
            </a:xfrm>
            <a:prstGeom prst="rect">
              <a:avLst/>
            </a:prstGeom>
            <a:solidFill>
              <a:srgbClr val="1A1D2E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2629273" y="3906202"/>
              <a:ext cx="15042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快速上手 QUICK START</a:t>
              </a:r>
            </a:p>
          </p:txBody>
        </p:sp>
        <p:grpSp>
          <p:nvGrpSpPr>
            <p:cNvPr id="133" name="Group 133"/>
            <p:cNvGrpSpPr/>
            <p:nvPr/>
          </p:nvGrpSpPr>
          <p:grpSpPr>
            <a:xfrm>
              <a:off x="1028700" y="4286250"/>
              <a:ext cx="4705350" cy="421481"/>
              <a:chOff x="1028700" y="4286250"/>
              <a:chExt cx="4705350" cy="421481"/>
            </a:xfrm>
          </p:grpSpPr>
          <p:sp>
            <p:nvSpPr>
              <p:cNvPr id="128" name="Rectangle 128"/>
              <p:cNvSpPr/>
              <p:nvPr/>
            </p:nvSpPr>
            <p:spPr>
              <a:xfrm>
                <a:off x="1028700" y="4286250"/>
                <a:ext cx="4705350" cy="4000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29" name="Rectangle 129"/>
              <p:cNvSpPr/>
              <p:nvPr/>
            </p:nvSpPr>
            <p:spPr>
              <a:xfrm>
                <a:off x="1028700" y="4286250"/>
                <a:ext cx="28575" cy="400050"/>
              </a:xfrm>
              <a:prstGeom prst="rect">
                <a:avLst/>
              </a:prstGeom>
              <a:solidFill>
                <a:srgbClr val="00C853"/>
              </a:solidFill>
              <a:ln>
                <a:noFill/>
              </a:ln>
            </p:spPr>
          </p:sp>
          <p:sp>
            <p:nvSpPr>
              <p:cNvPr id="130" name="TextBox 130"/>
              <p:cNvSpPr txBox="1"/>
              <p:nvPr/>
            </p:nvSpPr>
            <p:spPr>
              <a:xfrm>
                <a:off x="1168718" y="437149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C853"/>
                    </a:solidFill>
                    <a:latin typeface="Arial"/>
                    <a:ea typeface="Microsoft YaHei"/>
                    <a:cs typeface="Arial"/>
                  </a:rPr>
                  <a:t>安装依赖</a:t>
                </a:r>
              </a:p>
            </p:txBody>
          </p:sp>
          <p:sp>
            <p:nvSpPr>
              <p:cNvPr id="131" name="TextBox 131"/>
              <p:cNvSpPr txBox="1"/>
              <p:nvPr/>
            </p:nvSpPr>
            <p:spPr>
              <a:xfrm>
                <a:off x="2464118" y="4371499"/>
                <a:ext cx="20075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pip install -r requirements.txt</a:t>
                </a:r>
              </a:p>
            </p:txBody>
          </p:sp>
          <p:sp>
            <p:nvSpPr>
              <p:cNvPr id="132" name="TextBox 132"/>
              <p:cNvSpPr txBox="1"/>
              <p:nvPr/>
            </p:nvSpPr>
            <p:spPr>
              <a:xfrm>
                <a:off x="1170622" y="4540091"/>
                <a:ext cx="410246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streamlit + langchain + chromadb + pypdf + python-docx + pytesseract + ...</a:t>
                </a:r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1028700" y="4762500"/>
              <a:ext cx="4705350" cy="421481"/>
              <a:chOff x="1028700" y="4762500"/>
              <a:chExt cx="4705350" cy="421481"/>
            </a:xfrm>
          </p:grpSpPr>
          <p:sp>
            <p:nvSpPr>
              <p:cNvPr id="134" name="Rectangle 134"/>
              <p:cNvSpPr/>
              <p:nvPr/>
            </p:nvSpPr>
            <p:spPr>
              <a:xfrm>
                <a:off x="1028700" y="4762500"/>
                <a:ext cx="4705350" cy="4000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5" name="Rectangle 135"/>
              <p:cNvSpPr/>
              <p:nvPr/>
            </p:nvSpPr>
            <p:spPr>
              <a:xfrm>
                <a:off x="1028700" y="4762500"/>
                <a:ext cx="28575" cy="4000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36" name="TextBox 136"/>
              <p:cNvSpPr txBox="1"/>
              <p:nvPr/>
            </p:nvSpPr>
            <p:spPr>
              <a:xfrm>
                <a:off x="1168718" y="484774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配置环境</a:t>
                </a:r>
              </a:p>
            </p:txBody>
          </p:sp>
          <p:sp>
            <p:nvSpPr>
              <p:cNvPr id="137" name="TextBox 137"/>
              <p:cNvSpPr txBox="1"/>
              <p:nvPr/>
            </p:nvSpPr>
            <p:spPr>
              <a:xfrm>
                <a:off x="2464118" y="4847749"/>
                <a:ext cx="22675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cp .env.example .env · 编辑 API Key</a:t>
                </a:r>
              </a:p>
            </p:txBody>
          </p:sp>
          <p:sp>
            <p:nvSpPr>
              <p:cNvPr id="138" name="TextBox 138"/>
              <p:cNvSpPr txBox="1"/>
              <p:nvPr/>
            </p:nvSpPr>
            <p:spPr>
              <a:xfrm>
                <a:off x="1170622" y="5016341"/>
                <a:ext cx="353039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ANTHROPIC_AUTH_TOKEN + ANTHROPIC_BASE_URL + ANTHROPIC_MODEL</a:t>
                </a:r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1028700" y="5238750"/>
              <a:ext cx="4705350" cy="421481"/>
              <a:chOff x="1028700" y="5238750"/>
              <a:chExt cx="4705350" cy="421481"/>
            </a:xfrm>
          </p:grpSpPr>
          <p:sp>
            <p:nvSpPr>
              <p:cNvPr id="140" name="Rectangle 140"/>
              <p:cNvSpPr/>
              <p:nvPr/>
            </p:nvSpPr>
            <p:spPr>
              <a:xfrm>
                <a:off x="1028700" y="5238750"/>
                <a:ext cx="4705350" cy="4000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1" name="Rectangle 141"/>
              <p:cNvSpPr/>
              <p:nvPr/>
            </p:nvSpPr>
            <p:spPr>
              <a:xfrm>
                <a:off x="1028700" y="5238750"/>
                <a:ext cx="28575" cy="4000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42" name="TextBox 142"/>
              <p:cNvSpPr txBox="1"/>
              <p:nvPr/>
            </p:nvSpPr>
            <p:spPr>
              <a:xfrm>
                <a:off x="1168718" y="532399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6C3FD4"/>
                    </a:solidFill>
                    <a:latin typeface="Arial"/>
                    <a:ea typeface="Microsoft YaHei"/>
                    <a:cs typeface="Arial"/>
                  </a:rPr>
                  <a:t>启动应用</a:t>
                </a:r>
              </a:p>
            </p:txBody>
          </p:sp>
          <p:sp>
            <p:nvSpPr>
              <p:cNvPr id="143" name="TextBox 143"/>
              <p:cNvSpPr txBox="1"/>
              <p:nvPr/>
            </p:nvSpPr>
            <p:spPr>
              <a:xfrm>
                <a:off x="2464118" y="5323999"/>
                <a:ext cx="13509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streamlit run app.py</a:t>
                </a:r>
              </a:p>
            </p:txBody>
          </p:sp>
          <p:sp>
            <p:nvSpPr>
              <p:cNvPr id="144" name="TextBox 144"/>
              <p:cNvSpPr txBox="1"/>
              <p:nvPr/>
            </p:nvSpPr>
            <p:spPr>
              <a:xfrm>
                <a:off x="1170622" y="5492591"/>
                <a:ext cx="295282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浏览器访问 http://localhost:8501 · 上传文件 → 开始问答</a:t>
                </a:r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1028700" y="5715000"/>
              <a:ext cx="4705350" cy="421481"/>
              <a:chOff x="1028700" y="5715000"/>
              <a:chExt cx="4705350" cy="421481"/>
            </a:xfrm>
          </p:grpSpPr>
          <p:sp>
            <p:nvSpPr>
              <p:cNvPr id="146" name="Rectangle 146"/>
              <p:cNvSpPr/>
              <p:nvPr/>
            </p:nvSpPr>
            <p:spPr>
              <a:xfrm>
                <a:off x="1028700" y="5715000"/>
                <a:ext cx="4705350" cy="4000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7" name="Rectangle 147"/>
              <p:cNvSpPr/>
              <p:nvPr/>
            </p:nvSpPr>
            <p:spPr>
              <a:xfrm>
                <a:off x="1028700" y="5715000"/>
                <a:ext cx="28575" cy="40005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148" name="TextBox 148"/>
              <p:cNvSpPr txBox="1"/>
              <p:nvPr/>
            </p:nvSpPr>
            <p:spPr>
              <a:xfrm>
                <a:off x="1168718" y="580024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Arial"/>
                    <a:ea typeface="Microsoft YaHei"/>
                    <a:cs typeface="Arial"/>
                  </a:rPr>
                  <a:t>运行测试</a:t>
                </a:r>
              </a:p>
            </p:txBody>
          </p:sp>
          <p:sp>
            <p:nvSpPr>
              <p:cNvPr id="149" name="TextBox 149"/>
              <p:cNvSpPr txBox="1"/>
              <p:nvPr/>
            </p:nvSpPr>
            <p:spPr>
              <a:xfrm>
                <a:off x="2464118" y="5800249"/>
                <a:ext cx="11039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 -v</a:t>
                </a:r>
              </a:p>
            </p:txBody>
          </p:sp>
          <p:sp>
            <p:nvSpPr>
              <p:cNvPr id="150" name="TextBox 150"/>
              <p:cNvSpPr txBox="1"/>
              <p:nvPr/>
            </p:nvSpPr>
            <p:spPr>
              <a:xfrm>
                <a:off x="1170622" y="5968841"/>
                <a:ext cx="29748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E2E 全流程测试 · tempfile 隔离 · store.close() 资源释放</a:t>
                </a:r>
              </a:p>
            </p:txBody>
          </p:sp>
        </p:grpSp>
        <p:sp>
          <p:nvSpPr>
            <p:cNvPr id="152" name="Rectangle 152"/>
            <p:cNvSpPr/>
            <p:nvPr/>
          </p:nvSpPr>
          <p:spPr>
            <a:xfrm>
              <a:off x="6096000" y="3810000"/>
              <a:ext cx="5334000" cy="2571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3" name="Rectangle 153"/>
            <p:cNvSpPr/>
            <p:nvPr/>
          </p:nvSpPr>
          <p:spPr>
            <a:xfrm>
              <a:off x="6096000" y="3810000"/>
              <a:ext cx="5334000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7536763" y="3906202"/>
              <a:ext cx="24524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架构一览 ARCHITECTURE AT A GLANCE</a:t>
              </a:r>
            </a:p>
          </p:txBody>
        </p:sp>
        <p:grpSp>
          <p:nvGrpSpPr>
            <p:cNvPr id="187" name="Group 187"/>
            <p:cNvGrpSpPr/>
            <p:nvPr/>
          </p:nvGrpSpPr>
          <p:grpSpPr>
            <a:xfrm>
              <a:off x="6322695" y="4286250"/>
              <a:ext cx="4916805" cy="1914525"/>
              <a:chOff x="6322695" y="4286250"/>
              <a:chExt cx="4916805" cy="1914525"/>
            </a:xfrm>
          </p:grpSpPr>
          <p:sp>
            <p:nvSpPr>
              <p:cNvPr id="155" name="Rectangle 155"/>
              <p:cNvSpPr/>
              <p:nvPr/>
            </p:nvSpPr>
            <p:spPr>
              <a:xfrm>
                <a:off x="6381750" y="4286250"/>
                <a:ext cx="1428750" cy="533400"/>
              </a:xfrm>
              <a:prstGeom prst="rect">
                <a:avLst/>
              </a:prstGeom>
              <a:solidFill>
                <a:srgbClr val="F5F6FA"/>
              </a:solidFill>
              <a:ln w="9525">
                <a:solidFill>
                  <a:srgbClr val="1A73E8"/>
                </a:solidFill>
              </a:ln>
            </p:spPr>
          </p:sp>
          <p:grpSp>
            <p:nvGrpSpPr>
              <p:cNvPr id="158" name="Group 158"/>
              <p:cNvGrpSpPr/>
              <p:nvPr/>
            </p:nvGrpSpPr>
            <p:grpSpPr>
              <a:xfrm>
                <a:off x="6498798" y="4422662"/>
                <a:ext cx="163378" cy="122553"/>
                <a:chOff x="6498798" y="4422662"/>
                <a:chExt cx="163378" cy="122553"/>
              </a:xfrm>
            </p:grpSpPr>
            <p:sp>
              <p:nvSpPr>
                <p:cNvPr id="156" name="Freeform 156"/>
                <p:cNvSpPr/>
                <p:nvPr/>
              </p:nvSpPr>
              <p:spPr>
                <a:xfrm>
                  <a:off x="6504200" y="4428803"/>
                  <a:ext cx="152585" cy="11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585" h="111050">
                      <a:moveTo>
                        <a:pt x="152585" y="57472"/>
                      </a:moveTo>
                      <a:cubicBezTo>
                        <a:pt x="152585" y="87063"/>
                        <a:pt x="128597" y="111050"/>
                        <a:pt x="99007" y="111050"/>
                      </a:cubicBezTo>
                      <a:lnTo>
                        <a:pt x="40071" y="111050"/>
                      </a:lnTo>
                      <a:cubicBezTo>
                        <a:pt x="25554" y="111032"/>
                        <a:pt x="12352" y="102639"/>
                        <a:pt x="6176" y="89502"/>
                      </a:cubicBezTo>
                      <a:cubicBezTo>
                        <a:pt x="0" y="76365"/>
                        <a:pt x="1960" y="60844"/>
                        <a:pt x="11207" y="49654"/>
                      </a:cubicBezTo>
                      <a:cubicBezTo>
                        <a:pt x="20454" y="38464"/>
                        <a:pt x="35328" y="33616"/>
                        <a:pt x="49393" y="37206"/>
                      </a:cubicBezTo>
                      <a:lnTo>
                        <a:pt x="49393" y="37273"/>
                      </a:lnTo>
                      <a:cubicBezTo>
                        <a:pt x="59062" y="13557"/>
                        <a:pt x="84164" y="0"/>
                        <a:pt x="109299" y="4920"/>
                      </a:cubicBezTo>
                      <a:cubicBezTo>
                        <a:pt x="134434" y="9840"/>
                        <a:pt x="152571" y="31860"/>
                        <a:pt x="152585" y="57472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57" name="Freeform 157"/>
                <p:cNvSpPr/>
                <p:nvPr/>
              </p:nvSpPr>
              <p:spPr>
                <a:xfrm>
                  <a:off x="6498798" y="4422662"/>
                  <a:ext cx="163378" cy="1225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378" h="122553">
                      <a:moveTo>
                        <a:pt x="163344" y="63613"/>
                      </a:moveTo>
                      <a:cubicBezTo>
                        <a:pt x="163378" y="76372"/>
                        <a:pt x="159238" y="88793"/>
                        <a:pt x="151557" y="98981"/>
                      </a:cubicBezTo>
                      <a:cubicBezTo>
                        <a:pt x="150406" y="100513"/>
                        <a:pt x="148526" y="101314"/>
                        <a:pt x="146624" y="101082"/>
                      </a:cubicBezTo>
                      <a:cubicBezTo>
                        <a:pt x="144722" y="100851"/>
                        <a:pt x="143088" y="99623"/>
                        <a:pt x="142338" y="97861"/>
                      </a:cubicBezTo>
                      <a:cubicBezTo>
                        <a:pt x="141587" y="96099"/>
                        <a:pt x="141833" y="94070"/>
                        <a:pt x="142984" y="92538"/>
                      </a:cubicBezTo>
                      <a:cubicBezTo>
                        <a:pt x="149272" y="84209"/>
                        <a:pt x="152659" y="74049"/>
                        <a:pt x="152628" y="63613"/>
                      </a:cubicBezTo>
                      <a:cubicBezTo>
                        <a:pt x="152628" y="36982"/>
                        <a:pt x="131039" y="15393"/>
                        <a:pt x="104408" y="15393"/>
                      </a:cubicBezTo>
                      <a:cubicBezTo>
                        <a:pt x="77777" y="15393"/>
                        <a:pt x="56188" y="36982"/>
                        <a:pt x="56188" y="63613"/>
                      </a:cubicBezTo>
                      <a:cubicBezTo>
                        <a:pt x="56188" y="66572"/>
                        <a:pt x="53789" y="68971"/>
                        <a:pt x="50830" y="68971"/>
                      </a:cubicBezTo>
                      <a:cubicBezTo>
                        <a:pt x="47871" y="68971"/>
                        <a:pt x="45472" y="66572"/>
                        <a:pt x="45472" y="63613"/>
                      </a:cubicBezTo>
                      <a:cubicBezTo>
                        <a:pt x="45470" y="58206"/>
                        <a:pt x="46211" y="52825"/>
                        <a:pt x="47676" y="47620"/>
                      </a:cubicBezTo>
                      <a:cubicBezTo>
                        <a:pt x="46946" y="47539"/>
                        <a:pt x="46209" y="47539"/>
                        <a:pt x="45472" y="47539"/>
                      </a:cubicBezTo>
                      <a:cubicBezTo>
                        <a:pt x="27718" y="47539"/>
                        <a:pt x="13325" y="61932"/>
                        <a:pt x="13325" y="79686"/>
                      </a:cubicBezTo>
                      <a:cubicBezTo>
                        <a:pt x="13325" y="97441"/>
                        <a:pt x="27718" y="111833"/>
                        <a:pt x="45472" y="111833"/>
                      </a:cubicBezTo>
                      <a:lnTo>
                        <a:pt x="61546" y="111833"/>
                      </a:lnTo>
                      <a:cubicBezTo>
                        <a:pt x="64505" y="111833"/>
                        <a:pt x="66903" y="114232"/>
                        <a:pt x="66903" y="117191"/>
                      </a:cubicBezTo>
                      <a:cubicBezTo>
                        <a:pt x="66903" y="120150"/>
                        <a:pt x="64505" y="122549"/>
                        <a:pt x="61546" y="122549"/>
                      </a:cubicBezTo>
                      <a:lnTo>
                        <a:pt x="45472" y="122549"/>
                      </a:lnTo>
                      <a:cubicBezTo>
                        <a:pt x="29410" y="122553"/>
                        <a:pt x="14695" y="113576"/>
                        <a:pt x="7347" y="99294"/>
                      </a:cubicBezTo>
                      <a:cubicBezTo>
                        <a:pt x="0" y="85011"/>
                        <a:pt x="1254" y="67819"/>
                        <a:pt x="10597" y="54754"/>
                      </a:cubicBezTo>
                      <a:cubicBezTo>
                        <a:pt x="19940" y="41689"/>
                        <a:pt x="35803" y="34944"/>
                        <a:pt x="51694" y="37279"/>
                      </a:cubicBezTo>
                      <a:cubicBezTo>
                        <a:pt x="63916" y="12835"/>
                        <a:pt x="91338" y="0"/>
                        <a:pt x="117937" y="6274"/>
                      </a:cubicBezTo>
                      <a:cubicBezTo>
                        <a:pt x="144537" y="12547"/>
                        <a:pt x="163333" y="36284"/>
                        <a:pt x="163344" y="63613"/>
                      </a:cubicBezTo>
                      <a:close/>
                      <a:moveTo>
                        <a:pt x="102841" y="59822"/>
                      </a:moveTo>
                      <a:cubicBezTo>
                        <a:pt x="101836" y="58816"/>
                        <a:pt x="100472" y="58251"/>
                        <a:pt x="99050" y="58251"/>
                      </a:cubicBezTo>
                      <a:cubicBezTo>
                        <a:pt x="97628" y="58251"/>
                        <a:pt x="96265" y="58816"/>
                        <a:pt x="95260" y="59822"/>
                      </a:cubicBezTo>
                      <a:lnTo>
                        <a:pt x="73828" y="81254"/>
                      </a:lnTo>
                      <a:cubicBezTo>
                        <a:pt x="71735" y="83347"/>
                        <a:pt x="71735" y="86741"/>
                        <a:pt x="73828" y="88835"/>
                      </a:cubicBezTo>
                      <a:cubicBezTo>
                        <a:pt x="75922" y="90928"/>
                        <a:pt x="79316" y="90928"/>
                        <a:pt x="81410" y="88835"/>
                      </a:cubicBezTo>
                      <a:lnTo>
                        <a:pt x="93692" y="76545"/>
                      </a:lnTo>
                      <a:lnTo>
                        <a:pt x="93692" y="117191"/>
                      </a:lnTo>
                      <a:cubicBezTo>
                        <a:pt x="93692" y="120150"/>
                        <a:pt x="96091" y="122549"/>
                        <a:pt x="99050" y="122549"/>
                      </a:cubicBezTo>
                      <a:cubicBezTo>
                        <a:pt x="102009" y="122549"/>
                        <a:pt x="104408" y="120150"/>
                        <a:pt x="104408" y="117191"/>
                      </a:cubicBezTo>
                      <a:lnTo>
                        <a:pt x="104408" y="76545"/>
                      </a:lnTo>
                      <a:lnTo>
                        <a:pt x="116691" y="88835"/>
                      </a:lnTo>
                      <a:cubicBezTo>
                        <a:pt x="118784" y="90928"/>
                        <a:pt x="122179" y="90928"/>
                        <a:pt x="124272" y="88835"/>
                      </a:cubicBezTo>
                      <a:cubicBezTo>
                        <a:pt x="126366" y="86741"/>
                        <a:pt x="126366" y="83347"/>
                        <a:pt x="124272" y="81254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159" name="TextBox 159"/>
              <p:cNvSpPr txBox="1"/>
              <p:nvPr/>
            </p:nvSpPr>
            <p:spPr>
              <a:xfrm>
                <a:off x="6810708" y="441912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文件上传</a:t>
                </a:r>
              </a:p>
            </p:txBody>
          </p:sp>
          <p:sp>
            <p:nvSpPr>
              <p:cNvPr id="160" name="TextBox 160"/>
              <p:cNvSpPr txBox="1"/>
              <p:nvPr/>
            </p:nvSpPr>
            <p:spPr>
              <a:xfrm>
                <a:off x="6755606" y="4625816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7 格式 · 去重</a:t>
                </a:r>
              </a:p>
            </p:txBody>
          </p:sp>
          <p:sp>
            <p:nvSpPr>
              <p:cNvPr id="161" name="TextBox 161"/>
              <p:cNvSpPr txBox="1"/>
              <p:nvPr/>
            </p:nvSpPr>
            <p:spPr>
              <a:xfrm>
                <a:off x="7938135" y="4471035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→</a:t>
                </a:r>
              </a:p>
            </p:txBody>
          </p:sp>
          <p:sp>
            <p:nvSpPr>
              <p:cNvPr id="162" name="Rectangle 162"/>
              <p:cNvSpPr/>
              <p:nvPr/>
            </p:nvSpPr>
            <p:spPr>
              <a:xfrm>
                <a:off x="8143875" y="4286250"/>
                <a:ext cx="1428750" cy="533400"/>
              </a:xfrm>
              <a:prstGeom prst="rect">
                <a:avLst/>
              </a:prstGeom>
              <a:solidFill>
                <a:srgbClr val="F5F6FA"/>
              </a:solidFill>
              <a:ln w="9525">
                <a:solidFill>
                  <a:srgbClr val="6C3FD4"/>
                </a:solidFill>
              </a:ln>
            </p:spPr>
          </p:sp>
          <p:grpSp>
            <p:nvGrpSpPr>
              <p:cNvPr id="165" name="Group 165"/>
              <p:cNvGrpSpPr/>
              <p:nvPr/>
            </p:nvGrpSpPr>
            <p:grpSpPr>
              <a:xfrm>
                <a:off x="8276927" y="4416622"/>
                <a:ext cx="131825" cy="128589"/>
                <a:chOff x="8276927" y="4416622"/>
                <a:chExt cx="131825" cy="128589"/>
              </a:xfrm>
            </p:grpSpPr>
            <p:sp>
              <p:nvSpPr>
                <p:cNvPr id="163" name="Freeform 163"/>
                <p:cNvSpPr/>
                <p:nvPr/>
              </p:nvSpPr>
              <p:spPr>
                <a:xfrm>
                  <a:off x="8359973" y="4421981"/>
                  <a:ext cx="37505" cy="375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05" h="37505">
                      <a:moveTo>
                        <a:pt x="37505" y="37505"/>
                      </a:moveTo>
                      <a:lnTo>
                        <a:pt x="0" y="3750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64" name="Freeform 164"/>
                <p:cNvSpPr/>
                <p:nvPr/>
              </p:nvSpPr>
              <p:spPr>
                <a:xfrm>
                  <a:off x="8276927" y="4416622"/>
                  <a:ext cx="131825" cy="128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25" h="128589">
                      <a:moveTo>
                        <a:pt x="16073" y="80368"/>
                      </a:moveTo>
                      <a:lnTo>
                        <a:pt x="5358" y="80368"/>
                      </a:lnTo>
                      <a:cubicBezTo>
                        <a:pt x="2399" y="80368"/>
                        <a:pt x="0" y="82767"/>
                        <a:pt x="0" y="85726"/>
                      </a:cubicBezTo>
                      <a:lnTo>
                        <a:pt x="0" y="123231"/>
                      </a:lnTo>
                      <a:cubicBezTo>
                        <a:pt x="0" y="126190"/>
                        <a:pt x="2399" y="128589"/>
                        <a:pt x="5358" y="128589"/>
                      </a:cubicBezTo>
                      <a:lnTo>
                        <a:pt x="16073" y="128589"/>
                      </a:lnTo>
                      <a:cubicBezTo>
                        <a:pt x="29389" y="128589"/>
                        <a:pt x="40184" y="117794"/>
                        <a:pt x="40184" y="104478"/>
                      </a:cubicBezTo>
                      <a:cubicBezTo>
                        <a:pt x="40184" y="91163"/>
                        <a:pt x="29389" y="80368"/>
                        <a:pt x="16073" y="80368"/>
                      </a:cubicBezTo>
                      <a:close/>
                      <a:moveTo>
                        <a:pt x="16073" y="117873"/>
                      </a:moveTo>
                      <a:lnTo>
                        <a:pt x="10716" y="117873"/>
                      </a:lnTo>
                      <a:lnTo>
                        <a:pt x="10716" y="91084"/>
                      </a:lnTo>
                      <a:lnTo>
                        <a:pt x="16073" y="91084"/>
                      </a:lnTo>
                      <a:cubicBezTo>
                        <a:pt x="23471" y="91084"/>
                        <a:pt x="29468" y="97081"/>
                        <a:pt x="29468" y="104478"/>
                      </a:cubicBezTo>
                      <a:cubicBezTo>
                        <a:pt x="29468" y="111876"/>
                        <a:pt x="23471" y="117873"/>
                        <a:pt x="16073" y="117873"/>
                      </a:cubicBezTo>
                      <a:close/>
                      <a:moveTo>
                        <a:pt x="129612" y="114585"/>
                      </a:moveTo>
                      <a:cubicBezTo>
                        <a:pt x="131750" y="116630"/>
                        <a:pt x="131825" y="120021"/>
                        <a:pt x="129780" y="122159"/>
                      </a:cubicBezTo>
                      <a:cubicBezTo>
                        <a:pt x="126009" y="126218"/>
                        <a:pt x="120733" y="128544"/>
                        <a:pt x="115193" y="128589"/>
                      </a:cubicBezTo>
                      <a:cubicBezTo>
                        <a:pt x="103372" y="128589"/>
                        <a:pt x="93762" y="117773"/>
                        <a:pt x="93762" y="104478"/>
                      </a:cubicBezTo>
                      <a:cubicBezTo>
                        <a:pt x="93762" y="91184"/>
                        <a:pt x="103372" y="80368"/>
                        <a:pt x="115193" y="80368"/>
                      </a:cubicBezTo>
                      <a:cubicBezTo>
                        <a:pt x="120733" y="80413"/>
                        <a:pt x="126009" y="82739"/>
                        <a:pt x="129780" y="86798"/>
                      </a:cubicBezTo>
                      <a:cubicBezTo>
                        <a:pt x="131779" y="88942"/>
                        <a:pt x="131683" y="92296"/>
                        <a:pt x="129565" y="94323"/>
                      </a:cubicBezTo>
                      <a:cubicBezTo>
                        <a:pt x="127446" y="96349"/>
                        <a:pt x="124092" y="96297"/>
                        <a:pt x="122038" y="94205"/>
                      </a:cubicBezTo>
                      <a:cubicBezTo>
                        <a:pt x="120280" y="92271"/>
                        <a:pt x="117806" y="91142"/>
                        <a:pt x="115193" y="91084"/>
                      </a:cubicBezTo>
                      <a:cubicBezTo>
                        <a:pt x="109286" y="91084"/>
                        <a:pt x="104477" y="97111"/>
                        <a:pt x="104477" y="104478"/>
                      </a:cubicBezTo>
                      <a:cubicBezTo>
                        <a:pt x="104477" y="111845"/>
                        <a:pt x="109286" y="117873"/>
                        <a:pt x="115193" y="117873"/>
                      </a:cubicBezTo>
                      <a:cubicBezTo>
                        <a:pt x="117807" y="117819"/>
                        <a:pt x="120283" y="116690"/>
                        <a:pt x="122038" y="114752"/>
                      </a:cubicBezTo>
                      <a:cubicBezTo>
                        <a:pt x="124083" y="112614"/>
                        <a:pt x="127474" y="112539"/>
                        <a:pt x="129612" y="114585"/>
                      </a:cubicBezTo>
                      <a:close/>
                      <a:moveTo>
                        <a:pt x="66973" y="80368"/>
                      </a:moveTo>
                      <a:cubicBezTo>
                        <a:pt x="55159" y="80368"/>
                        <a:pt x="45541" y="91184"/>
                        <a:pt x="45541" y="104478"/>
                      </a:cubicBezTo>
                      <a:cubicBezTo>
                        <a:pt x="45541" y="117773"/>
                        <a:pt x="55159" y="128589"/>
                        <a:pt x="66973" y="128589"/>
                      </a:cubicBezTo>
                      <a:cubicBezTo>
                        <a:pt x="78787" y="128589"/>
                        <a:pt x="88404" y="117773"/>
                        <a:pt x="88404" y="104478"/>
                      </a:cubicBezTo>
                      <a:cubicBezTo>
                        <a:pt x="88404" y="91184"/>
                        <a:pt x="78787" y="80368"/>
                        <a:pt x="66973" y="80368"/>
                      </a:cubicBezTo>
                      <a:close/>
                      <a:moveTo>
                        <a:pt x="66973" y="117873"/>
                      </a:moveTo>
                      <a:cubicBezTo>
                        <a:pt x="61066" y="117873"/>
                        <a:pt x="56257" y="111845"/>
                        <a:pt x="56257" y="104478"/>
                      </a:cubicBezTo>
                      <a:cubicBezTo>
                        <a:pt x="56257" y="97111"/>
                        <a:pt x="61066" y="91084"/>
                        <a:pt x="66973" y="91084"/>
                      </a:cubicBezTo>
                      <a:cubicBezTo>
                        <a:pt x="72880" y="91084"/>
                        <a:pt x="77688" y="97111"/>
                        <a:pt x="77688" y="104478"/>
                      </a:cubicBezTo>
                      <a:cubicBezTo>
                        <a:pt x="77688" y="111845"/>
                        <a:pt x="72880" y="117873"/>
                        <a:pt x="66973" y="117873"/>
                      </a:cubicBezTo>
                      <a:close/>
                      <a:moveTo>
                        <a:pt x="13395" y="64295"/>
                      </a:moveTo>
                      <a:cubicBezTo>
                        <a:pt x="16354" y="64295"/>
                        <a:pt x="18752" y="61896"/>
                        <a:pt x="18752" y="58937"/>
                      </a:cubicBezTo>
                      <a:lnTo>
                        <a:pt x="18752" y="10717"/>
                      </a:lnTo>
                      <a:lnTo>
                        <a:pt x="77688" y="10717"/>
                      </a:lnTo>
                      <a:lnTo>
                        <a:pt x="77688" y="42864"/>
                      </a:lnTo>
                      <a:cubicBezTo>
                        <a:pt x="77688" y="45823"/>
                        <a:pt x="80087" y="48221"/>
                        <a:pt x="83046" y="48221"/>
                      </a:cubicBezTo>
                      <a:lnTo>
                        <a:pt x="115193" y="48221"/>
                      </a:lnTo>
                      <a:lnTo>
                        <a:pt x="115193" y="58937"/>
                      </a:lnTo>
                      <a:cubicBezTo>
                        <a:pt x="115193" y="61896"/>
                        <a:pt x="117592" y="64295"/>
                        <a:pt x="120551" y="64295"/>
                      </a:cubicBezTo>
                      <a:cubicBezTo>
                        <a:pt x="123510" y="64295"/>
                        <a:pt x="125909" y="61896"/>
                        <a:pt x="125909" y="58937"/>
                      </a:cubicBezTo>
                      <a:lnTo>
                        <a:pt x="125909" y="42864"/>
                      </a:lnTo>
                      <a:cubicBezTo>
                        <a:pt x="125910" y="41442"/>
                        <a:pt x="125346" y="40079"/>
                        <a:pt x="124341" y="39073"/>
                      </a:cubicBezTo>
                      <a:lnTo>
                        <a:pt x="86837" y="1568"/>
                      </a:lnTo>
                      <a:cubicBezTo>
                        <a:pt x="85831" y="564"/>
                        <a:pt x="84468" y="0"/>
                        <a:pt x="83046" y="1"/>
                      </a:cubicBezTo>
                      <a:lnTo>
                        <a:pt x="18752" y="1"/>
                      </a:lnTo>
                      <a:cubicBezTo>
                        <a:pt x="12834" y="1"/>
                        <a:pt x="8037" y="4799"/>
                        <a:pt x="8037" y="10717"/>
                      </a:cubicBezTo>
                      <a:lnTo>
                        <a:pt x="8037" y="58937"/>
                      </a:lnTo>
                      <a:cubicBezTo>
                        <a:pt x="8037" y="61896"/>
                        <a:pt x="10435" y="64295"/>
                        <a:pt x="13395" y="64295"/>
                      </a:cubicBezTo>
                      <a:close/>
                      <a:moveTo>
                        <a:pt x="88404" y="18291"/>
                      </a:moveTo>
                      <a:lnTo>
                        <a:pt x="107618" y="37506"/>
                      </a:lnTo>
                      <a:lnTo>
                        <a:pt x="88404" y="37506"/>
                      </a:ln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166" name="TextBox 166"/>
              <p:cNvSpPr txBox="1"/>
              <p:nvPr/>
            </p:nvSpPr>
            <p:spPr>
              <a:xfrm>
                <a:off x="8572833" y="441912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解析分块</a:t>
                </a:r>
              </a:p>
            </p:txBody>
          </p:sp>
          <p:sp>
            <p:nvSpPr>
              <p:cNvPr id="167" name="TextBox 167"/>
              <p:cNvSpPr txBox="1"/>
              <p:nvPr/>
            </p:nvSpPr>
            <p:spPr>
              <a:xfrm>
                <a:off x="8627745" y="4625816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中文感知</a:t>
                </a:r>
              </a:p>
            </p:txBody>
          </p:sp>
          <p:sp>
            <p:nvSpPr>
              <p:cNvPr id="168" name="TextBox 168"/>
              <p:cNvSpPr txBox="1"/>
              <p:nvPr/>
            </p:nvSpPr>
            <p:spPr>
              <a:xfrm>
                <a:off x="9700260" y="4471035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→</a:t>
                </a:r>
              </a:p>
            </p:txBody>
          </p:sp>
          <p:sp>
            <p:nvSpPr>
              <p:cNvPr id="169" name="Rectangle 169"/>
              <p:cNvSpPr/>
              <p:nvPr/>
            </p:nvSpPr>
            <p:spPr>
              <a:xfrm>
                <a:off x="9906000" y="4286250"/>
                <a:ext cx="1333500" cy="533400"/>
              </a:xfrm>
              <a:prstGeom prst="rect">
                <a:avLst/>
              </a:prstGeom>
              <a:solidFill>
                <a:srgbClr val="F5F6FA"/>
              </a:solidFill>
              <a:ln w="9525">
                <a:solidFill>
                  <a:srgbClr val="E8456B"/>
                </a:solidFill>
              </a:ln>
            </p:spPr>
          </p:sp>
          <p:grpSp>
            <p:nvGrpSpPr>
              <p:cNvPr id="172" name="Group 172"/>
              <p:cNvGrpSpPr/>
              <p:nvPr/>
            </p:nvGrpSpPr>
            <p:grpSpPr>
              <a:xfrm>
                <a:off x="10041731" y="4416623"/>
                <a:ext cx="128588" cy="139303"/>
                <a:chOff x="10041731" y="4416623"/>
                <a:chExt cx="128588" cy="139303"/>
              </a:xfrm>
            </p:grpSpPr>
            <p:sp>
              <p:nvSpPr>
                <p:cNvPr id="170" name="Freeform 170"/>
                <p:cNvSpPr/>
                <p:nvPr/>
              </p:nvSpPr>
              <p:spPr>
                <a:xfrm>
                  <a:off x="10047089" y="4421981"/>
                  <a:ext cx="117872" cy="6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72" h="64294">
                      <a:moveTo>
                        <a:pt x="117872" y="32147"/>
                      </a:moveTo>
                      <a:cubicBezTo>
                        <a:pt x="117872" y="49901"/>
                        <a:pt x="91485" y="64294"/>
                        <a:pt x="58936" y="64294"/>
                      </a:cubicBezTo>
                      <a:cubicBezTo>
                        <a:pt x="26387" y="64294"/>
                        <a:pt x="0" y="49901"/>
                        <a:pt x="0" y="32147"/>
                      </a:cubicBezTo>
                      <a:cubicBezTo>
                        <a:pt x="0" y="14392"/>
                        <a:pt x="26387" y="0"/>
                        <a:pt x="58936" y="0"/>
                      </a:cubicBezTo>
                      <a:cubicBezTo>
                        <a:pt x="91485" y="0"/>
                        <a:pt x="117872" y="14392"/>
                        <a:pt x="117872" y="32147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71" name="Freeform 171"/>
                <p:cNvSpPr/>
                <p:nvPr/>
              </p:nvSpPr>
              <p:spPr>
                <a:xfrm>
                  <a:off x="10041731" y="4416623"/>
                  <a:ext cx="128588" cy="139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39303">
                      <a:moveTo>
                        <a:pt x="64294" y="0"/>
                      </a:moveTo>
                      <a:cubicBezTo>
                        <a:pt x="28242" y="0"/>
                        <a:pt x="0" y="16475"/>
                        <a:pt x="0" y="37505"/>
                      </a:cubicBezTo>
                      <a:lnTo>
                        <a:pt x="0" y="101798"/>
                      </a:lnTo>
                      <a:cubicBezTo>
                        <a:pt x="0" y="122828"/>
                        <a:pt x="28242" y="139303"/>
                        <a:pt x="64294" y="139303"/>
                      </a:cubicBezTo>
                      <a:cubicBezTo>
                        <a:pt x="100345" y="139303"/>
                        <a:pt x="128588" y="122828"/>
                        <a:pt x="128588" y="101798"/>
                      </a:cubicBezTo>
                      <a:lnTo>
                        <a:pt x="128588" y="37505"/>
                      </a:lnTo>
                      <a:cubicBezTo>
                        <a:pt x="128588" y="16475"/>
                        <a:pt x="100345" y="0"/>
                        <a:pt x="64294" y="0"/>
                      </a:cubicBezTo>
                      <a:close/>
                      <a:moveTo>
                        <a:pt x="117872" y="69652"/>
                      </a:moveTo>
                      <a:cubicBezTo>
                        <a:pt x="117872" y="76094"/>
                        <a:pt x="112594" y="82664"/>
                        <a:pt x="103399" y="87681"/>
                      </a:cubicBezTo>
                      <a:cubicBezTo>
                        <a:pt x="93045" y="93326"/>
                        <a:pt x="79155" y="96441"/>
                        <a:pt x="64294" y="96441"/>
                      </a:cubicBezTo>
                      <a:cubicBezTo>
                        <a:pt x="49433" y="96441"/>
                        <a:pt x="35542" y="93326"/>
                        <a:pt x="25188" y="87681"/>
                      </a:cubicBezTo>
                      <a:cubicBezTo>
                        <a:pt x="15993" y="82664"/>
                        <a:pt x="10716" y="76094"/>
                        <a:pt x="10716" y="69652"/>
                      </a:cubicBezTo>
                      <a:lnTo>
                        <a:pt x="10716" y="58507"/>
                      </a:lnTo>
                      <a:cubicBezTo>
                        <a:pt x="22141" y="68553"/>
                        <a:pt x="41677" y="75009"/>
                        <a:pt x="64294" y="75009"/>
                      </a:cubicBezTo>
                      <a:cubicBezTo>
                        <a:pt x="86910" y="75009"/>
                        <a:pt x="106446" y="68526"/>
                        <a:pt x="117872" y="58507"/>
                      </a:cubicBezTo>
                      <a:close/>
                      <a:moveTo>
                        <a:pt x="25188" y="19476"/>
                      </a:moveTo>
                      <a:cubicBezTo>
                        <a:pt x="35542" y="13830"/>
                        <a:pt x="49433" y="10716"/>
                        <a:pt x="64294" y="10716"/>
                      </a:cubicBezTo>
                      <a:cubicBezTo>
                        <a:pt x="79155" y="10716"/>
                        <a:pt x="93045" y="13830"/>
                        <a:pt x="103399" y="19476"/>
                      </a:cubicBezTo>
                      <a:cubicBezTo>
                        <a:pt x="112594" y="24492"/>
                        <a:pt x="117872" y="31062"/>
                        <a:pt x="117872" y="37505"/>
                      </a:cubicBezTo>
                      <a:cubicBezTo>
                        <a:pt x="117872" y="43947"/>
                        <a:pt x="112594" y="50517"/>
                        <a:pt x="103399" y="55534"/>
                      </a:cubicBezTo>
                      <a:cubicBezTo>
                        <a:pt x="93045" y="61180"/>
                        <a:pt x="79155" y="64294"/>
                        <a:pt x="64294" y="64294"/>
                      </a:cubicBezTo>
                      <a:cubicBezTo>
                        <a:pt x="49433" y="64294"/>
                        <a:pt x="35542" y="61180"/>
                        <a:pt x="25188" y="55534"/>
                      </a:cubicBezTo>
                      <a:cubicBezTo>
                        <a:pt x="15993" y="50517"/>
                        <a:pt x="10716" y="43947"/>
                        <a:pt x="10716" y="37505"/>
                      </a:cubicBezTo>
                      <a:cubicBezTo>
                        <a:pt x="10716" y="31062"/>
                        <a:pt x="15993" y="24492"/>
                        <a:pt x="25188" y="19476"/>
                      </a:cubicBezTo>
                      <a:close/>
                      <a:moveTo>
                        <a:pt x="103399" y="119827"/>
                      </a:moveTo>
                      <a:cubicBezTo>
                        <a:pt x="93045" y="125473"/>
                        <a:pt x="79155" y="128588"/>
                        <a:pt x="64294" y="128588"/>
                      </a:cubicBezTo>
                      <a:cubicBezTo>
                        <a:pt x="49433" y="128588"/>
                        <a:pt x="35542" y="125473"/>
                        <a:pt x="25188" y="119827"/>
                      </a:cubicBezTo>
                      <a:cubicBezTo>
                        <a:pt x="15993" y="114811"/>
                        <a:pt x="10716" y="108241"/>
                        <a:pt x="10716" y="101798"/>
                      </a:cubicBezTo>
                      <a:lnTo>
                        <a:pt x="10716" y="90654"/>
                      </a:lnTo>
                      <a:cubicBezTo>
                        <a:pt x="22141" y="100700"/>
                        <a:pt x="41677" y="107156"/>
                        <a:pt x="64294" y="107156"/>
                      </a:cubicBezTo>
                      <a:cubicBezTo>
                        <a:pt x="86910" y="107156"/>
                        <a:pt x="106446" y="100673"/>
                        <a:pt x="117872" y="90654"/>
                      </a:cubicBezTo>
                      <a:lnTo>
                        <a:pt x="117872" y="101798"/>
                      </a:lnTo>
                      <a:cubicBezTo>
                        <a:pt x="117872" y="108241"/>
                        <a:pt x="112594" y="114811"/>
                        <a:pt x="103399" y="119827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73" name="TextBox 173"/>
              <p:cNvSpPr txBox="1"/>
              <p:nvPr/>
            </p:nvSpPr>
            <p:spPr>
              <a:xfrm>
                <a:off x="10287333" y="441912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向量存储</a:t>
                </a:r>
              </a:p>
            </p:txBody>
          </p:sp>
          <p:sp>
            <p:nvSpPr>
              <p:cNvPr id="174" name="TextBox 174"/>
              <p:cNvSpPr txBox="1"/>
              <p:nvPr/>
            </p:nvSpPr>
            <p:spPr>
              <a:xfrm>
                <a:off x="10309241" y="4625816"/>
                <a:ext cx="52701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ChromaDB</a:t>
                </a:r>
              </a:p>
            </p:txBody>
          </p:sp>
          <p:sp>
            <p:nvSpPr>
              <p:cNvPr id="175" name="TextBox 175"/>
              <p:cNvSpPr txBox="1"/>
              <p:nvPr/>
            </p:nvSpPr>
            <p:spPr>
              <a:xfrm>
                <a:off x="7080885" y="4966335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↓</a:t>
                </a:r>
              </a:p>
            </p:txBody>
          </p:sp>
          <p:sp>
            <p:nvSpPr>
              <p:cNvPr id="176" name="Rectangle 176"/>
              <p:cNvSpPr/>
              <p:nvPr/>
            </p:nvSpPr>
            <p:spPr>
              <a:xfrm>
                <a:off x="6381750" y="52197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 w="9525">
                <a:solidFill>
                  <a:srgbClr val="1A73E8"/>
                </a:solidFill>
              </a:ln>
            </p:spPr>
          </p:sp>
          <p:grpSp>
            <p:nvGrpSpPr>
              <p:cNvPr id="179" name="Group 179"/>
              <p:cNvGrpSpPr/>
              <p:nvPr/>
            </p:nvGrpSpPr>
            <p:grpSpPr>
              <a:xfrm>
                <a:off x="6501403" y="5347381"/>
                <a:ext cx="160739" cy="139330"/>
                <a:chOff x="6501403" y="5347381"/>
                <a:chExt cx="160739" cy="139330"/>
              </a:xfrm>
            </p:grpSpPr>
            <p:sp>
              <p:nvSpPr>
                <p:cNvPr id="177" name="Freeform 177"/>
                <p:cNvSpPr/>
                <p:nvPr/>
              </p:nvSpPr>
              <p:spPr>
                <a:xfrm>
                  <a:off x="6506737" y="5355431"/>
                  <a:ext cx="150052" cy="1232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52" h="123230">
                      <a:moveTo>
                        <a:pt x="150048" y="61615"/>
                      </a:moveTo>
                      <a:cubicBezTo>
                        <a:pt x="150052" y="75242"/>
                        <a:pt x="141464" y="87391"/>
                        <a:pt x="128616" y="91933"/>
                      </a:cubicBezTo>
                      <a:lnTo>
                        <a:pt x="128616" y="91933"/>
                      </a:lnTo>
                      <a:lnTo>
                        <a:pt x="128616" y="96441"/>
                      </a:lnTo>
                      <a:cubicBezTo>
                        <a:pt x="128616" y="111236"/>
                        <a:pt x="116622" y="123230"/>
                        <a:pt x="101827" y="123230"/>
                      </a:cubicBezTo>
                      <a:cubicBezTo>
                        <a:pt x="87032" y="123230"/>
                        <a:pt x="75038" y="111236"/>
                        <a:pt x="75038" y="96441"/>
                      </a:cubicBezTo>
                      <a:cubicBezTo>
                        <a:pt x="75038" y="111236"/>
                        <a:pt x="63044" y="123230"/>
                        <a:pt x="48249" y="123230"/>
                      </a:cubicBezTo>
                      <a:cubicBezTo>
                        <a:pt x="33454" y="123230"/>
                        <a:pt x="21460" y="111236"/>
                        <a:pt x="21460" y="96441"/>
                      </a:cubicBezTo>
                      <a:lnTo>
                        <a:pt x="21460" y="91933"/>
                      </a:lnTo>
                      <a:lnTo>
                        <a:pt x="21460" y="91933"/>
                      </a:lnTo>
                      <a:cubicBezTo>
                        <a:pt x="8601" y="87401"/>
                        <a:pt x="0" y="75249"/>
                        <a:pt x="0" y="61615"/>
                      </a:cubicBezTo>
                      <a:cubicBezTo>
                        <a:pt x="0" y="47980"/>
                        <a:pt x="8601" y="35829"/>
                        <a:pt x="21460" y="31296"/>
                      </a:cubicBezTo>
                      <a:lnTo>
                        <a:pt x="21460" y="26789"/>
                      </a:lnTo>
                      <a:cubicBezTo>
                        <a:pt x="21460" y="11994"/>
                        <a:pt x="33454" y="0"/>
                        <a:pt x="48249" y="0"/>
                      </a:cubicBezTo>
                      <a:cubicBezTo>
                        <a:pt x="63044" y="0"/>
                        <a:pt x="75038" y="11994"/>
                        <a:pt x="75038" y="26789"/>
                      </a:cubicBezTo>
                      <a:cubicBezTo>
                        <a:pt x="75038" y="11994"/>
                        <a:pt x="87032" y="0"/>
                        <a:pt x="101827" y="0"/>
                      </a:cubicBezTo>
                      <a:cubicBezTo>
                        <a:pt x="116622" y="0"/>
                        <a:pt x="128616" y="11994"/>
                        <a:pt x="128616" y="26789"/>
                      </a:cubicBezTo>
                      <a:lnTo>
                        <a:pt x="128616" y="31296"/>
                      </a:lnTo>
                      <a:cubicBezTo>
                        <a:pt x="141464" y="35839"/>
                        <a:pt x="150052" y="47988"/>
                        <a:pt x="150048" y="61615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78" name="Freeform 178"/>
                <p:cNvSpPr/>
                <p:nvPr/>
              </p:nvSpPr>
              <p:spPr>
                <a:xfrm>
                  <a:off x="6501403" y="5347381"/>
                  <a:ext cx="160739" cy="1393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739" h="139330">
                      <a:moveTo>
                        <a:pt x="160739" y="69665"/>
                      </a:moveTo>
                      <a:cubicBezTo>
                        <a:pt x="160725" y="55181"/>
                        <a:pt x="152387" y="41994"/>
                        <a:pt x="139308" y="35770"/>
                      </a:cubicBezTo>
                      <a:lnTo>
                        <a:pt x="139308" y="34839"/>
                      </a:lnTo>
                      <a:cubicBezTo>
                        <a:pt x="139295" y="20665"/>
                        <a:pt x="130000" y="8172"/>
                        <a:pt x="116428" y="4086"/>
                      </a:cubicBezTo>
                      <a:cubicBezTo>
                        <a:pt x="102855" y="0"/>
                        <a:pt x="88207" y="5286"/>
                        <a:pt x="80372" y="17098"/>
                      </a:cubicBezTo>
                      <a:cubicBezTo>
                        <a:pt x="72537" y="5286"/>
                        <a:pt x="57890" y="0"/>
                        <a:pt x="44317" y="4086"/>
                      </a:cubicBezTo>
                      <a:cubicBezTo>
                        <a:pt x="30744" y="8172"/>
                        <a:pt x="21449" y="20665"/>
                        <a:pt x="21436" y="34839"/>
                      </a:cubicBezTo>
                      <a:lnTo>
                        <a:pt x="21436" y="35770"/>
                      </a:lnTo>
                      <a:cubicBezTo>
                        <a:pt x="8345" y="41978"/>
                        <a:pt x="0" y="55170"/>
                        <a:pt x="0" y="69659"/>
                      </a:cubicBezTo>
                      <a:cubicBezTo>
                        <a:pt x="0" y="84147"/>
                        <a:pt x="8345" y="97339"/>
                        <a:pt x="21436" y="103547"/>
                      </a:cubicBezTo>
                      <a:lnTo>
                        <a:pt x="21436" y="104491"/>
                      </a:lnTo>
                      <a:cubicBezTo>
                        <a:pt x="21449" y="118666"/>
                        <a:pt x="30744" y="131159"/>
                        <a:pt x="44317" y="135245"/>
                      </a:cubicBezTo>
                      <a:cubicBezTo>
                        <a:pt x="57890" y="139330"/>
                        <a:pt x="72537" y="134044"/>
                        <a:pt x="80372" y="122232"/>
                      </a:cubicBezTo>
                      <a:cubicBezTo>
                        <a:pt x="88207" y="134044"/>
                        <a:pt x="102855" y="139330"/>
                        <a:pt x="116428" y="135245"/>
                      </a:cubicBezTo>
                      <a:cubicBezTo>
                        <a:pt x="130000" y="131159"/>
                        <a:pt x="139295" y="118666"/>
                        <a:pt x="139308" y="104491"/>
                      </a:cubicBezTo>
                      <a:lnTo>
                        <a:pt x="139308" y="103547"/>
                      </a:lnTo>
                      <a:cubicBezTo>
                        <a:pt x="152385" y="97327"/>
                        <a:pt x="160723" y="84146"/>
                        <a:pt x="160739" y="69665"/>
                      </a:cubicBezTo>
                      <a:close/>
                      <a:moveTo>
                        <a:pt x="53583" y="125922"/>
                      </a:moveTo>
                      <a:cubicBezTo>
                        <a:pt x="42640" y="125921"/>
                        <a:pt x="33456" y="117675"/>
                        <a:pt x="32279" y="106795"/>
                      </a:cubicBezTo>
                      <a:cubicBezTo>
                        <a:pt x="34012" y="107042"/>
                        <a:pt x="35760" y="107167"/>
                        <a:pt x="37510" y="107170"/>
                      </a:cubicBezTo>
                      <a:lnTo>
                        <a:pt x="42868" y="107170"/>
                      </a:lnTo>
                      <a:cubicBezTo>
                        <a:pt x="45827" y="107170"/>
                        <a:pt x="48225" y="104771"/>
                        <a:pt x="48225" y="101812"/>
                      </a:cubicBezTo>
                      <a:cubicBezTo>
                        <a:pt x="48225" y="98853"/>
                        <a:pt x="45827" y="96454"/>
                        <a:pt x="42868" y="96454"/>
                      </a:cubicBezTo>
                      <a:lnTo>
                        <a:pt x="37510" y="96454"/>
                      </a:lnTo>
                      <a:cubicBezTo>
                        <a:pt x="24450" y="96470"/>
                        <a:pt x="13282" y="87065"/>
                        <a:pt x="11075" y="74193"/>
                      </a:cubicBezTo>
                      <a:cubicBezTo>
                        <a:pt x="8867" y="61321"/>
                        <a:pt x="16264" y="48733"/>
                        <a:pt x="28582" y="44396"/>
                      </a:cubicBezTo>
                      <a:cubicBezTo>
                        <a:pt x="30721" y="43639"/>
                        <a:pt x="32152" y="41616"/>
                        <a:pt x="32152" y="39347"/>
                      </a:cubicBezTo>
                      <a:lnTo>
                        <a:pt x="32152" y="34839"/>
                      </a:lnTo>
                      <a:cubicBezTo>
                        <a:pt x="32152" y="23003"/>
                        <a:pt x="41747" y="13408"/>
                        <a:pt x="53583" y="13408"/>
                      </a:cubicBezTo>
                      <a:cubicBezTo>
                        <a:pt x="65419" y="13408"/>
                        <a:pt x="75014" y="23003"/>
                        <a:pt x="75014" y="34839"/>
                      </a:cubicBezTo>
                      <a:lnTo>
                        <a:pt x="75014" y="80555"/>
                      </a:lnTo>
                      <a:cubicBezTo>
                        <a:pt x="69131" y="75263"/>
                        <a:pt x="61496" y="72338"/>
                        <a:pt x="53583" y="72344"/>
                      </a:cubicBezTo>
                      <a:cubicBezTo>
                        <a:pt x="50624" y="72344"/>
                        <a:pt x="48225" y="74743"/>
                        <a:pt x="48225" y="77702"/>
                      </a:cubicBezTo>
                      <a:cubicBezTo>
                        <a:pt x="48225" y="80661"/>
                        <a:pt x="50624" y="83060"/>
                        <a:pt x="53583" y="83060"/>
                      </a:cubicBezTo>
                      <a:cubicBezTo>
                        <a:pt x="65419" y="83060"/>
                        <a:pt x="75014" y="92655"/>
                        <a:pt x="75014" y="104491"/>
                      </a:cubicBezTo>
                      <a:cubicBezTo>
                        <a:pt x="75014" y="116327"/>
                        <a:pt x="65419" y="125922"/>
                        <a:pt x="53583" y="125922"/>
                      </a:cubicBezTo>
                      <a:close/>
                      <a:moveTo>
                        <a:pt x="123235" y="96454"/>
                      </a:moveTo>
                      <a:lnTo>
                        <a:pt x="117877" y="96454"/>
                      </a:lnTo>
                      <a:cubicBezTo>
                        <a:pt x="114918" y="96454"/>
                        <a:pt x="112519" y="98853"/>
                        <a:pt x="112519" y="101812"/>
                      </a:cubicBezTo>
                      <a:cubicBezTo>
                        <a:pt x="112519" y="104771"/>
                        <a:pt x="114918" y="107170"/>
                        <a:pt x="117877" y="107170"/>
                      </a:cubicBezTo>
                      <a:lnTo>
                        <a:pt x="123235" y="107170"/>
                      </a:lnTo>
                      <a:cubicBezTo>
                        <a:pt x="124985" y="107167"/>
                        <a:pt x="126733" y="107042"/>
                        <a:pt x="128465" y="106795"/>
                      </a:cubicBezTo>
                      <a:cubicBezTo>
                        <a:pt x="127225" y="118265"/>
                        <a:pt x="117127" y="126695"/>
                        <a:pt x="105620" y="125867"/>
                      </a:cubicBezTo>
                      <a:cubicBezTo>
                        <a:pt x="94112" y="125039"/>
                        <a:pt x="85326" y="115249"/>
                        <a:pt x="85741" y="103720"/>
                      </a:cubicBezTo>
                      <a:cubicBezTo>
                        <a:pt x="86156" y="92190"/>
                        <a:pt x="95624" y="83058"/>
                        <a:pt x="107161" y="83060"/>
                      </a:cubicBezTo>
                      <a:cubicBezTo>
                        <a:pt x="110120" y="83060"/>
                        <a:pt x="112519" y="80661"/>
                        <a:pt x="112519" y="77702"/>
                      </a:cubicBezTo>
                      <a:cubicBezTo>
                        <a:pt x="112519" y="74743"/>
                        <a:pt x="110120" y="72344"/>
                        <a:pt x="107161" y="72344"/>
                      </a:cubicBezTo>
                      <a:cubicBezTo>
                        <a:pt x="99248" y="72338"/>
                        <a:pt x="91613" y="75263"/>
                        <a:pt x="85730" y="80555"/>
                      </a:cubicBezTo>
                      <a:lnTo>
                        <a:pt x="85730" y="34839"/>
                      </a:lnTo>
                      <a:cubicBezTo>
                        <a:pt x="85730" y="23003"/>
                        <a:pt x="95325" y="13408"/>
                        <a:pt x="107161" y="13408"/>
                      </a:cubicBezTo>
                      <a:cubicBezTo>
                        <a:pt x="118997" y="13408"/>
                        <a:pt x="128593" y="23003"/>
                        <a:pt x="128593" y="34839"/>
                      </a:cubicBezTo>
                      <a:lnTo>
                        <a:pt x="128593" y="39347"/>
                      </a:lnTo>
                      <a:cubicBezTo>
                        <a:pt x="128593" y="41616"/>
                        <a:pt x="130023" y="43639"/>
                        <a:pt x="132162" y="44396"/>
                      </a:cubicBezTo>
                      <a:cubicBezTo>
                        <a:pt x="144481" y="48733"/>
                        <a:pt x="151877" y="61321"/>
                        <a:pt x="149670" y="74193"/>
                      </a:cubicBezTo>
                      <a:cubicBezTo>
                        <a:pt x="147462" y="87065"/>
                        <a:pt x="136295" y="96470"/>
                        <a:pt x="123235" y="96454"/>
                      </a:cubicBezTo>
                      <a:close/>
                      <a:moveTo>
                        <a:pt x="133950" y="61628"/>
                      </a:moveTo>
                      <a:cubicBezTo>
                        <a:pt x="133950" y="64588"/>
                        <a:pt x="131552" y="66986"/>
                        <a:pt x="128593" y="66986"/>
                      </a:cubicBezTo>
                      <a:lnTo>
                        <a:pt x="125914" y="66986"/>
                      </a:lnTo>
                      <a:cubicBezTo>
                        <a:pt x="112598" y="66986"/>
                        <a:pt x="101803" y="56192"/>
                        <a:pt x="101803" y="42876"/>
                      </a:cubicBezTo>
                      <a:lnTo>
                        <a:pt x="101803" y="40197"/>
                      </a:lnTo>
                      <a:cubicBezTo>
                        <a:pt x="101803" y="37238"/>
                        <a:pt x="104202" y="34839"/>
                        <a:pt x="107161" y="34839"/>
                      </a:cubicBezTo>
                      <a:cubicBezTo>
                        <a:pt x="110120" y="34839"/>
                        <a:pt x="112519" y="37238"/>
                        <a:pt x="112519" y="40197"/>
                      </a:cubicBezTo>
                      <a:lnTo>
                        <a:pt x="112519" y="42876"/>
                      </a:lnTo>
                      <a:cubicBezTo>
                        <a:pt x="112519" y="50274"/>
                        <a:pt x="118516" y="56271"/>
                        <a:pt x="125914" y="56271"/>
                      </a:cubicBezTo>
                      <a:lnTo>
                        <a:pt x="128593" y="56271"/>
                      </a:lnTo>
                      <a:cubicBezTo>
                        <a:pt x="131552" y="56271"/>
                        <a:pt x="133950" y="58669"/>
                        <a:pt x="133950" y="61628"/>
                      </a:cubicBezTo>
                      <a:close/>
                      <a:moveTo>
                        <a:pt x="34831" y="66986"/>
                      </a:moveTo>
                      <a:lnTo>
                        <a:pt x="32152" y="66986"/>
                      </a:lnTo>
                      <a:cubicBezTo>
                        <a:pt x="29193" y="66986"/>
                        <a:pt x="26794" y="64588"/>
                        <a:pt x="26794" y="61628"/>
                      </a:cubicBezTo>
                      <a:cubicBezTo>
                        <a:pt x="26794" y="58669"/>
                        <a:pt x="29193" y="56271"/>
                        <a:pt x="32152" y="56271"/>
                      </a:cubicBezTo>
                      <a:lnTo>
                        <a:pt x="34831" y="56271"/>
                      </a:lnTo>
                      <a:cubicBezTo>
                        <a:pt x="42228" y="56271"/>
                        <a:pt x="48225" y="50274"/>
                        <a:pt x="48225" y="42876"/>
                      </a:cubicBezTo>
                      <a:lnTo>
                        <a:pt x="48225" y="40197"/>
                      </a:lnTo>
                      <a:cubicBezTo>
                        <a:pt x="48225" y="37238"/>
                        <a:pt x="50624" y="34839"/>
                        <a:pt x="53583" y="34839"/>
                      </a:cubicBezTo>
                      <a:cubicBezTo>
                        <a:pt x="56542" y="34839"/>
                        <a:pt x="58941" y="37238"/>
                        <a:pt x="58941" y="40197"/>
                      </a:cubicBezTo>
                      <a:lnTo>
                        <a:pt x="58941" y="42876"/>
                      </a:lnTo>
                      <a:cubicBezTo>
                        <a:pt x="58941" y="56192"/>
                        <a:pt x="48146" y="66986"/>
                        <a:pt x="34831" y="66986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180" name="TextBox 180"/>
              <p:cNvSpPr txBox="1"/>
              <p:nvPr/>
            </p:nvSpPr>
            <p:spPr>
              <a:xfrm>
                <a:off x="7316895" y="5352574"/>
                <a:ext cx="9872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Agent 推理生成</a:t>
                </a:r>
              </a:p>
            </p:txBody>
          </p:sp>
          <p:sp>
            <p:nvSpPr>
              <p:cNvPr id="181" name="TextBox 181"/>
              <p:cNvSpPr txBox="1"/>
              <p:nvPr/>
            </p:nvSpPr>
            <p:spPr>
              <a:xfrm>
                <a:off x="6548616" y="5559266"/>
                <a:ext cx="252376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ReAct · retriever + web_search · LLM 流式输出</a:t>
                </a:r>
              </a:p>
            </p:txBody>
          </p:sp>
          <p:sp>
            <p:nvSpPr>
              <p:cNvPr id="182" name="TextBox 182"/>
              <p:cNvSpPr txBox="1"/>
              <p:nvPr/>
            </p:nvSpPr>
            <p:spPr>
              <a:xfrm>
                <a:off x="9366885" y="5394960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→</a:t>
                </a:r>
              </a:p>
            </p:txBody>
          </p:sp>
          <p:sp>
            <p:nvSpPr>
              <p:cNvPr id="183" name="Rectangle 183"/>
              <p:cNvSpPr/>
              <p:nvPr/>
            </p:nvSpPr>
            <p:spPr>
              <a:xfrm>
                <a:off x="9572625" y="5219700"/>
                <a:ext cx="1666875" cy="5334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84" name="TextBox 184"/>
              <p:cNvSpPr txBox="1"/>
              <p:nvPr/>
            </p:nvSpPr>
            <p:spPr>
              <a:xfrm>
                <a:off x="10093928" y="534447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智能回答</a:t>
                </a:r>
              </a:p>
            </p:txBody>
          </p:sp>
          <p:sp>
            <p:nvSpPr>
              <p:cNvPr id="185" name="TextBox 185"/>
              <p:cNvSpPr txBox="1"/>
              <p:nvPr/>
            </p:nvSpPr>
            <p:spPr>
              <a:xfrm>
                <a:off x="9887510" y="5559266"/>
                <a:ext cx="102758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FFFFFF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来源标注 · 对话记忆</a:t>
                </a:r>
              </a:p>
            </p:txBody>
          </p:sp>
          <p:sp>
            <p:nvSpPr>
              <p:cNvPr id="186" name="TextBox 186"/>
              <p:cNvSpPr txBox="1"/>
              <p:nvPr/>
            </p:nvSpPr>
            <p:spPr>
              <a:xfrm>
                <a:off x="6322695" y="6017895"/>
                <a:ext cx="309524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数据流: 上传 → 分块 → 嵌入 → 检索 → 生成 · 全流程可溯源</a:t>
                </a:r>
              </a:p>
            </p:txBody>
          </p:sp>
        </p:grpSp>
      </p:grpSp>
      <p:sp>
        <p:nvSpPr>
          <p:cNvPr id="189" name="TextBox 189"/>
          <p:cNvSpPr txBox="1"/>
          <p:nvPr/>
        </p:nvSpPr>
        <p:spPr>
          <a:xfrm>
            <a:off x="110165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04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123" grpId="0"/>
      <p:bldP spid="18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03835"/>
            <a:ext cx="3646361" cy="548640"/>
            <a:chOff x="762000" y="203835"/>
            <a:chExt cx="3646361" cy="548640"/>
          </a:xfrm>
        </p:grpSpPr>
        <p:sp>
          <p:nvSpPr>
            <p:cNvPr id="3" name="Rectangle 3"/>
            <p:cNvSpPr/>
            <p:nvPr/>
          </p:nvSpPr>
          <p:spPr>
            <a:xfrm>
              <a:off x="762000" y="285750"/>
              <a:ext cx="38100" cy="2476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038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系统架构总览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1070" y="569595"/>
              <a:ext cx="34672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THREE-TIER ARCHITECTURE — PRESENTATION · AGENT · STORAGE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904875"/>
            <a:ext cx="10668000" cy="1619250"/>
            <a:chOff x="762000" y="904875"/>
            <a:chExt cx="10668000" cy="1619250"/>
          </a:xfrm>
        </p:grpSpPr>
        <p:sp>
          <p:nvSpPr>
            <p:cNvPr id="7" name="Rectangle 7"/>
            <p:cNvSpPr/>
            <p:nvPr/>
          </p:nvSpPr>
          <p:spPr>
            <a:xfrm>
              <a:off x="762000" y="904875"/>
              <a:ext cx="10668000" cy="1619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904875"/>
              <a:ext cx="47625" cy="16192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9625" y="904875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3462" y="992981"/>
              <a:ext cx="15801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展示层 PRESENTATION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50820" y="1017270"/>
              <a:ext cx="18350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Web UI — 用户交互界面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1381125"/>
              <a:ext cx="4000500" cy="4953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200745" y="1575792"/>
              <a:ext cx="170259" cy="157162"/>
              <a:chOff x="1200745" y="1575792"/>
              <a:chExt cx="170259" cy="15716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207294" y="1582341"/>
                <a:ext cx="157162" cy="8513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5130">
                    <a:moveTo>
                      <a:pt x="157162" y="13097"/>
                    </a:moveTo>
                    <a:lnTo>
                      <a:pt x="157162" y="85130"/>
                    </a:lnTo>
                    <a:lnTo>
                      <a:pt x="0" y="85130"/>
                    </a:lnTo>
                    <a:lnTo>
                      <a:pt x="0" y="13097"/>
                    </a:lnTo>
                    <a:cubicBezTo>
                      <a:pt x="0" y="5864"/>
                      <a:pt x="5864" y="0"/>
                      <a:pt x="13097" y="0"/>
                    </a:cubicBezTo>
                    <a:lnTo>
                      <a:pt x="144066" y="0"/>
                    </a:lnTo>
                    <a:cubicBezTo>
                      <a:pt x="151299" y="0"/>
                      <a:pt x="157162" y="5864"/>
                      <a:pt x="157162" y="13097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200745" y="1575792"/>
                <a:ext cx="17025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57162">
                    <a:moveTo>
                      <a:pt x="150614" y="0"/>
                    </a:moveTo>
                    <a:lnTo>
                      <a:pt x="19645" y="0"/>
                    </a:lnTo>
                    <a:cubicBezTo>
                      <a:pt x="8796" y="0"/>
                      <a:pt x="0" y="8796"/>
                      <a:pt x="0" y="19645"/>
                    </a:cubicBezTo>
                    <a:lnTo>
                      <a:pt x="0" y="111323"/>
                    </a:lnTo>
                    <a:cubicBezTo>
                      <a:pt x="0" y="122173"/>
                      <a:pt x="8796" y="130969"/>
                      <a:pt x="19645" y="130969"/>
                    </a:cubicBezTo>
                    <a:lnTo>
                      <a:pt x="78581" y="130969"/>
                    </a:lnTo>
                    <a:lnTo>
                      <a:pt x="78581" y="144066"/>
                    </a:lnTo>
                    <a:lnTo>
                      <a:pt x="58936" y="144066"/>
                    </a:lnTo>
                    <a:cubicBezTo>
                      <a:pt x="55319" y="144066"/>
                      <a:pt x="52388" y="146997"/>
                      <a:pt x="52388" y="150614"/>
                    </a:cubicBezTo>
                    <a:cubicBezTo>
                      <a:pt x="52388" y="154231"/>
                      <a:pt x="55319" y="157162"/>
                      <a:pt x="58936" y="157162"/>
                    </a:cubicBezTo>
                    <a:lnTo>
                      <a:pt x="111323" y="157162"/>
                    </a:lnTo>
                    <a:cubicBezTo>
                      <a:pt x="114940" y="157162"/>
                      <a:pt x="117872" y="154231"/>
                      <a:pt x="117872" y="150614"/>
                    </a:cubicBezTo>
                    <a:cubicBezTo>
                      <a:pt x="117872" y="146997"/>
                      <a:pt x="114940" y="144066"/>
                      <a:pt x="111323" y="144066"/>
                    </a:cubicBezTo>
                    <a:lnTo>
                      <a:pt x="91678" y="144066"/>
                    </a:lnTo>
                    <a:lnTo>
                      <a:pt x="91678" y="130969"/>
                    </a:lnTo>
                    <a:lnTo>
                      <a:pt x="150614" y="130969"/>
                    </a:lnTo>
                    <a:cubicBezTo>
                      <a:pt x="161464" y="130969"/>
                      <a:pt x="170259" y="122173"/>
                      <a:pt x="170259" y="111323"/>
                    </a:cubicBezTo>
                    <a:lnTo>
                      <a:pt x="170259" y="19645"/>
                    </a:lnTo>
                    <a:cubicBezTo>
                      <a:pt x="170259" y="8796"/>
                      <a:pt x="161464" y="0"/>
                      <a:pt x="150614" y="0"/>
                    </a:cubicBezTo>
                    <a:close/>
                    <a:moveTo>
                      <a:pt x="19645" y="13097"/>
                    </a:moveTo>
                    <a:lnTo>
                      <a:pt x="150614" y="13097"/>
                    </a:lnTo>
                    <a:cubicBezTo>
                      <a:pt x="154231" y="13097"/>
                      <a:pt x="157162" y="16029"/>
                      <a:pt x="157162" y="19645"/>
                    </a:cubicBezTo>
                    <a:lnTo>
                      <a:pt x="157162" y="85130"/>
                    </a:lnTo>
                    <a:lnTo>
                      <a:pt x="13097" y="85130"/>
                    </a:lnTo>
                    <a:lnTo>
                      <a:pt x="13097" y="19645"/>
                    </a:lnTo>
                    <a:cubicBezTo>
                      <a:pt x="13097" y="16029"/>
                      <a:pt x="16029" y="13097"/>
                      <a:pt x="19645" y="13097"/>
                    </a:cubicBezTo>
                    <a:close/>
                    <a:moveTo>
                      <a:pt x="150614" y="117872"/>
                    </a:moveTo>
                    <a:lnTo>
                      <a:pt x="19645" y="117872"/>
                    </a:lnTo>
                    <a:cubicBezTo>
                      <a:pt x="16029" y="117872"/>
                      <a:pt x="13097" y="114940"/>
                      <a:pt x="13097" y="111323"/>
                    </a:cubicBezTo>
                    <a:lnTo>
                      <a:pt x="13097" y="98227"/>
                    </a:lnTo>
                    <a:lnTo>
                      <a:pt x="157162" y="98227"/>
                    </a:lnTo>
                    <a:lnTo>
                      <a:pt x="157162" y="111323"/>
                    </a:lnTo>
                    <a:cubicBezTo>
                      <a:pt x="157162" y="114940"/>
                      <a:pt x="154231" y="117872"/>
                      <a:pt x="150614" y="117872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70660" y="1546860"/>
              <a:ext cx="15594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Streamlit Web 界面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35618" y="157114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文件上传 · 聊天界面 · 侧边栏设置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75422" y="1739741"/>
              <a:ext cx="26667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st.file_uploader + st.chat_message + st.sidebar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238750" y="1381125"/>
              <a:ext cx="4000500" cy="4953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377786" y="1581352"/>
              <a:ext cx="197518" cy="145325"/>
              <a:chOff x="5377786" y="1581352"/>
              <a:chExt cx="197518" cy="1453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398294" y="1588889"/>
                <a:ext cx="15716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04775">
                    <a:moveTo>
                      <a:pt x="111323" y="72033"/>
                    </a:moveTo>
                    <a:cubicBezTo>
                      <a:pt x="111323" y="90116"/>
                      <a:pt x="96664" y="104775"/>
                      <a:pt x="78581" y="104775"/>
                    </a:cubicBezTo>
                    <a:cubicBezTo>
                      <a:pt x="60498" y="104775"/>
                      <a:pt x="45839" y="90116"/>
                      <a:pt x="45839" y="72033"/>
                    </a:cubicBezTo>
                    <a:cubicBezTo>
                      <a:pt x="45839" y="53950"/>
                      <a:pt x="60498" y="39291"/>
                      <a:pt x="78581" y="39291"/>
                    </a:cubicBezTo>
                    <a:cubicBezTo>
                      <a:pt x="96664" y="39291"/>
                      <a:pt x="111323" y="53950"/>
                      <a:pt x="111323" y="72033"/>
                    </a:cubicBezTo>
                    <a:close/>
                    <a:moveTo>
                      <a:pt x="26194" y="0"/>
                    </a:moveTo>
                    <a:cubicBezTo>
                      <a:pt x="11727" y="0"/>
                      <a:pt x="0" y="11727"/>
                      <a:pt x="0" y="26194"/>
                    </a:cubicBezTo>
                    <a:cubicBezTo>
                      <a:pt x="0" y="40660"/>
                      <a:pt x="11727" y="52388"/>
                      <a:pt x="26194" y="52388"/>
                    </a:cubicBezTo>
                    <a:cubicBezTo>
                      <a:pt x="40660" y="52388"/>
                      <a:pt x="52388" y="40660"/>
                      <a:pt x="52388" y="26194"/>
                    </a:cubicBezTo>
                    <a:cubicBezTo>
                      <a:pt x="52388" y="11727"/>
                      <a:pt x="40660" y="0"/>
                      <a:pt x="26194" y="0"/>
                    </a:cubicBezTo>
                    <a:close/>
                    <a:moveTo>
                      <a:pt x="130969" y="0"/>
                    </a:moveTo>
                    <a:cubicBezTo>
                      <a:pt x="116502" y="0"/>
                      <a:pt x="104775" y="11727"/>
                      <a:pt x="104775" y="26194"/>
                    </a:cubicBezTo>
                    <a:cubicBezTo>
                      <a:pt x="104775" y="40660"/>
                      <a:pt x="116502" y="52388"/>
                      <a:pt x="130969" y="52388"/>
                    </a:cubicBezTo>
                    <a:cubicBezTo>
                      <a:pt x="145435" y="52388"/>
                      <a:pt x="157162" y="40660"/>
                      <a:pt x="157162" y="26194"/>
                    </a:cubicBezTo>
                    <a:cubicBezTo>
                      <a:pt x="157162" y="11727"/>
                      <a:pt x="145435" y="0"/>
                      <a:pt x="130969" y="0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377786" y="1581352"/>
                <a:ext cx="197518" cy="145325"/>
              </a:xfrm>
              <a:custGeom>
                <a:avLst/>
                <a:gdLst/>
                <a:ahLst/>
                <a:cxnLst/>
                <a:rect l="l" t="t" r="r" b="b"/>
                <a:pathLst>
                  <a:path w="197518" h="145325">
                    <a:moveTo>
                      <a:pt x="194696" y="84808"/>
                    </a:moveTo>
                    <a:cubicBezTo>
                      <a:pt x="191803" y="86978"/>
                      <a:pt x="187698" y="86392"/>
                      <a:pt x="185528" y="83499"/>
                    </a:cubicBezTo>
                    <a:cubicBezTo>
                      <a:pt x="177524" y="72740"/>
                      <a:pt x="164886" y="66421"/>
                      <a:pt x="151477" y="66473"/>
                    </a:cubicBezTo>
                    <a:cubicBezTo>
                      <a:pt x="147860" y="66473"/>
                      <a:pt x="144928" y="63541"/>
                      <a:pt x="144928" y="59924"/>
                    </a:cubicBezTo>
                    <a:cubicBezTo>
                      <a:pt x="144928" y="56308"/>
                      <a:pt x="147860" y="53376"/>
                      <a:pt x="151477" y="53376"/>
                    </a:cubicBezTo>
                    <a:cubicBezTo>
                      <a:pt x="161685" y="53375"/>
                      <a:pt x="170192" y="45555"/>
                      <a:pt x="171051" y="35382"/>
                    </a:cubicBezTo>
                    <a:cubicBezTo>
                      <a:pt x="171909" y="25209"/>
                      <a:pt x="164832" y="16075"/>
                      <a:pt x="154768" y="14363"/>
                    </a:cubicBezTo>
                    <a:cubicBezTo>
                      <a:pt x="144704" y="12652"/>
                      <a:pt x="135006" y="18935"/>
                      <a:pt x="132453" y="28819"/>
                    </a:cubicBezTo>
                    <a:cubicBezTo>
                      <a:pt x="131549" y="32323"/>
                      <a:pt x="127976" y="34430"/>
                      <a:pt x="124472" y="33526"/>
                    </a:cubicBezTo>
                    <a:cubicBezTo>
                      <a:pt x="120969" y="32622"/>
                      <a:pt x="118862" y="29049"/>
                      <a:pt x="119766" y="25545"/>
                    </a:cubicBezTo>
                    <a:cubicBezTo>
                      <a:pt x="123263" y="12013"/>
                      <a:pt x="134964" y="2193"/>
                      <a:pt x="148898" y="1096"/>
                    </a:cubicBezTo>
                    <a:cubicBezTo>
                      <a:pt x="162832" y="0"/>
                      <a:pt x="175925" y="7869"/>
                      <a:pt x="181496" y="20688"/>
                    </a:cubicBezTo>
                    <a:cubicBezTo>
                      <a:pt x="187066" y="33506"/>
                      <a:pt x="183886" y="48448"/>
                      <a:pt x="173578" y="57886"/>
                    </a:cubicBezTo>
                    <a:cubicBezTo>
                      <a:pt x="182482" y="61742"/>
                      <a:pt x="190223" y="67860"/>
                      <a:pt x="196031" y="75632"/>
                    </a:cubicBezTo>
                    <a:cubicBezTo>
                      <a:pt x="197073" y="77025"/>
                      <a:pt x="197518" y="78776"/>
                      <a:pt x="197267" y="80497"/>
                    </a:cubicBezTo>
                    <a:cubicBezTo>
                      <a:pt x="197017" y="82219"/>
                      <a:pt x="196092" y="83770"/>
                      <a:pt x="194696" y="84808"/>
                    </a:cubicBezTo>
                    <a:close/>
                    <a:moveTo>
                      <a:pt x="150593" y="135231"/>
                    </a:moveTo>
                    <a:cubicBezTo>
                      <a:pt x="151837" y="137261"/>
                      <a:pt x="151882" y="139806"/>
                      <a:pt x="150711" y="141878"/>
                    </a:cubicBezTo>
                    <a:cubicBezTo>
                      <a:pt x="149539" y="143950"/>
                      <a:pt x="147335" y="145224"/>
                      <a:pt x="144954" y="145203"/>
                    </a:cubicBezTo>
                    <a:cubicBezTo>
                      <a:pt x="142574" y="145183"/>
                      <a:pt x="140392" y="143872"/>
                      <a:pt x="139256" y="141780"/>
                    </a:cubicBezTo>
                    <a:cubicBezTo>
                      <a:pt x="130862" y="127572"/>
                      <a:pt x="115587" y="118855"/>
                      <a:pt x="99085" y="118855"/>
                    </a:cubicBezTo>
                    <a:cubicBezTo>
                      <a:pt x="82583" y="118855"/>
                      <a:pt x="67308" y="127572"/>
                      <a:pt x="58914" y="141780"/>
                    </a:cubicBezTo>
                    <a:cubicBezTo>
                      <a:pt x="57799" y="143911"/>
                      <a:pt x="55606" y="145260"/>
                      <a:pt x="53201" y="145292"/>
                    </a:cubicBezTo>
                    <a:cubicBezTo>
                      <a:pt x="50795" y="145325"/>
                      <a:pt x="48566" y="144036"/>
                      <a:pt x="47394" y="141936"/>
                    </a:cubicBezTo>
                    <a:cubicBezTo>
                      <a:pt x="46222" y="139835"/>
                      <a:pt x="46295" y="137261"/>
                      <a:pt x="47586" y="135231"/>
                    </a:cubicBezTo>
                    <a:cubicBezTo>
                      <a:pt x="53934" y="124323"/>
                      <a:pt x="63615" y="115739"/>
                      <a:pt x="75204" y="110740"/>
                    </a:cubicBezTo>
                    <a:cubicBezTo>
                      <a:pt x="61833" y="100503"/>
                      <a:pt x="56472" y="82883"/>
                      <a:pt x="61877" y="66934"/>
                    </a:cubicBezTo>
                    <a:cubicBezTo>
                      <a:pt x="67281" y="50984"/>
                      <a:pt x="82249" y="40253"/>
                      <a:pt x="99089" y="40253"/>
                    </a:cubicBezTo>
                    <a:cubicBezTo>
                      <a:pt x="115929" y="40253"/>
                      <a:pt x="130897" y="50984"/>
                      <a:pt x="136301" y="66934"/>
                    </a:cubicBezTo>
                    <a:cubicBezTo>
                      <a:pt x="141706" y="82883"/>
                      <a:pt x="136346" y="100503"/>
                      <a:pt x="122975" y="110740"/>
                    </a:cubicBezTo>
                    <a:cubicBezTo>
                      <a:pt x="134564" y="115739"/>
                      <a:pt x="144244" y="124323"/>
                      <a:pt x="150593" y="135231"/>
                    </a:cubicBezTo>
                    <a:close/>
                    <a:moveTo>
                      <a:pt x="99089" y="105763"/>
                    </a:moveTo>
                    <a:cubicBezTo>
                      <a:pt x="113556" y="105763"/>
                      <a:pt x="125283" y="94036"/>
                      <a:pt x="125283" y="79570"/>
                    </a:cubicBezTo>
                    <a:cubicBezTo>
                      <a:pt x="125283" y="65103"/>
                      <a:pt x="113556" y="53376"/>
                      <a:pt x="99089" y="53376"/>
                    </a:cubicBezTo>
                    <a:cubicBezTo>
                      <a:pt x="84623" y="53376"/>
                      <a:pt x="72895" y="65103"/>
                      <a:pt x="72895" y="79570"/>
                    </a:cubicBezTo>
                    <a:cubicBezTo>
                      <a:pt x="72895" y="94036"/>
                      <a:pt x="84623" y="105763"/>
                      <a:pt x="99089" y="105763"/>
                    </a:cubicBezTo>
                    <a:close/>
                    <a:moveTo>
                      <a:pt x="53250" y="59924"/>
                    </a:moveTo>
                    <a:cubicBezTo>
                      <a:pt x="53250" y="56308"/>
                      <a:pt x="50318" y="53376"/>
                      <a:pt x="46702" y="53376"/>
                    </a:cubicBezTo>
                    <a:cubicBezTo>
                      <a:pt x="36493" y="53375"/>
                      <a:pt x="27986" y="45555"/>
                      <a:pt x="27128" y="35382"/>
                    </a:cubicBezTo>
                    <a:cubicBezTo>
                      <a:pt x="26269" y="25209"/>
                      <a:pt x="33346" y="16075"/>
                      <a:pt x="43410" y="14363"/>
                    </a:cubicBezTo>
                    <a:cubicBezTo>
                      <a:pt x="53475" y="12652"/>
                      <a:pt x="63173" y="18935"/>
                      <a:pt x="65725" y="28819"/>
                    </a:cubicBezTo>
                    <a:cubicBezTo>
                      <a:pt x="66629" y="32323"/>
                      <a:pt x="70202" y="34430"/>
                      <a:pt x="73706" y="33526"/>
                    </a:cubicBezTo>
                    <a:cubicBezTo>
                      <a:pt x="77209" y="32622"/>
                      <a:pt x="79317" y="29049"/>
                      <a:pt x="78412" y="25545"/>
                    </a:cubicBezTo>
                    <a:cubicBezTo>
                      <a:pt x="74915" y="12013"/>
                      <a:pt x="63214" y="2193"/>
                      <a:pt x="49280" y="1096"/>
                    </a:cubicBezTo>
                    <a:cubicBezTo>
                      <a:pt x="35347" y="0"/>
                      <a:pt x="22253" y="7869"/>
                      <a:pt x="16683" y="20688"/>
                    </a:cubicBezTo>
                    <a:cubicBezTo>
                      <a:pt x="11112" y="33506"/>
                      <a:pt x="14292" y="48448"/>
                      <a:pt x="24601" y="57886"/>
                    </a:cubicBezTo>
                    <a:cubicBezTo>
                      <a:pt x="15705" y="61745"/>
                      <a:pt x="7973" y="67863"/>
                      <a:pt x="2172" y="75632"/>
                    </a:cubicBezTo>
                    <a:cubicBezTo>
                      <a:pt x="0" y="78526"/>
                      <a:pt x="585" y="82632"/>
                      <a:pt x="3478" y="84804"/>
                    </a:cubicBezTo>
                    <a:cubicBezTo>
                      <a:pt x="6371" y="86977"/>
                      <a:pt x="10478" y="86392"/>
                      <a:pt x="12650" y="83499"/>
                    </a:cubicBezTo>
                    <a:cubicBezTo>
                      <a:pt x="20654" y="72740"/>
                      <a:pt x="33292" y="66421"/>
                      <a:pt x="46702" y="66473"/>
                    </a:cubicBezTo>
                    <a:cubicBezTo>
                      <a:pt x="50318" y="66473"/>
                      <a:pt x="53250" y="63541"/>
                      <a:pt x="53250" y="59924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661660" y="15468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会话状态管理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26618" y="1571149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session_state 持久化 · 文件去重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6422" y="1739741"/>
              <a:ext cx="19131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uploaded_files[name_size] 去重 key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47750" y="1971675"/>
              <a:ext cx="40005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199906" y="2152406"/>
              <a:ext cx="171963" cy="171963"/>
              <a:chOff x="1199906" y="2152406"/>
              <a:chExt cx="171963" cy="17196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206786" y="2159270"/>
                <a:ext cx="158251" cy="158259"/>
              </a:xfrm>
              <a:custGeom>
                <a:avLst/>
                <a:gdLst/>
                <a:ahLst/>
                <a:cxnLst/>
                <a:rect l="l" t="t" r="r" b="b"/>
                <a:pathLst>
                  <a:path w="158251" h="158259">
                    <a:moveTo>
                      <a:pt x="144459" y="75160"/>
                    </a:moveTo>
                    <a:lnTo>
                      <a:pt x="158194" y="57970"/>
                    </a:lnTo>
                    <a:cubicBezTo>
                      <a:pt x="156341" y="51006"/>
                      <a:pt x="153569" y="44320"/>
                      <a:pt x="149951" y="38087"/>
                    </a:cubicBezTo>
                    <a:lnTo>
                      <a:pt x="128096" y="35632"/>
                    </a:lnTo>
                    <a:cubicBezTo>
                      <a:pt x="126350" y="33665"/>
                      <a:pt x="124488" y="31803"/>
                      <a:pt x="122521" y="30057"/>
                    </a:cubicBezTo>
                    <a:lnTo>
                      <a:pt x="120066" y="8194"/>
                    </a:lnTo>
                    <a:cubicBezTo>
                      <a:pt x="113827" y="4597"/>
                      <a:pt x="107138" y="1845"/>
                      <a:pt x="100175" y="8"/>
                    </a:cubicBezTo>
                    <a:lnTo>
                      <a:pt x="82985" y="13735"/>
                    </a:lnTo>
                    <a:cubicBezTo>
                      <a:pt x="80357" y="13580"/>
                      <a:pt x="77722" y="13580"/>
                      <a:pt x="75094" y="13735"/>
                    </a:cubicBezTo>
                    <a:lnTo>
                      <a:pt x="57905" y="0"/>
                    </a:lnTo>
                    <a:cubicBezTo>
                      <a:pt x="50963" y="1858"/>
                      <a:pt x="44299" y="4630"/>
                      <a:pt x="38087" y="8243"/>
                    </a:cubicBezTo>
                    <a:lnTo>
                      <a:pt x="35632" y="30098"/>
                    </a:lnTo>
                    <a:cubicBezTo>
                      <a:pt x="33665" y="31844"/>
                      <a:pt x="31803" y="33706"/>
                      <a:pt x="30057" y="35673"/>
                    </a:cubicBezTo>
                    <a:lnTo>
                      <a:pt x="8194" y="38128"/>
                    </a:lnTo>
                    <a:cubicBezTo>
                      <a:pt x="4597" y="44367"/>
                      <a:pt x="1845" y="51056"/>
                      <a:pt x="8" y="58019"/>
                    </a:cubicBezTo>
                    <a:lnTo>
                      <a:pt x="13735" y="75209"/>
                    </a:lnTo>
                    <a:cubicBezTo>
                      <a:pt x="13580" y="77837"/>
                      <a:pt x="13580" y="80472"/>
                      <a:pt x="13735" y="83100"/>
                    </a:cubicBezTo>
                    <a:lnTo>
                      <a:pt x="0" y="100289"/>
                    </a:lnTo>
                    <a:cubicBezTo>
                      <a:pt x="1853" y="107253"/>
                      <a:pt x="4625" y="113940"/>
                      <a:pt x="8243" y="120172"/>
                    </a:cubicBezTo>
                    <a:lnTo>
                      <a:pt x="30098" y="122628"/>
                    </a:lnTo>
                    <a:cubicBezTo>
                      <a:pt x="31844" y="124595"/>
                      <a:pt x="33706" y="126456"/>
                      <a:pt x="35673" y="128202"/>
                    </a:cubicBezTo>
                    <a:lnTo>
                      <a:pt x="38128" y="150066"/>
                    </a:lnTo>
                    <a:cubicBezTo>
                      <a:pt x="44367" y="153662"/>
                      <a:pt x="51056" y="156415"/>
                      <a:pt x="58019" y="158251"/>
                    </a:cubicBezTo>
                    <a:lnTo>
                      <a:pt x="75209" y="144524"/>
                    </a:lnTo>
                    <a:cubicBezTo>
                      <a:pt x="77837" y="144680"/>
                      <a:pt x="80472" y="144680"/>
                      <a:pt x="83100" y="144524"/>
                    </a:cubicBezTo>
                    <a:lnTo>
                      <a:pt x="100289" y="158259"/>
                    </a:lnTo>
                    <a:cubicBezTo>
                      <a:pt x="107253" y="156407"/>
                      <a:pt x="113940" y="153635"/>
                      <a:pt x="120172" y="150017"/>
                    </a:cubicBezTo>
                    <a:lnTo>
                      <a:pt x="122628" y="128161"/>
                    </a:lnTo>
                    <a:cubicBezTo>
                      <a:pt x="124595" y="126415"/>
                      <a:pt x="126456" y="124554"/>
                      <a:pt x="128202" y="122587"/>
                    </a:cubicBezTo>
                    <a:lnTo>
                      <a:pt x="150066" y="120131"/>
                    </a:lnTo>
                    <a:cubicBezTo>
                      <a:pt x="153662" y="113892"/>
                      <a:pt x="156415" y="107203"/>
                      <a:pt x="158251" y="100240"/>
                    </a:cubicBezTo>
                    <a:lnTo>
                      <a:pt x="144524" y="83051"/>
                    </a:lnTo>
                    <a:cubicBezTo>
                      <a:pt x="144658" y="80421"/>
                      <a:pt x="144636" y="77786"/>
                      <a:pt x="144459" y="75160"/>
                    </a:cubicBezTo>
                    <a:close/>
                    <a:moveTo>
                      <a:pt x="79089" y="111847"/>
                    </a:moveTo>
                    <a:cubicBezTo>
                      <a:pt x="61006" y="111847"/>
                      <a:pt x="46347" y="97188"/>
                      <a:pt x="46347" y="79105"/>
                    </a:cubicBezTo>
                    <a:cubicBezTo>
                      <a:pt x="46347" y="61022"/>
                      <a:pt x="61006" y="46363"/>
                      <a:pt x="79089" y="46363"/>
                    </a:cubicBezTo>
                    <a:cubicBezTo>
                      <a:pt x="97172" y="46363"/>
                      <a:pt x="111831" y="61022"/>
                      <a:pt x="111831" y="79105"/>
                    </a:cubicBezTo>
                    <a:cubicBezTo>
                      <a:pt x="111831" y="97188"/>
                      <a:pt x="97172" y="111847"/>
                      <a:pt x="79089" y="111847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99906" y="2152406"/>
                <a:ext cx="171963" cy="171963"/>
              </a:xfrm>
              <a:custGeom>
                <a:avLst/>
                <a:gdLst/>
                <a:ahLst/>
                <a:cxnLst/>
                <a:rect l="l" t="t" r="r" b="b"/>
                <a:pathLst>
                  <a:path w="171963" h="171963">
                    <a:moveTo>
                      <a:pt x="85969" y="46679"/>
                    </a:moveTo>
                    <a:cubicBezTo>
                      <a:pt x="64270" y="46679"/>
                      <a:pt x="46679" y="64270"/>
                      <a:pt x="46679" y="85969"/>
                    </a:cubicBezTo>
                    <a:cubicBezTo>
                      <a:pt x="46679" y="107669"/>
                      <a:pt x="64270" y="125260"/>
                      <a:pt x="85969" y="125260"/>
                    </a:cubicBezTo>
                    <a:cubicBezTo>
                      <a:pt x="107669" y="125260"/>
                      <a:pt x="125260" y="107669"/>
                      <a:pt x="125260" y="85969"/>
                    </a:cubicBezTo>
                    <a:cubicBezTo>
                      <a:pt x="125237" y="64279"/>
                      <a:pt x="107660" y="46701"/>
                      <a:pt x="85969" y="46679"/>
                    </a:cubicBezTo>
                    <a:close/>
                    <a:moveTo>
                      <a:pt x="85969" y="112163"/>
                    </a:moveTo>
                    <a:cubicBezTo>
                      <a:pt x="71503" y="112163"/>
                      <a:pt x="59776" y="100436"/>
                      <a:pt x="59776" y="85969"/>
                    </a:cubicBezTo>
                    <a:cubicBezTo>
                      <a:pt x="59776" y="71503"/>
                      <a:pt x="71503" y="59776"/>
                      <a:pt x="85969" y="59776"/>
                    </a:cubicBezTo>
                    <a:cubicBezTo>
                      <a:pt x="100436" y="59776"/>
                      <a:pt x="112163" y="71503"/>
                      <a:pt x="112163" y="85969"/>
                    </a:cubicBezTo>
                    <a:cubicBezTo>
                      <a:pt x="112163" y="100436"/>
                      <a:pt x="100436" y="112163"/>
                      <a:pt x="85969" y="112163"/>
                    </a:cubicBezTo>
                    <a:close/>
                    <a:moveTo>
                      <a:pt x="158002" y="87737"/>
                    </a:moveTo>
                    <a:cubicBezTo>
                      <a:pt x="158035" y="86559"/>
                      <a:pt x="158035" y="85380"/>
                      <a:pt x="158002" y="84201"/>
                    </a:cubicBezTo>
                    <a:lnTo>
                      <a:pt x="170215" y="68943"/>
                    </a:lnTo>
                    <a:cubicBezTo>
                      <a:pt x="171514" y="67319"/>
                      <a:pt x="171963" y="65174"/>
                      <a:pt x="171427" y="63164"/>
                    </a:cubicBezTo>
                    <a:cubicBezTo>
                      <a:pt x="169421" y="55640"/>
                      <a:pt x="166426" y="48415"/>
                      <a:pt x="162521" y="41677"/>
                    </a:cubicBezTo>
                    <a:cubicBezTo>
                      <a:pt x="161483" y="39890"/>
                      <a:pt x="159662" y="38698"/>
                      <a:pt x="157609" y="38460"/>
                    </a:cubicBezTo>
                    <a:lnTo>
                      <a:pt x="138193" y="36300"/>
                    </a:lnTo>
                    <a:cubicBezTo>
                      <a:pt x="137386" y="35448"/>
                      <a:pt x="136567" y="34630"/>
                      <a:pt x="135738" y="33844"/>
                    </a:cubicBezTo>
                    <a:lnTo>
                      <a:pt x="133446" y="14379"/>
                    </a:lnTo>
                    <a:cubicBezTo>
                      <a:pt x="133207" y="12324"/>
                      <a:pt x="132011" y="10503"/>
                      <a:pt x="130220" y="9467"/>
                    </a:cubicBezTo>
                    <a:cubicBezTo>
                      <a:pt x="123484" y="5565"/>
                      <a:pt x="116258" y="2575"/>
                      <a:pt x="108733" y="578"/>
                    </a:cubicBezTo>
                    <a:cubicBezTo>
                      <a:pt x="106724" y="41"/>
                      <a:pt x="104579" y="491"/>
                      <a:pt x="102954" y="1789"/>
                    </a:cubicBezTo>
                    <a:lnTo>
                      <a:pt x="87737" y="13937"/>
                    </a:lnTo>
                    <a:cubicBezTo>
                      <a:pt x="86559" y="13937"/>
                      <a:pt x="85380" y="13937"/>
                      <a:pt x="84201" y="13937"/>
                    </a:cubicBezTo>
                    <a:lnTo>
                      <a:pt x="68943" y="1748"/>
                    </a:lnTo>
                    <a:cubicBezTo>
                      <a:pt x="67319" y="450"/>
                      <a:pt x="65174" y="0"/>
                      <a:pt x="63164" y="537"/>
                    </a:cubicBezTo>
                    <a:cubicBezTo>
                      <a:pt x="55640" y="2543"/>
                      <a:pt x="48415" y="5537"/>
                      <a:pt x="41677" y="9443"/>
                    </a:cubicBezTo>
                    <a:cubicBezTo>
                      <a:pt x="39890" y="10480"/>
                      <a:pt x="38698" y="12301"/>
                      <a:pt x="38460" y="14354"/>
                    </a:cubicBezTo>
                    <a:lnTo>
                      <a:pt x="36300" y="33803"/>
                    </a:lnTo>
                    <a:cubicBezTo>
                      <a:pt x="35448" y="34616"/>
                      <a:pt x="34630" y="35435"/>
                      <a:pt x="33844" y="36259"/>
                    </a:cubicBezTo>
                    <a:lnTo>
                      <a:pt x="14379" y="38493"/>
                    </a:lnTo>
                    <a:cubicBezTo>
                      <a:pt x="12324" y="38732"/>
                      <a:pt x="10503" y="39928"/>
                      <a:pt x="9467" y="41718"/>
                    </a:cubicBezTo>
                    <a:cubicBezTo>
                      <a:pt x="5566" y="48456"/>
                      <a:pt x="2574" y="55682"/>
                      <a:pt x="570" y="63205"/>
                    </a:cubicBezTo>
                    <a:cubicBezTo>
                      <a:pt x="35" y="65216"/>
                      <a:pt x="488" y="67361"/>
                      <a:pt x="1789" y="68984"/>
                    </a:cubicBezTo>
                    <a:lnTo>
                      <a:pt x="13937" y="84201"/>
                    </a:lnTo>
                    <a:cubicBezTo>
                      <a:pt x="13937" y="85380"/>
                      <a:pt x="13937" y="86559"/>
                      <a:pt x="13937" y="87737"/>
                    </a:cubicBezTo>
                    <a:lnTo>
                      <a:pt x="1748" y="102995"/>
                    </a:lnTo>
                    <a:cubicBezTo>
                      <a:pt x="450" y="104620"/>
                      <a:pt x="0" y="106765"/>
                      <a:pt x="537" y="108774"/>
                    </a:cubicBezTo>
                    <a:cubicBezTo>
                      <a:pt x="2543" y="116299"/>
                      <a:pt x="5537" y="123524"/>
                      <a:pt x="9443" y="130261"/>
                    </a:cubicBezTo>
                    <a:cubicBezTo>
                      <a:pt x="10480" y="132049"/>
                      <a:pt x="12301" y="133241"/>
                      <a:pt x="14354" y="133478"/>
                    </a:cubicBezTo>
                    <a:lnTo>
                      <a:pt x="33770" y="135639"/>
                    </a:lnTo>
                    <a:cubicBezTo>
                      <a:pt x="34583" y="136491"/>
                      <a:pt x="35402" y="137309"/>
                      <a:pt x="36226" y="138095"/>
                    </a:cubicBezTo>
                    <a:lnTo>
                      <a:pt x="38493" y="157560"/>
                    </a:lnTo>
                    <a:cubicBezTo>
                      <a:pt x="38732" y="159615"/>
                      <a:pt x="39928" y="161436"/>
                      <a:pt x="41718" y="162472"/>
                    </a:cubicBezTo>
                    <a:cubicBezTo>
                      <a:pt x="48456" y="166373"/>
                      <a:pt x="55682" y="169365"/>
                      <a:pt x="63205" y="171369"/>
                    </a:cubicBezTo>
                    <a:cubicBezTo>
                      <a:pt x="65216" y="171904"/>
                      <a:pt x="67361" y="171451"/>
                      <a:pt x="68984" y="170150"/>
                    </a:cubicBezTo>
                    <a:lnTo>
                      <a:pt x="84201" y="158002"/>
                    </a:lnTo>
                    <a:cubicBezTo>
                      <a:pt x="85380" y="158035"/>
                      <a:pt x="86559" y="158035"/>
                      <a:pt x="87737" y="158002"/>
                    </a:cubicBezTo>
                    <a:lnTo>
                      <a:pt x="102995" y="170215"/>
                    </a:lnTo>
                    <a:cubicBezTo>
                      <a:pt x="104620" y="171514"/>
                      <a:pt x="106765" y="171963"/>
                      <a:pt x="108774" y="171427"/>
                    </a:cubicBezTo>
                    <a:cubicBezTo>
                      <a:pt x="116300" y="169424"/>
                      <a:pt x="123526" y="166429"/>
                      <a:pt x="130261" y="162521"/>
                    </a:cubicBezTo>
                    <a:cubicBezTo>
                      <a:pt x="132049" y="161483"/>
                      <a:pt x="133241" y="159662"/>
                      <a:pt x="133478" y="157609"/>
                    </a:cubicBezTo>
                    <a:lnTo>
                      <a:pt x="135639" y="138193"/>
                    </a:lnTo>
                    <a:cubicBezTo>
                      <a:pt x="136491" y="137386"/>
                      <a:pt x="137309" y="136567"/>
                      <a:pt x="138095" y="135738"/>
                    </a:cubicBezTo>
                    <a:lnTo>
                      <a:pt x="157560" y="133446"/>
                    </a:lnTo>
                    <a:cubicBezTo>
                      <a:pt x="159615" y="133207"/>
                      <a:pt x="161436" y="132011"/>
                      <a:pt x="162472" y="130220"/>
                    </a:cubicBezTo>
                    <a:cubicBezTo>
                      <a:pt x="166373" y="123482"/>
                      <a:pt x="169365" y="116257"/>
                      <a:pt x="171369" y="108733"/>
                    </a:cubicBezTo>
                    <a:cubicBezTo>
                      <a:pt x="171904" y="106723"/>
                      <a:pt x="171451" y="104578"/>
                      <a:pt x="170150" y="102954"/>
                    </a:cubicBezTo>
                    <a:close/>
                    <a:moveTo>
                      <a:pt x="144823" y="82417"/>
                    </a:moveTo>
                    <a:cubicBezTo>
                      <a:pt x="144963" y="84783"/>
                      <a:pt x="144963" y="87156"/>
                      <a:pt x="144823" y="89522"/>
                    </a:cubicBezTo>
                    <a:cubicBezTo>
                      <a:pt x="144726" y="91142"/>
                      <a:pt x="145234" y="92741"/>
                      <a:pt x="146248" y="94008"/>
                    </a:cubicBezTo>
                    <a:lnTo>
                      <a:pt x="157863" y="108521"/>
                    </a:lnTo>
                    <a:cubicBezTo>
                      <a:pt x="156530" y="112756"/>
                      <a:pt x="154824" y="116865"/>
                      <a:pt x="152763" y="120799"/>
                    </a:cubicBezTo>
                    <a:lnTo>
                      <a:pt x="134264" y="122894"/>
                    </a:lnTo>
                    <a:cubicBezTo>
                      <a:pt x="132653" y="123073"/>
                      <a:pt x="131166" y="123843"/>
                      <a:pt x="130089" y="125055"/>
                    </a:cubicBezTo>
                    <a:cubicBezTo>
                      <a:pt x="128514" y="126827"/>
                      <a:pt x="126836" y="128506"/>
                      <a:pt x="125064" y="130081"/>
                    </a:cubicBezTo>
                    <a:cubicBezTo>
                      <a:pt x="123851" y="131157"/>
                      <a:pt x="123081" y="132645"/>
                      <a:pt x="122903" y="134256"/>
                    </a:cubicBezTo>
                    <a:lnTo>
                      <a:pt x="120848" y="152739"/>
                    </a:lnTo>
                    <a:cubicBezTo>
                      <a:pt x="116915" y="154800"/>
                      <a:pt x="112806" y="156507"/>
                      <a:pt x="108570" y="157839"/>
                    </a:cubicBezTo>
                    <a:lnTo>
                      <a:pt x="94049" y="146223"/>
                    </a:lnTo>
                    <a:cubicBezTo>
                      <a:pt x="92887" y="145295"/>
                      <a:pt x="91443" y="144790"/>
                      <a:pt x="89956" y="144791"/>
                    </a:cubicBezTo>
                    <a:lnTo>
                      <a:pt x="89563" y="144791"/>
                    </a:lnTo>
                    <a:cubicBezTo>
                      <a:pt x="87197" y="144930"/>
                      <a:pt x="84824" y="144930"/>
                      <a:pt x="82458" y="144791"/>
                    </a:cubicBezTo>
                    <a:cubicBezTo>
                      <a:pt x="80838" y="144698"/>
                      <a:pt x="79241" y="145205"/>
                      <a:pt x="77972" y="146215"/>
                    </a:cubicBezTo>
                    <a:lnTo>
                      <a:pt x="63418" y="157839"/>
                    </a:lnTo>
                    <a:cubicBezTo>
                      <a:pt x="59182" y="156506"/>
                      <a:pt x="55074" y="154799"/>
                      <a:pt x="51140" y="152739"/>
                    </a:cubicBezTo>
                    <a:lnTo>
                      <a:pt x="49044" y="134264"/>
                    </a:lnTo>
                    <a:cubicBezTo>
                      <a:pt x="48866" y="132653"/>
                      <a:pt x="48096" y="131166"/>
                      <a:pt x="46883" y="130089"/>
                    </a:cubicBezTo>
                    <a:cubicBezTo>
                      <a:pt x="45111" y="128514"/>
                      <a:pt x="43433" y="126836"/>
                      <a:pt x="41857" y="125064"/>
                    </a:cubicBezTo>
                    <a:cubicBezTo>
                      <a:pt x="40781" y="123851"/>
                      <a:pt x="39294" y="123081"/>
                      <a:pt x="37683" y="122903"/>
                    </a:cubicBezTo>
                    <a:lnTo>
                      <a:pt x="19200" y="120840"/>
                    </a:lnTo>
                    <a:cubicBezTo>
                      <a:pt x="17139" y="116907"/>
                      <a:pt x="15432" y="112798"/>
                      <a:pt x="14100" y="108562"/>
                    </a:cubicBezTo>
                    <a:lnTo>
                      <a:pt x="25716" y="94040"/>
                    </a:lnTo>
                    <a:cubicBezTo>
                      <a:pt x="26730" y="92773"/>
                      <a:pt x="27237" y="91175"/>
                      <a:pt x="27140" y="89555"/>
                    </a:cubicBezTo>
                    <a:cubicBezTo>
                      <a:pt x="27001" y="87188"/>
                      <a:pt x="27001" y="84816"/>
                      <a:pt x="27140" y="82450"/>
                    </a:cubicBezTo>
                    <a:cubicBezTo>
                      <a:pt x="27237" y="80830"/>
                      <a:pt x="26730" y="79231"/>
                      <a:pt x="25716" y="77964"/>
                    </a:cubicBezTo>
                    <a:lnTo>
                      <a:pt x="14100" y="63418"/>
                    </a:lnTo>
                    <a:cubicBezTo>
                      <a:pt x="15433" y="59182"/>
                      <a:pt x="17140" y="55074"/>
                      <a:pt x="19200" y="51140"/>
                    </a:cubicBezTo>
                    <a:lnTo>
                      <a:pt x="37675" y="49044"/>
                    </a:lnTo>
                    <a:cubicBezTo>
                      <a:pt x="39286" y="48866"/>
                      <a:pt x="40773" y="48096"/>
                      <a:pt x="41849" y="46883"/>
                    </a:cubicBezTo>
                    <a:cubicBezTo>
                      <a:pt x="43425" y="45111"/>
                      <a:pt x="45103" y="43433"/>
                      <a:pt x="46875" y="41857"/>
                    </a:cubicBezTo>
                    <a:cubicBezTo>
                      <a:pt x="48092" y="40781"/>
                      <a:pt x="48865" y="39290"/>
                      <a:pt x="49044" y="37675"/>
                    </a:cubicBezTo>
                    <a:lnTo>
                      <a:pt x="51099" y="19200"/>
                    </a:lnTo>
                    <a:cubicBezTo>
                      <a:pt x="55032" y="17139"/>
                      <a:pt x="59141" y="15432"/>
                      <a:pt x="63377" y="14100"/>
                    </a:cubicBezTo>
                    <a:lnTo>
                      <a:pt x="77898" y="25716"/>
                    </a:lnTo>
                    <a:cubicBezTo>
                      <a:pt x="79166" y="26730"/>
                      <a:pt x="80764" y="27237"/>
                      <a:pt x="82384" y="27140"/>
                    </a:cubicBezTo>
                    <a:cubicBezTo>
                      <a:pt x="84750" y="27001"/>
                      <a:pt x="87123" y="27001"/>
                      <a:pt x="89489" y="27140"/>
                    </a:cubicBezTo>
                    <a:cubicBezTo>
                      <a:pt x="91109" y="27233"/>
                      <a:pt x="92706" y="26726"/>
                      <a:pt x="93975" y="25716"/>
                    </a:cubicBezTo>
                    <a:lnTo>
                      <a:pt x="108521" y="14100"/>
                    </a:lnTo>
                    <a:cubicBezTo>
                      <a:pt x="112756" y="15433"/>
                      <a:pt x="116865" y="17140"/>
                      <a:pt x="120799" y="19200"/>
                    </a:cubicBezTo>
                    <a:lnTo>
                      <a:pt x="122894" y="37675"/>
                    </a:lnTo>
                    <a:cubicBezTo>
                      <a:pt x="123073" y="39286"/>
                      <a:pt x="123843" y="40773"/>
                      <a:pt x="125055" y="41849"/>
                    </a:cubicBezTo>
                    <a:cubicBezTo>
                      <a:pt x="126827" y="43425"/>
                      <a:pt x="128506" y="45103"/>
                      <a:pt x="130081" y="46875"/>
                    </a:cubicBezTo>
                    <a:cubicBezTo>
                      <a:pt x="131157" y="48087"/>
                      <a:pt x="132645" y="48857"/>
                      <a:pt x="134256" y="49036"/>
                    </a:cubicBezTo>
                    <a:lnTo>
                      <a:pt x="152739" y="51091"/>
                    </a:lnTo>
                    <a:cubicBezTo>
                      <a:pt x="154800" y="55024"/>
                      <a:pt x="156507" y="59133"/>
                      <a:pt x="157839" y="63369"/>
                    </a:cubicBezTo>
                    <a:lnTo>
                      <a:pt x="146223" y="77890"/>
                    </a:lnTo>
                    <a:cubicBezTo>
                      <a:pt x="145199" y="79168"/>
                      <a:pt x="144691" y="80783"/>
                      <a:pt x="144799" y="8241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70660" y="21278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设置面板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54618" y="2152174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Top-K 滑块 · 模型信息 · 清空按钮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38750" y="1971675"/>
              <a:ext cx="40005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387664" y="2153239"/>
              <a:ext cx="181328" cy="176930"/>
              <a:chOff x="5387664" y="2153239"/>
              <a:chExt cx="181328" cy="17693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5392308" y="2153251"/>
                <a:ext cx="163151" cy="167236"/>
              </a:xfrm>
              <a:custGeom>
                <a:avLst/>
                <a:gdLst/>
                <a:ahLst/>
                <a:cxnLst/>
                <a:rect l="l" t="t" r="r" b="b"/>
                <a:pathLst>
                  <a:path w="163151" h="167236">
                    <a:moveTo>
                      <a:pt x="163148" y="85124"/>
                    </a:moveTo>
                    <a:cubicBezTo>
                      <a:pt x="163151" y="113212"/>
                      <a:pt x="148163" y="139166"/>
                      <a:pt x="123833" y="153201"/>
                    </a:cubicBezTo>
                    <a:cubicBezTo>
                      <a:pt x="99503" y="167236"/>
                      <a:pt x="69532" y="167218"/>
                      <a:pt x="45219" y="153154"/>
                    </a:cubicBezTo>
                    <a:lnTo>
                      <a:pt x="45219" y="153154"/>
                    </a:lnTo>
                    <a:lnTo>
                      <a:pt x="14613" y="163361"/>
                    </a:lnTo>
                    <a:cubicBezTo>
                      <a:pt x="12260" y="164146"/>
                      <a:pt x="9665" y="163534"/>
                      <a:pt x="7911" y="161780"/>
                    </a:cubicBezTo>
                    <a:cubicBezTo>
                      <a:pt x="6157" y="160025"/>
                      <a:pt x="5544" y="157431"/>
                      <a:pt x="6329" y="155077"/>
                    </a:cubicBezTo>
                    <a:lnTo>
                      <a:pt x="16536" y="124472"/>
                    </a:lnTo>
                    <a:lnTo>
                      <a:pt x="16536" y="124472"/>
                    </a:lnTo>
                    <a:cubicBezTo>
                      <a:pt x="0" y="95869"/>
                      <a:pt x="3121" y="59977"/>
                      <a:pt x="24346" y="34658"/>
                    </a:cubicBezTo>
                    <a:cubicBezTo>
                      <a:pt x="45571" y="9339"/>
                      <a:pt x="80367" y="0"/>
                      <a:pt x="111418" y="11289"/>
                    </a:cubicBezTo>
                    <a:cubicBezTo>
                      <a:pt x="142468" y="22579"/>
                      <a:pt x="163141" y="52085"/>
                      <a:pt x="163148" y="8512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387664" y="2153239"/>
                <a:ext cx="181328" cy="176930"/>
              </a:xfrm>
              <a:custGeom>
                <a:avLst/>
                <a:gdLst/>
                <a:ahLst/>
                <a:cxnLst/>
                <a:rect l="l" t="t" r="r" b="b"/>
                <a:pathLst>
                  <a:path w="181328" h="176930">
                    <a:moveTo>
                      <a:pt x="89211" y="7"/>
                    </a:moveTo>
                    <a:cubicBezTo>
                      <a:pt x="59315" y="0"/>
                      <a:pt x="31606" y="15676"/>
                      <a:pt x="16214" y="41305"/>
                    </a:cubicBezTo>
                    <a:cubicBezTo>
                      <a:pt x="821" y="66934"/>
                      <a:pt x="0" y="98759"/>
                      <a:pt x="14051" y="125147"/>
                    </a:cubicBezTo>
                    <a:lnTo>
                      <a:pt x="4761" y="153019"/>
                    </a:lnTo>
                    <a:cubicBezTo>
                      <a:pt x="3191" y="157726"/>
                      <a:pt x="4416" y="162915"/>
                      <a:pt x="7924" y="166423"/>
                    </a:cubicBezTo>
                    <a:cubicBezTo>
                      <a:pt x="11432" y="169931"/>
                      <a:pt x="16622" y="171156"/>
                      <a:pt x="21328" y="169586"/>
                    </a:cubicBezTo>
                    <a:lnTo>
                      <a:pt x="49200" y="160296"/>
                    </a:lnTo>
                    <a:cubicBezTo>
                      <a:pt x="80474" y="176930"/>
                      <a:pt x="118781" y="172460"/>
                      <a:pt x="145384" y="149071"/>
                    </a:cubicBezTo>
                    <a:cubicBezTo>
                      <a:pt x="171988" y="125682"/>
                      <a:pt x="181328" y="88264"/>
                      <a:pt x="168837" y="55117"/>
                    </a:cubicBezTo>
                    <a:cubicBezTo>
                      <a:pt x="156346" y="21969"/>
                      <a:pt x="124634" y="21"/>
                      <a:pt x="89211" y="7"/>
                    </a:cubicBezTo>
                    <a:close/>
                    <a:moveTo>
                      <a:pt x="89211" y="157169"/>
                    </a:moveTo>
                    <a:cubicBezTo>
                      <a:pt x="76548" y="157178"/>
                      <a:pt x="64107" y="153843"/>
                      <a:pt x="53145" y="147502"/>
                    </a:cubicBezTo>
                    <a:cubicBezTo>
                      <a:pt x="52150" y="146925"/>
                      <a:pt x="51021" y="146620"/>
                      <a:pt x="49871" y="146618"/>
                    </a:cubicBezTo>
                    <a:cubicBezTo>
                      <a:pt x="49167" y="146618"/>
                      <a:pt x="48467" y="146734"/>
                      <a:pt x="47800" y="146962"/>
                    </a:cubicBezTo>
                    <a:lnTo>
                      <a:pt x="17178" y="157169"/>
                    </a:lnTo>
                    <a:lnTo>
                      <a:pt x="27385" y="126555"/>
                    </a:lnTo>
                    <a:cubicBezTo>
                      <a:pt x="27981" y="124776"/>
                      <a:pt x="27784" y="122826"/>
                      <a:pt x="26845" y="121202"/>
                    </a:cubicBezTo>
                    <a:cubicBezTo>
                      <a:pt x="10520" y="92976"/>
                      <a:pt x="15190" y="57304"/>
                      <a:pt x="38232" y="34234"/>
                    </a:cubicBezTo>
                    <a:cubicBezTo>
                      <a:pt x="61274" y="11163"/>
                      <a:pt x="96940" y="6447"/>
                      <a:pt x="125186" y="22737"/>
                    </a:cubicBezTo>
                    <a:cubicBezTo>
                      <a:pt x="153432" y="39027"/>
                      <a:pt x="167212" y="72259"/>
                      <a:pt x="158783" y="103757"/>
                    </a:cubicBezTo>
                    <a:cubicBezTo>
                      <a:pt x="150354" y="135256"/>
                      <a:pt x="121817" y="157164"/>
                      <a:pt x="89211" y="157169"/>
                    </a:cubicBezTo>
                    <a:close/>
                    <a:moveTo>
                      <a:pt x="99034" y="85136"/>
                    </a:moveTo>
                    <a:cubicBezTo>
                      <a:pt x="99034" y="90561"/>
                      <a:pt x="94636" y="94959"/>
                      <a:pt x="89211" y="94959"/>
                    </a:cubicBezTo>
                    <a:cubicBezTo>
                      <a:pt x="83786" y="94959"/>
                      <a:pt x="79388" y="90561"/>
                      <a:pt x="79388" y="85136"/>
                    </a:cubicBezTo>
                    <a:cubicBezTo>
                      <a:pt x="79388" y="79711"/>
                      <a:pt x="83786" y="75314"/>
                      <a:pt x="89211" y="75314"/>
                    </a:cubicBezTo>
                    <a:cubicBezTo>
                      <a:pt x="94636" y="75314"/>
                      <a:pt x="99034" y="79711"/>
                      <a:pt x="99034" y="85136"/>
                    </a:cubicBezTo>
                    <a:close/>
                    <a:moveTo>
                      <a:pt x="63017" y="85136"/>
                    </a:moveTo>
                    <a:cubicBezTo>
                      <a:pt x="63017" y="90561"/>
                      <a:pt x="58619" y="94959"/>
                      <a:pt x="53194" y="94959"/>
                    </a:cubicBezTo>
                    <a:cubicBezTo>
                      <a:pt x="47770" y="94959"/>
                      <a:pt x="43372" y="90561"/>
                      <a:pt x="43372" y="85136"/>
                    </a:cubicBezTo>
                    <a:cubicBezTo>
                      <a:pt x="43372" y="79711"/>
                      <a:pt x="47770" y="75314"/>
                      <a:pt x="53194" y="75314"/>
                    </a:cubicBezTo>
                    <a:cubicBezTo>
                      <a:pt x="58619" y="75314"/>
                      <a:pt x="63017" y="79711"/>
                      <a:pt x="63017" y="85136"/>
                    </a:cubicBezTo>
                    <a:close/>
                    <a:moveTo>
                      <a:pt x="135050" y="85136"/>
                    </a:moveTo>
                    <a:cubicBezTo>
                      <a:pt x="135050" y="90561"/>
                      <a:pt x="130652" y="94959"/>
                      <a:pt x="125227" y="94959"/>
                    </a:cubicBezTo>
                    <a:cubicBezTo>
                      <a:pt x="119802" y="94959"/>
                      <a:pt x="115405" y="90561"/>
                      <a:pt x="115405" y="85136"/>
                    </a:cubicBezTo>
                    <a:cubicBezTo>
                      <a:pt x="115405" y="79711"/>
                      <a:pt x="119802" y="75314"/>
                      <a:pt x="125227" y="75314"/>
                    </a:cubicBezTo>
                    <a:cubicBezTo>
                      <a:pt x="130652" y="75314"/>
                      <a:pt x="135050" y="79711"/>
                      <a:pt x="135050" y="85136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5661660" y="21278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聊天展示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45618" y="2152174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流式渲染 · 检索来源展开</a:t>
              </a:r>
            </a:p>
          </p:txBody>
        </p:sp>
      </p:grpSp>
      <p:sp>
        <p:nvSpPr>
          <p:cNvPr id="39" name="Line 39"/>
          <p:cNvSpPr/>
          <p:nvPr/>
        </p:nvSpPr>
        <p:spPr>
          <a:xfrm>
            <a:off x="781050" y="2524125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1A73E8"/>
            </a:solidFill>
            <a:custDash>
              <a:ds d="266666" sp="200000"/>
            </a:custDash>
          </a:ln>
        </p:spPr>
      </p:sp>
      <p:grpSp>
        <p:nvGrpSpPr>
          <p:cNvPr id="77" name="Group 77"/>
          <p:cNvGrpSpPr/>
          <p:nvPr/>
        </p:nvGrpSpPr>
        <p:grpSpPr>
          <a:xfrm>
            <a:off x="762000" y="2695575"/>
            <a:ext cx="10668000" cy="1762125"/>
            <a:chOff x="762000" y="2695575"/>
            <a:chExt cx="10668000" cy="1762125"/>
          </a:xfrm>
        </p:grpSpPr>
        <p:sp>
          <p:nvSpPr>
            <p:cNvPr id="40" name="Rectangle 40"/>
            <p:cNvSpPr/>
            <p:nvPr/>
          </p:nvSpPr>
          <p:spPr>
            <a:xfrm>
              <a:off x="762000" y="2695575"/>
              <a:ext cx="10668000" cy="1762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2695575"/>
              <a:ext cx="47625" cy="1762125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09625" y="2695575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33462" y="2783681"/>
              <a:ext cx="9815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代理层 AGENT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60320" y="2807970"/>
              <a:ext cx="2327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LangGraph ReAct Agent — 工具编排与推理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47750" y="3171825"/>
              <a:ext cx="285750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187642" y="3350104"/>
              <a:ext cx="196459" cy="170293"/>
              <a:chOff x="1187642" y="3350104"/>
              <a:chExt cx="196459" cy="17029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194162" y="3359944"/>
                <a:ext cx="183397" cy="150614"/>
              </a:xfrm>
              <a:custGeom>
                <a:avLst/>
                <a:gdLst/>
                <a:ahLst/>
                <a:cxnLst/>
                <a:rect l="l" t="t" r="r" b="b"/>
                <a:pathLst>
                  <a:path w="183397" h="150614">
                    <a:moveTo>
                      <a:pt x="183391" y="75307"/>
                    </a:moveTo>
                    <a:cubicBezTo>
                      <a:pt x="183397" y="91962"/>
                      <a:pt x="172900" y="106811"/>
                      <a:pt x="157198" y="112363"/>
                    </a:cubicBezTo>
                    <a:lnTo>
                      <a:pt x="157198" y="112363"/>
                    </a:lnTo>
                    <a:lnTo>
                      <a:pt x="157198" y="117872"/>
                    </a:lnTo>
                    <a:cubicBezTo>
                      <a:pt x="157198" y="135955"/>
                      <a:pt x="142538" y="150614"/>
                      <a:pt x="124455" y="150614"/>
                    </a:cubicBezTo>
                    <a:cubicBezTo>
                      <a:pt x="106372" y="150614"/>
                      <a:pt x="91713" y="135955"/>
                      <a:pt x="91713" y="117872"/>
                    </a:cubicBezTo>
                    <a:cubicBezTo>
                      <a:pt x="91713" y="135955"/>
                      <a:pt x="77054" y="150614"/>
                      <a:pt x="58971" y="150614"/>
                    </a:cubicBezTo>
                    <a:cubicBezTo>
                      <a:pt x="40888" y="150614"/>
                      <a:pt x="26229" y="135955"/>
                      <a:pt x="26229" y="117872"/>
                    </a:cubicBezTo>
                    <a:lnTo>
                      <a:pt x="26229" y="112363"/>
                    </a:lnTo>
                    <a:lnTo>
                      <a:pt x="26229" y="112363"/>
                    </a:lnTo>
                    <a:cubicBezTo>
                      <a:pt x="10512" y="106823"/>
                      <a:pt x="0" y="91971"/>
                      <a:pt x="0" y="75307"/>
                    </a:cubicBezTo>
                    <a:cubicBezTo>
                      <a:pt x="0" y="58643"/>
                      <a:pt x="10512" y="43791"/>
                      <a:pt x="26229" y="38251"/>
                    </a:cubicBezTo>
                    <a:lnTo>
                      <a:pt x="26229" y="32742"/>
                    </a:lnTo>
                    <a:cubicBezTo>
                      <a:pt x="26229" y="14659"/>
                      <a:pt x="40888" y="0"/>
                      <a:pt x="58971" y="0"/>
                    </a:cubicBezTo>
                    <a:cubicBezTo>
                      <a:pt x="77054" y="0"/>
                      <a:pt x="91713" y="14659"/>
                      <a:pt x="91713" y="32742"/>
                    </a:cubicBezTo>
                    <a:cubicBezTo>
                      <a:pt x="91713" y="14659"/>
                      <a:pt x="106372" y="0"/>
                      <a:pt x="124455" y="0"/>
                    </a:cubicBezTo>
                    <a:cubicBezTo>
                      <a:pt x="142538" y="0"/>
                      <a:pt x="157198" y="14659"/>
                      <a:pt x="157198" y="32742"/>
                    </a:cubicBezTo>
                    <a:lnTo>
                      <a:pt x="157198" y="38251"/>
                    </a:lnTo>
                    <a:cubicBezTo>
                      <a:pt x="172900" y="43803"/>
                      <a:pt x="183397" y="58652"/>
                      <a:pt x="183391" y="75307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87642" y="3350104"/>
                <a:ext cx="196459" cy="170293"/>
              </a:xfrm>
              <a:custGeom>
                <a:avLst/>
                <a:gdLst/>
                <a:ahLst/>
                <a:cxnLst/>
                <a:rect l="l" t="t" r="r" b="b"/>
                <a:pathLst>
                  <a:path w="196459" h="170293">
                    <a:moveTo>
                      <a:pt x="196459" y="85146"/>
                    </a:moveTo>
                    <a:cubicBezTo>
                      <a:pt x="196442" y="67443"/>
                      <a:pt x="186251" y="51326"/>
                      <a:pt x="170266" y="43719"/>
                    </a:cubicBezTo>
                    <a:lnTo>
                      <a:pt x="170266" y="42582"/>
                    </a:lnTo>
                    <a:cubicBezTo>
                      <a:pt x="170250" y="25257"/>
                      <a:pt x="158889" y="9987"/>
                      <a:pt x="142300" y="4994"/>
                    </a:cubicBezTo>
                    <a:cubicBezTo>
                      <a:pt x="125711" y="0"/>
                      <a:pt x="107809" y="6461"/>
                      <a:pt x="98233" y="20898"/>
                    </a:cubicBezTo>
                    <a:cubicBezTo>
                      <a:pt x="88656" y="6461"/>
                      <a:pt x="70754" y="0"/>
                      <a:pt x="54165" y="4994"/>
                    </a:cubicBezTo>
                    <a:cubicBezTo>
                      <a:pt x="37576" y="9987"/>
                      <a:pt x="26215" y="25257"/>
                      <a:pt x="26200" y="42582"/>
                    </a:cubicBezTo>
                    <a:lnTo>
                      <a:pt x="26200" y="43719"/>
                    </a:lnTo>
                    <a:cubicBezTo>
                      <a:pt x="10200" y="51306"/>
                      <a:pt x="0" y="67430"/>
                      <a:pt x="0" y="85138"/>
                    </a:cubicBezTo>
                    <a:cubicBezTo>
                      <a:pt x="0" y="102846"/>
                      <a:pt x="10200" y="118970"/>
                      <a:pt x="26200" y="126557"/>
                    </a:cubicBezTo>
                    <a:lnTo>
                      <a:pt x="26200" y="127711"/>
                    </a:lnTo>
                    <a:cubicBezTo>
                      <a:pt x="26215" y="145036"/>
                      <a:pt x="37576" y="160305"/>
                      <a:pt x="54165" y="165299"/>
                    </a:cubicBezTo>
                    <a:cubicBezTo>
                      <a:pt x="70754" y="170293"/>
                      <a:pt x="88656" y="163832"/>
                      <a:pt x="98233" y="149395"/>
                    </a:cubicBezTo>
                    <a:cubicBezTo>
                      <a:pt x="107809" y="163832"/>
                      <a:pt x="125711" y="170293"/>
                      <a:pt x="142300" y="165299"/>
                    </a:cubicBezTo>
                    <a:cubicBezTo>
                      <a:pt x="158889" y="160305"/>
                      <a:pt x="170250" y="145036"/>
                      <a:pt x="170266" y="127711"/>
                    </a:cubicBezTo>
                    <a:lnTo>
                      <a:pt x="170266" y="126557"/>
                    </a:lnTo>
                    <a:cubicBezTo>
                      <a:pt x="186248" y="118956"/>
                      <a:pt x="196439" y="102845"/>
                      <a:pt x="196459" y="85146"/>
                    </a:cubicBezTo>
                    <a:close/>
                    <a:moveTo>
                      <a:pt x="65491" y="153905"/>
                    </a:moveTo>
                    <a:cubicBezTo>
                      <a:pt x="52115" y="153903"/>
                      <a:pt x="40890" y="143825"/>
                      <a:pt x="39452" y="130527"/>
                    </a:cubicBezTo>
                    <a:cubicBezTo>
                      <a:pt x="41570" y="130829"/>
                      <a:pt x="43706" y="130982"/>
                      <a:pt x="45845" y="130985"/>
                    </a:cubicBezTo>
                    <a:lnTo>
                      <a:pt x="52394" y="130985"/>
                    </a:lnTo>
                    <a:cubicBezTo>
                      <a:pt x="56010" y="130985"/>
                      <a:pt x="58942" y="128054"/>
                      <a:pt x="58942" y="124437"/>
                    </a:cubicBezTo>
                    <a:cubicBezTo>
                      <a:pt x="58942" y="120820"/>
                      <a:pt x="56010" y="117889"/>
                      <a:pt x="52394" y="117889"/>
                    </a:cubicBezTo>
                    <a:lnTo>
                      <a:pt x="45845" y="117889"/>
                    </a:lnTo>
                    <a:cubicBezTo>
                      <a:pt x="29883" y="117907"/>
                      <a:pt x="16234" y="106413"/>
                      <a:pt x="13536" y="90681"/>
                    </a:cubicBezTo>
                    <a:cubicBezTo>
                      <a:pt x="10838" y="74948"/>
                      <a:pt x="19878" y="59563"/>
                      <a:pt x="34934" y="54262"/>
                    </a:cubicBezTo>
                    <a:cubicBezTo>
                      <a:pt x="37548" y="53337"/>
                      <a:pt x="39296" y="50864"/>
                      <a:pt x="39297" y="48090"/>
                    </a:cubicBezTo>
                    <a:lnTo>
                      <a:pt x="39297" y="42582"/>
                    </a:lnTo>
                    <a:cubicBezTo>
                      <a:pt x="39297" y="28115"/>
                      <a:pt x="51024" y="16388"/>
                      <a:pt x="65491" y="16388"/>
                    </a:cubicBezTo>
                    <a:cubicBezTo>
                      <a:pt x="79957" y="16388"/>
                      <a:pt x="91684" y="28115"/>
                      <a:pt x="91684" y="42582"/>
                    </a:cubicBezTo>
                    <a:lnTo>
                      <a:pt x="91684" y="98456"/>
                    </a:lnTo>
                    <a:cubicBezTo>
                      <a:pt x="84493" y="91989"/>
                      <a:pt x="75162" y="88413"/>
                      <a:pt x="65491" y="88421"/>
                    </a:cubicBezTo>
                    <a:cubicBezTo>
                      <a:pt x="61874" y="88421"/>
                      <a:pt x="58942" y="91352"/>
                      <a:pt x="58942" y="94969"/>
                    </a:cubicBezTo>
                    <a:cubicBezTo>
                      <a:pt x="58942" y="98586"/>
                      <a:pt x="61874" y="101517"/>
                      <a:pt x="65491" y="101517"/>
                    </a:cubicBezTo>
                    <a:cubicBezTo>
                      <a:pt x="79957" y="101517"/>
                      <a:pt x="91684" y="113245"/>
                      <a:pt x="91684" y="127711"/>
                    </a:cubicBezTo>
                    <a:cubicBezTo>
                      <a:pt x="91684" y="142178"/>
                      <a:pt x="79957" y="153905"/>
                      <a:pt x="65491" y="153905"/>
                    </a:cubicBezTo>
                    <a:close/>
                    <a:moveTo>
                      <a:pt x="150620" y="117889"/>
                    </a:moveTo>
                    <a:lnTo>
                      <a:pt x="144072" y="117889"/>
                    </a:lnTo>
                    <a:cubicBezTo>
                      <a:pt x="140455" y="117889"/>
                      <a:pt x="137523" y="120820"/>
                      <a:pt x="137523" y="124437"/>
                    </a:cubicBezTo>
                    <a:cubicBezTo>
                      <a:pt x="137523" y="128054"/>
                      <a:pt x="140455" y="130985"/>
                      <a:pt x="144072" y="130985"/>
                    </a:cubicBezTo>
                    <a:lnTo>
                      <a:pt x="150620" y="130985"/>
                    </a:lnTo>
                    <a:cubicBezTo>
                      <a:pt x="152759" y="130982"/>
                      <a:pt x="154895" y="130829"/>
                      <a:pt x="157013" y="130527"/>
                    </a:cubicBezTo>
                    <a:cubicBezTo>
                      <a:pt x="155497" y="144546"/>
                      <a:pt x="143155" y="154850"/>
                      <a:pt x="129091" y="153837"/>
                    </a:cubicBezTo>
                    <a:cubicBezTo>
                      <a:pt x="115026" y="152825"/>
                      <a:pt x="104287" y="140860"/>
                      <a:pt x="104794" y="126768"/>
                    </a:cubicBezTo>
                    <a:cubicBezTo>
                      <a:pt x="105302" y="112677"/>
                      <a:pt x="116874" y="101515"/>
                      <a:pt x="130975" y="101517"/>
                    </a:cubicBezTo>
                    <a:cubicBezTo>
                      <a:pt x="134591" y="101517"/>
                      <a:pt x="137523" y="98586"/>
                      <a:pt x="137523" y="94969"/>
                    </a:cubicBezTo>
                    <a:cubicBezTo>
                      <a:pt x="137523" y="91352"/>
                      <a:pt x="134591" y="88421"/>
                      <a:pt x="130975" y="88421"/>
                    </a:cubicBezTo>
                    <a:cubicBezTo>
                      <a:pt x="121303" y="88413"/>
                      <a:pt x="111972" y="91989"/>
                      <a:pt x="104781" y="98456"/>
                    </a:cubicBezTo>
                    <a:lnTo>
                      <a:pt x="104781" y="42582"/>
                    </a:lnTo>
                    <a:cubicBezTo>
                      <a:pt x="104781" y="28115"/>
                      <a:pt x="116508" y="16388"/>
                      <a:pt x="130975" y="16388"/>
                    </a:cubicBezTo>
                    <a:cubicBezTo>
                      <a:pt x="145441" y="16388"/>
                      <a:pt x="157169" y="28115"/>
                      <a:pt x="157169" y="42582"/>
                    </a:cubicBezTo>
                    <a:lnTo>
                      <a:pt x="157169" y="48090"/>
                    </a:lnTo>
                    <a:cubicBezTo>
                      <a:pt x="157169" y="50864"/>
                      <a:pt x="158917" y="53337"/>
                      <a:pt x="161532" y="54262"/>
                    </a:cubicBezTo>
                    <a:cubicBezTo>
                      <a:pt x="176588" y="59563"/>
                      <a:pt x="185628" y="74948"/>
                      <a:pt x="182930" y="90681"/>
                    </a:cubicBezTo>
                    <a:cubicBezTo>
                      <a:pt x="180232" y="106413"/>
                      <a:pt x="166582" y="117907"/>
                      <a:pt x="150620" y="117889"/>
                    </a:cubicBezTo>
                    <a:close/>
                    <a:moveTo>
                      <a:pt x="163717" y="75324"/>
                    </a:moveTo>
                    <a:cubicBezTo>
                      <a:pt x="163717" y="78940"/>
                      <a:pt x="160785" y="81872"/>
                      <a:pt x="157169" y="81872"/>
                    </a:cubicBezTo>
                    <a:lnTo>
                      <a:pt x="153894" y="81872"/>
                    </a:lnTo>
                    <a:cubicBezTo>
                      <a:pt x="137620" y="81872"/>
                      <a:pt x="124426" y="68679"/>
                      <a:pt x="124426" y="52404"/>
                    </a:cubicBezTo>
                    <a:lnTo>
                      <a:pt x="124426" y="49130"/>
                    </a:lnTo>
                    <a:cubicBezTo>
                      <a:pt x="124426" y="45513"/>
                      <a:pt x="127358" y="42582"/>
                      <a:pt x="130975" y="42582"/>
                    </a:cubicBezTo>
                    <a:cubicBezTo>
                      <a:pt x="134591" y="42582"/>
                      <a:pt x="137523" y="45513"/>
                      <a:pt x="137523" y="49130"/>
                    </a:cubicBezTo>
                    <a:lnTo>
                      <a:pt x="137523" y="52404"/>
                    </a:lnTo>
                    <a:cubicBezTo>
                      <a:pt x="137523" y="61446"/>
                      <a:pt x="144853" y="68775"/>
                      <a:pt x="153894" y="68775"/>
                    </a:cubicBezTo>
                    <a:lnTo>
                      <a:pt x="157169" y="68775"/>
                    </a:lnTo>
                    <a:cubicBezTo>
                      <a:pt x="160785" y="68775"/>
                      <a:pt x="163717" y="71707"/>
                      <a:pt x="163717" y="75324"/>
                    </a:cubicBezTo>
                    <a:close/>
                    <a:moveTo>
                      <a:pt x="42571" y="81872"/>
                    </a:moveTo>
                    <a:lnTo>
                      <a:pt x="39297" y="81872"/>
                    </a:lnTo>
                    <a:cubicBezTo>
                      <a:pt x="35680" y="81872"/>
                      <a:pt x="32748" y="78940"/>
                      <a:pt x="32748" y="75324"/>
                    </a:cubicBezTo>
                    <a:cubicBezTo>
                      <a:pt x="32748" y="71707"/>
                      <a:pt x="35680" y="68775"/>
                      <a:pt x="39297" y="68775"/>
                    </a:cubicBezTo>
                    <a:lnTo>
                      <a:pt x="42571" y="68775"/>
                    </a:lnTo>
                    <a:cubicBezTo>
                      <a:pt x="51612" y="68775"/>
                      <a:pt x="58942" y="61446"/>
                      <a:pt x="58942" y="52404"/>
                    </a:cubicBezTo>
                    <a:lnTo>
                      <a:pt x="58942" y="49130"/>
                    </a:lnTo>
                    <a:cubicBezTo>
                      <a:pt x="58942" y="45513"/>
                      <a:pt x="61874" y="42582"/>
                      <a:pt x="65491" y="42582"/>
                    </a:cubicBezTo>
                    <a:cubicBezTo>
                      <a:pt x="69107" y="42582"/>
                      <a:pt x="72039" y="45513"/>
                      <a:pt x="72039" y="49130"/>
                    </a:cubicBezTo>
                    <a:lnTo>
                      <a:pt x="72039" y="52404"/>
                    </a:lnTo>
                    <a:cubicBezTo>
                      <a:pt x="72039" y="68679"/>
                      <a:pt x="58846" y="81872"/>
                      <a:pt x="42571" y="81872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470660" y="3337560"/>
              <a:ext cx="13914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ReAct Agent 核心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74470" y="3579495"/>
              <a:ext cx="3479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create_react_agent · ChatOpenAI · stream_mode="values"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095750" y="3171825"/>
              <a:ext cx="3429000" cy="571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4241296" y="3345915"/>
              <a:ext cx="178352" cy="178383"/>
              <a:chOff x="4241296" y="3345915"/>
              <a:chExt cx="178352" cy="17838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4255294" y="3359944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130969" y="65484"/>
                    </a:moveTo>
                    <a:cubicBezTo>
                      <a:pt x="130969" y="101650"/>
                      <a:pt x="101650" y="130969"/>
                      <a:pt x="65484" y="130969"/>
                    </a:cubicBezTo>
                    <a:cubicBezTo>
                      <a:pt x="29318" y="130969"/>
                      <a:pt x="0" y="101650"/>
                      <a:pt x="0" y="65484"/>
                    </a:cubicBezTo>
                    <a:cubicBezTo>
                      <a:pt x="0" y="29318"/>
                      <a:pt x="29318" y="0"/>
                      <a:pt x="65484" y="0"/>
                    </a:cubicBezTo>
                    <a:cubicBezTo>
                      <a:pt x="101650" y="0"/>
                      <a:pt x="130969" y="29318"/>
                      <a:pt x="130969" y="6548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241296" y="3345915"/>
                <a:ext cx="178352" cy="178383"/>
              </a:xfrm>
              <a:custGeom>
                <a:avLst/>
                <a:gdLst/>
                <a:ahLst/>
                <a:cxnLst/>
                <a:rect l="l" t="t" r="r" b="b"/>
                <a:pathLst>
                  <a:path w="178352" h="178383">
                    <a:moveTo>
                      <a:pt x="175793" y="166558"/>
                    </a:moveTo>
                    <a:lnTo>
                      <a:pt x="134816" y="125581"/>
                    </a:lnTo>
                    <a:cubicBezTo>
                      <a:pt x="159537" y="95932"/>
                      <a:pt x="156565" y="52083"/>
                      <a:pt x="128069" y="26042"/>
                    </a:cubicBezTo>
                    <a:cubicBezTo>
                      <a:pt x="99573" y="0"/>
                      <a:pt x="55634" y="978"/>
                      <a:pt x="28326" y="28263"/>
                    </a:cubicBezTo>
                    <a:cubicBezTo>
                      <a:pt x="1017" y="55547"/>
                      <a:pt x="0" y="99485"/>
                      <a:pt x="26016" y="128004"/>
                    </a:cubicBezTo>
                    <a:cubicBezTo>
                      <a:pt x="52033" y="156523"/>
                      <a:pt x="95879" y="159534"/>
                      <a:pt x="125550" y="134839"/>
                    </a:cubicBezTo>
                    <a:lnTo>
                      <a:pt x="166527" y="175824"/>
                    </a:lnTo>
                    <a:cubicBezTo>
                      <a:pt x="169086" y="178383"/>
                      <a:pt x="173234" y="178383"/>
                      <a:pt x="175793" y="175824"/>
                    </a:cubicBezTo>
                    <a:cubicBezTo>
                      <a:pt x="178352" y="173265"/>
                      <a:pt x="178352" y="169117"/>
                      <a:pt x="175793" y="166558"/>
                    </a:cubicBezTo>
                    <a:close/>
                    <a:moveTo>
                      <a:pt x="20546" y="79513"/>
                    </a:moveTo>
                    <a:cubicBezTo>
                      <a:pt x="20546" y="46964"/>
                      <a:pt x="46932" y="20577"/>
                      <a:pt x="79482" y="20577"/>
                    </a:cubicBezTo>
                    <a:cubicBezTo>
                      <a:pt x="112031" y="20577"/>
                      <a:pt x="138418" y="46964"/>
                      <a:pt x="138418" y="79513"/>
                    </a:cubicBezTo>
                    <a:cubicBezTo>
                      <a:pt x="138418" y="112062"/>
                      <a:pt x="112031" y="138449"/>
                      <a:pt x="79482" y="138449"/>
                    </a:cubicBezTo>
                    <a:cubicBezTo>
                      <a:pt x="46947" y="138413"/>
                      <a:pt x="20582" y="112048"/>
                      <a:pt x="20546" y="79513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4520565" y="3353752"/>
              <a:ext cx="7176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retriever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64518" y="33618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文档语义检索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22470" y="3579495"/>
              <a:ext cx="23871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优先调用 · k=4 · 返回[来源:文件名(页码)]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715250" y="3171825"/>
              <a:ext cx="3429000" cy="571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867103" y="3352118"/>
              <a:ext cx="171401" cy="171536"/>
              <a:chOff x="7867103" y="3352118"/>
              <a:chExt cx="171401" cy="17153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867103" y="3352118"/>
                <a:ext cx="157486" cy="150017"/>
              </a:xfrm>
              <a:custGeom>
                <a:avLst/>
                <a:gdLst/>
                <a:ahLst/>
                <a:cxnLst/>
                <a:rect l="l" t="t" r="r" b="b"/>
                <a:pathLst>
                  <a:path w="157486" h="150017">
                    <a:moveTo>
                      <a:pt x="157486" y="119730"/>
                    </a:moveTo>
                    <a:cubicBezTo>
                      <a:pt x="151838" y="131771"/>
                      <a:pt x="143239" y="142189"/>
                      <a:pt x="132487" y="150017"/>
                    </a:cubicBezTo>
                    <a:lnTo>
                      <a:pt x="124826" y="142347"/>
                    </a:lnTo>
                    <a:cubicBezTo>
                      <a:pt x="124005" y="141523"/>
                      <a:pt x="122979" y="140933"/>
                      <a:pt x="121854" y="140636"/>
                    </a:cubicBezTo>
                    <a:lnTo>
                      <a:pt x="104280" y="136003"/>
                    </a:lnTo>
                    <a:cubicBezTo>
                      <a:pt x="101055" y="135155"/>
                      <a:pt x="98982" y="132018"/>
                      <a:pt x="99467" y="128718"/>
                    </a:cubicBezTo>
                    <a:lnTo>
                      <a:pt x="101415" y="115458"/>
                    </a:lnTo>
                    <a:cubicBezTo>
                      <a:pt x="101750" y="113183"/>
                      <a:pt x="103254" y="111250"/>
                      <a:pt x="105377" y="110366"/>
                    </a:cubicBezTo>
                    <a:lnTo>
                      <a:pt x="130310" y="100003"/>
                    </a:lnTo>
                    <a:cubicBezTo>
                      <a:pt x="132662" y="99027"/>
                      <a:pt x="135366" y="99503"/>
                      <a:pt x="137243" y="101223"/>
                    </a:cubicBezTo>
                    <a:close/>
                    <a:moveTo>
                      <a:pt x="112376" y="67580"/>
                    </a:moveTo>
                    <a:lnTo>
                      <a:pt x="130523" y="46462"/>
                    </a:lnTo>
                    <a:cubicBezTo>
                      <a:pt x="131543" y="45278"/>
                      <a:pt x="132106" y="43768"/>
                      <a:pt x="132111" y="42205"/>
                    </a:cubicBezTo>
                    <a:lnTo>
                      <a:pt x="132111" y="22560"/>
                    </a:lnTo>
                    <a:cubicBezTo>
                      <a:pt x="100744" y="0"/>
                      <a:pt x="57631" y="3590"/>
                      <a:pt x="30427" y="31026"/>
                    </a:cubicBezTo>
                    <a:cubicBezTo>
                      <a:pt x="3223" y="58462"/>
                      <a:pt x="0" y="101604"/>
                      <a:pt x="22826" y="132778"/>
                    </a:cubicBezTo>
                    <a:lnTo>
                      <a:pt x="30946" y="127441"/>
                    </a:lnTo>
                    <a:cubicBezTo>
                      <a:pt x="32772" y="126235"/>
                      <a:pt x="33875" y="124195"/>
                      <a:pt x="33884" y="122006"/>
                    </a:cubicBezTo>
                    <a:lnTo>
                      <a:pt x="34056" y="92350"/>
                    </a:lnTo>
                    <a:cubicBezTo>
                      <a:pt x="34065" y="91065"/>
                      <a:pt x="34449" y="89810"/>
                      <a:pt x="35161" y="88740"/>
                    </a:cubicBezTo>
                    <a:lnTo>
                      <a:pt x="52302" y="63119"/>
                    </a:lnTo>
                    <a:cubicBezTo>
                      <a:pt x="53295" y="61645"/>
                      <a:pt x="54845" y="60638"/>
                      <a:pt x="56595" y="60329"/>
                    </a:cubicBezTo>
                    <a:cubicBezTo>
                      <a:pt x="58346" y="60020"/>
                      <a:pt x="60147" y="60437"/>
                      <a:pt x="61584" y="61482"/>
                    </a:cubicBezTo>
                    <a:lnTo>
                      <a:pt x="77800" y="72123"/>
                    </a:lnTo>
                    <a:cubicBezTo>
                      <a:pt x="79165" y="73107"/>
                      <a:pt x="80855" y="73531"/>
                      <a:pt x="82523" y="73310"/>
                    </a:cubicBezTo>
                    <a:lnTo>
                      <a:pt x="108275" y="69823"/>
                    </a:lnTo>
                    <a:cubicBezTo>
                      <a:pt x="109871" y="69605"/>
                      <a:pt x="111331" y="68807"/>
                      <a:pt x="112376" y="6758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868245" y="3353395"/>
                <a:ext cx="170259" cy="170259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70259">
                    <a:moveTo>
                      <a:pt x="85130" y="0"/>
                    </a:moveTo>
                    <a:cubicBezTo>
                      <a:pt x="38114" y="0"/>
                      <a:pt x="0" y="38114"/>
                      <a:pt x="0" y="85130"/>
                    </a:cubicBezTo>
                    <a:cubicBezTo>
                      <a:pt x="0" y="132146"/>
                      <a:pt x="38114" y="170259"/>
                      <a:pt x="85130" y="170259"/>
                    </a:cubicBezTo>
                    <a:cubicBezTo>
                      <a:pt x="132146" y="170259"/>
                      <a:pt x="170259" y="132146"/>
                      <a:pt x="170259" y="85130"/>
                    </a:cubicBezTo>
                    <a:cubicBezTo>
                      <a:pt x="170210" y="38134"/>
                      <a:pt x="132125" y="50"/>
                      <a:pt x="85130" y="0"/>
                    </a:cubicBezTo>
                    <a:close/>
                    <a:moveTo>
                      <a:pt x="85130" y="13097"/>
                    </a:moveTo>
                    <a:cubicBezTo>
                      <a:pt x="99086" y="13082"/>
                      <a:pt x="112742" y="17145"/>
                      <a:pt x="124420" y="24786"/>
                    </a:cubicBezTo>
                    <a:lnTo>
                      <a:pt x="124420" y="40928"/>
                    </a:lnTo>
                    <a:lnTo>
                      <a:pt x="106273" y="61997"/>
                    </a:lnTo>
                    <a:lnTo>
                      <a:pt x="80513" y="65484"/>
                    </a:lnTo>
                    <a:lnTo>
                      <a:pt x="80259" y="65304"/>
                    </a:lnTo>
                    <a:lnTo>
                      <a:pt x="64158" y="54778"/>
                    </a:lnTo>
                    <a:cubicBezTo>
                      <a:pt x="61274" y="52746"/>
                      <a:pt x="57693" y="51964"/>
                      <a:pt x="54225" y="52608"/>
                    </a:cubicBezTo>
                    <a:cubicBezTo>
                      <a:pt x="50757" y="53252"/>
                      <a:pt x="47695" y="55268"/>
                      <a:pt x="45733" y="58199"/>
                    </a:cubicBezTo>
                    <a:lnTo>
                      <a:pt x="28592" y="83820"/>
                    </a:lnTo>
                    <a:cubicBezTo>
                      <a:pt x="27164" y="85955"/>
                      <a:pt x="26396" y="88463"/>
                      <a:pt x="26382" y="91031"/>
                    </a:cubicBezTo>
                    <a:lnTo>
                      <a:pt x="26194" y="120688"/>
                    </a:lnTo>
                    <a:lnTo>
                      <a:pt x="23517" y="122448"/>
                    </a:lnTo>
                    <a:cubicBezTo>
                      <a:pt x="10045" y="100204"/>
                      <a:pt x="9607" y="72426"/>
                      <a:pt x="22373" y="49770"/>
                    </a:cubicBezTo>
                    <a:cubicBezTo>
                      <a:pt x="35138" y="27114"/>
                      <a:pt x="59125" y="13097"/>
                      <a:pt x="85130" y="13097"/>
                    </a:cubicBezTo>
                    <a:close/>
                    <a:moveTo>
                      <a:pt x="31342" y="132991"/>
                    </a:moveTo>
                    <a:lnTo>
                      <a:pt x="33405" y="131640"/>
                    </a:lnTo>
                    <a:cubicBezTo>
                      <a:pt x="37064" y="129227"/>
                      <a:pt x="39273" y="125144"/>
                      <a:pt x="39291" y="120761"/>
                    </a:cubicBezTo>
                    <a:lnTo>
                      <a:pt x="39463" y="91105"/>
                    </a:lnTo>
                    <a:lnTo>
                      <a:pt x="56619" y="65484"/>
                    </a:lnTo>
                    <a:cubicBezTo>
                      <a:pt x="56703" y="65549"/>
                      <a:pt x="56791" y="65609"/>
                      <a:pt x="56881" y="65664"/>
                    </a:cubicBezTo>
                    <a:lnTo>
                      <a:pt x="72982" y="76199"/>
                    </a:lnTo>
                    <a:cubicBezTo>
                      <a:pt x="75681" y="78104"/>
                      <a:pt x="79001" y="78914"/>
                      <a:pt x="82273" y="78467"/>
                    </a:cubicBezTo>
                    <a:lnTo>
                      <a:pt x="108049" y="74971"/>
                    </a:lnTo>
                    <a:cubicBezTo>
                      <a:pt x="111228" y="74547"/>
                      <a:pt x="114140" y="72972"/>
                      <a:pt x="116235" y="70543"/>
                    </a:cubicBezTo>
                    <a:lnTo>
                      <a:pt x="134382" y="49457"/>
                    </a:lnTo>
                    <a:cubicBezTo>
                      <a:pt x="136412" y="47079"/>
                      <a:pt x="137524" y="44054"/>
                      <a:pt x="137517" y="40928"/>
                    </a:cubicBezTo>
                    <a:lnTo>
                      <a:pt x="137517" y="35746"/>
                    </a:lnTo>
                    <a:cubicBezTo>
                      <a:pt x="155558" y="54833"/>
                      <a:pt x="161761" y="82235"/>
                      <a:pt x="153700" y="107231"/>
                    </a:cubicBezTo>
                    <a:lnTo>
                      <a:pt x="140489" y="95149"/>
                    </a:lnTo>
                    <a:cubicBezTo>
                      <a:pt x="136739" y="91707"/>
                      <a:pt x="131335" y="90749"/>
                      <a:pt x="126630" y="92693"/>
                    </a:cubicBezTo>
                    <a:lnTo>
                      <a:pt x="101697" y="103048"/>
                    </a:lnTo>
                    <a:cubicBezTo>
                      <a:pt x="97457" y="104828"/>
                      <a:pt x="94453" y="108691"/>
                      <a:pt x="93774" y="113239"/>
                    </a:cubicBezTo>
                    <a:lnTo>
                      <a:pt x="91817" y="126491"/>
                    </a:lnTo>
                    <a:cubicBezTo>
                      <a:pt x="90844" y="133096"/>
                      <a:pt x="94994" y="139376"/>
                      <a:pt x="101452" y="141070"/>
                    </a:cubicBezTo>
                    <a:lnTo>
                      <a:pt x="119018" y="145703"/>
                    </a:lnTo>
                    <a:lnTo>
                      <a:pt x="120950" y="147643"/>
                    </a:lnTo>
                    <a:cubicBezTo>
                      <a:pt x="91382" y="164607"/>
                      <a:pt x="53967" y="158490"/>
                      <a:pt x="31342" y="132991"/>
                    </a:cubicBezTo>
                    <a:close/>
                    <a:moveTo>
                      <a:pt x="131787" y="139973"/>
                    </a:moveTo>
                    <a:lnTo>
                      <a:pt x="128268" y="136445"/>
                    </a:lnTo>
                    <a:cubicBezTo>
                      <a:pt x="126626" y="134797"/>
                      <a:pt x="124574" y="133616"/>
                      <a:pt x="122325" y="133023"/>
                    </a:cubicBezTo>
                    <a:lnTo>
                      <a:pt x="104775" y="128390"/>
                    </a:lnTo>
                    <a:lnTo>
                      <a:pt x="106731" y="115138"/>
                    </a:lnTo>
                    <a:lnTo>
                      <a:pt x="131656" y="104775"/>
                    </a:lnTo>
                    <a:lnTo>
                      <a:pt x="148158" y="119902"/>
                    </a:lnTo>
                    <a:cubicBezTo>
                      <a:pt x="143952" y="127522"/>
                      <a:pt x="138407" y="134321"/>
                      <a:pt x="131787" y="139973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140065" y="3353752"/>
              <a:ext cx="8646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web_search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79268" y="33618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联网回退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41970" y="3579495"/>
              <a:ext cx="22251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html/lite · 失败后禁止重试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47750" y="3857625"/>
              <a:ext cx="4000500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190450" y="4037226"/>
              <a:ext cx="189754" cy="174408"/>
              <a:chOff x="1190450" y="4037226"/>
              <a:chExt cx="189754" cy="174408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1256456" y="4085133"/>
                <a:ext cx="117036" cy="120050"/>
              </a:xfrm>
              <a:custGeom>
                <a:avLst/>
                <a:gdLst/>
                <a:ahLst/>
                <a:cxnLst/>
                <a:rect l="l" t="t" r="r" b="b"/>
                <a:pathLst>
                  <a:path w="117036" h="120050">
                    <a:moveTo>
                      <a:pt x="114352" y="111504"/>
                    </a:moveTo>
                    <a:cubicBezTo>
                      <a:pt x="114843" y="113219"/>
                      <a:pt x="114365" y="115067"/>
                      <a:pt x="113103" y="116328"/>
                    </a:cubicBezTo>
                    <a:cubicBezTo>
                      <a:pt x="111841" y="117590"/>
                      <a:pt x="109994" y="118069"/>
                      <a:pt x="108278" y="117577"/>
                    </a:cubicBezTo>
                    <a:lnTo>
                      <a:pt x="83828" y="110595"/>
                    </a:lnTo>
                    <a:cubicBezTo>
                      <a:pt x="68650" y="118859"/>
                      <a:pt x="50611" y="120050"/>
                      <a:pt x="34478" y="113852"/>
                    </a:cubicBezTo>
                    <a:cubicBezTo>
                      <a:pt x="18345" y="107655"/>
                      <a:pt x="5742" y="94693"/>
                      <a:pt x="0" y="78393"/>
                    </a:cubicBezTo>
                    <a:lnTo>
                      <a:pt x="0" y="78393"/>
                    </a:lnTo>
                    <a:cubicBezTo>
                      <a:pt x="1064" y="78450"/>
                      <a:pt x="2136" y="78483"/>
                      <a:pt x="3217" y="78483"/>
                    </a:cubicBezTo>
                    <a:cubicBezTo>
                      <a:pt x="22332" y="78484"/>
                      <a:pt x="40261" y="69215"/>
                      <a:pt x="51311" y="53618"/>
                    </a:cubicBezTo>
                    <a:cubicBezTo>
                      <a:pt x="62361" y="38021"/>
                      <a:pt x="65161" y="18033"/>
                      <a:pt x="58821" y="0"/>
                    </a:cubicBezTo>
                    <a:lnTo>
                      <a:pt x="58821" y="0"/>
                    </a:lnTo>
                    <a:cubicBezTo>
                      <a:pt x="79018" y="1102"/>
                      <a:pt x="97239" y="12485"/>
                      <a:pt x="107087" y="30152"/>
                    </a:cubicBezTo>
                    <a:cubicBezTo>
                      <a:pt x="116936" y="47819"/>
                      <a:pt x="117036" y="69303"/>
                      <a:pt x="107353" y="8706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190450" y="4037226"/>
                <a:ext cx="189754" cy="174408"/>
              </a:xfrm>
              <a:custGeom>
                <a:avLst/>
                <a:gdLst/>
                <a:ahLst/>
                <a:cxnLst/>
                <a:rect l="l" t="t" r="r" b="b"/>
                <a:pathLst>
                  <a:path w="189754" h="174408">
                    <a:moveTo>
                      <a:pt x="180383" y="135664"/>
                    </a:moveTo>
                    <a:cubicBezTo>
                      <a:pt x="189754" y="116614"/>
                      <a:pt x="189309" y="94204"/>
                      <a:pt x="179189" y="75542"/>
                    </a:cubicBezTo>
                    <a:cubicBezTo>
                      <a:pt x="169069" y="56879"/>
                      <a:pt x="150530" y="44281"/>
                      <a:pt x="129453" y="41743"/>
                    </a:cubicBezTo>
                    <a:cubicBezTo>
                      <a:pt x="120074" y="19881"/>
                      <a:pt x="99578" y="4824"/>
                      <a:pt x="75912" y="2412"/>
                    </a:cubicBezTo>
                    <a:cubicBezTo>
                      <a:pt x="52245" y="0"/>
                      <a:pt x="29133" y="10612"/>
                      <a:pt x="15537" y="30132"/>
                    </a:cubicBezTo>
                    <a:cubicBezTo>
                      <a:pt x="1941" y="49653"/>
                      <a:pt x="0" y="75011"/>
                      <a:pt x="10467" y="96373"/>
                    </a:cubicBezTo>
                    <a:lnTo>
                      <a:pt x="4197" y="118327"/>
                    </a:lnTo>
                    <a:cubicBezTo>
                      <a:pt x="3058" y="122326"/>
                      <a:pt x="4175" y="126629"/>
                      <a:pt x="7115" y="129570"/>
                    </a:cubicBezTo>
                    <a:cubicBezTo>
                      <a:pt x="10056" y="132510"/>
                      <a:pt x="14359" y="133627"/>
                      <a:pt x="18358" y="132488"/>
                    </a:cubicBezTo>
                    <a:lnTo>
                      <a:pt x="40312" y="126218"/>
                    </a:lnTo>
                    <a:cubicBezTo>
                      <a:pt x="46937" y="129470"/>
                      <a:pt x="54062" y="131582"/>
                      <a:pt x="61390" y="132463"/>
                    </a:cubicBezTo>
                    <a:cubicBezTo>
                      <a:pt x="68448" y="149001"/>
                      <a:pt x="81997" y="161909"/>
                      <a:pt x="98857" y="168158"/>
                    </a:cubicBezTo>
                    <a:cubicBezTo>
                      <a:pt x="115718" y="174408"/>
                      <a:pt x="134406" y="173450"/>
                      <a:pt x="150538" y="165508"/>
                    </a:cubicBezTo>
                    <a:lnTo>
                      <a:pt x="172492" y="171778"/>
                    </a:lnTo>
                    <a:cubicBezTo>
                      <a:pt x="176492" y="172918"/>
                      <a:pt x="180795" y="171801"/>
                      <a:pt x="183735" y="168860"/>
                    </a:cubicBezTo>
                    <a:cubicBezTo>
                      <a:pt x="186676" y="165920"/>
                      <a:pt x="187792" y="161617"/>
                      <a:pt x="186653" y="157617"/>
                    </a:cubicBezTo>
                    <a:close/>
                    <a:moveTo>
                      <a:pt x="41016" y="112662"/>
                    </a:moveTo>
                    <a:cubicBezTo>
                      <a:pt x="40407" y="112662"/>
                      <a:pt x="39801" y="112745"/>
                      <a:pt x="39215" y="112908"/>
                    </a:cubicBezTo>
                    <a:lnTo>
                      <a:pt x="17597" y="119088"/>
                    </a:lnTo>
                    <a:lnTo>
                      <a:pt x="23777" y="97470"/>
                    </a:lnTo>
                    <a:cubicBezTo>
                      <a:pt x="24240" y="95823"/>
                      <a:pt x="24040" y="94060"/>
                      <a:pt x="23220" y="92559"/>
                    </a:cubicBezTo>
                    <a:cubicBezTo>
                      <a:pt x="10773" y="69707"/>
                      <a:pt x="17002" y="41181"/>
                      <a:pt x="37842" y="25598"/>
                    </a:cubicBezTo>
                    <a:cubicBezTo>
                      <a:pt x="58682" y="10014"/>
                      <a:pt x="87804" y="12105"/>
                      <a:pt x="106205" y="30505"/>
                    </a:cubicBezTo>
                    <a:cubicBezTo>
                      <a:pt x="124605" y="48905"/>
                      <a:pt x="126696" y="78028"/>
                      <a:pt x="111112" y="98868"/>
                    </a:cubicBezTo>
                    <a:cubicBezTo>
                      <a:pt x="95528" y="119708"/>
                      <a:pt x="67003" y="125936"/>
                      <a:pt x="44151" y="113489"/>
                    </a:cubicBezTo>
                    <a:cubicBezTo>
                      <a:pt x="43193" y="112953"/>
                      <a:pt x="42114" y="112669"/>
                      <a:pt x="41016" y="112662"/>
                    </a:cubicBezTo>
                    <a:close/>
                    <a:moveTo>
                      <a:pt x="167073" y="136761"/>
                    </a:moveTo>
                    <a:lnTo>
                      <a:pt x="173253" y="158379"/>
                    </a:lnTo>
                    <a:lnTo>
                      <a:pt x="151635" y="152199"/>
                    </a:lnTo>
                    <a:cubicBezTo>
                      <a:pt x="149988" y="151735"/>
                      <a:pt x="148226" y="151935"/>
                      <a:pt x="146724" y="152755"/>
                    </a:cubicBezTo>
                    <a:cubicBezTo>
                      <a:pt x="121611" y="166418"/>
                      <a:pt x="90183" y="157446"/>
                      <a:pt x="76066" y="132586"/>
                    </a:cubicBezTo>
                    <a:cubicBezTo>
                      <a:pt x="94194" y="130698"/>
                      <a:pt x="110712" y="121335"/>
                      <a:pt x="121643" y="106751"/>
                    </a:cubicBezTo>
                    <a:cubicBezTo>
                      <a:pt x="132574" y="92167"/>
                      <a:pt x="136926" y="73685"/>
                      <a:pt x="133652" y="55756"/>
                    </a:cubicBezTo>
                    <a:cubicBezTo>
                      <a:pt x="149557" y="59505"/>
                      <a:pt x="162803" y="70461"/>
                      <a:pt x="169467" y="85381"/>
                    </a:cubicBezTo>
                    <a:cubicBezTo>
                      <a:pt x="176132" y="100302"/>
                      <a:pt x="175452" y="117477"/>
                      <a:pt x="167630" y="131825"/>
                    </a:cubicBezTo>
                    <a:cubicBezTo>
                      <a:pt x="166803" y="133333"/>
                      <a:pt x="166603" y="135106"/>
                      <a:pt x="167073" y="136761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471612" y="40314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对话记忆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654618" y="4047649"/>
              <a:ext cx="257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ConversationBufferWindowMemory · k=4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238750" y="3857625"/>
              <a:ext cx="4000500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5385197" y="4032647"/>
              <a:ext cx="183356" cy="183356"/>
              <a:chOff x="5385197" y="4032647"/>
              <a:chExt cx="183356" cy="18335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5411391" y="4058841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124420" y="0"/>
                    </a:moveTo>
                    <a:lnTo>
                      <a:pt x="6548" y="0"/>
                    </a:lnTo>
                    <a:cubicBezTo>
                      <a:pt x="2932" y="0"/>
                      <a:pt x="0" y="2932"/>
                      <a:pt x="0" y="6548"/>
                    </a:cubicBezTo>
                    <a:lnTo>
                      <a:pt x="0" y="124420"/>
                    </a:lnTo>
                    <a:cubicBezTo>
                      <a:pt x="0" y="128037"/>
                      <a:pt x="2932" y="130969"/>
                      <a:pt x="6548" y="130969"/>
                    </a:cubicBezTo>
                    <a:lnTo>
                      <a:pt x="124420" y="130969"/>
                    </a:lnTo>
                    <a:cubicBezTo>
                      <a:pt x="128037" y="130969"/>
                      <a:pt x="130969" y="128037"/>
                      <a:pt x="130969" y="124420"/>
                    </a:cubicBezTo>
                    <a:lnTo>
                      <a:pt x="130969" y="6548"/>
                    </a:lnTo>
                    <a:cubicBezTo>
                      <a:pt x="130969" y="2932"/>
                      <a:pt x="128037" y="0"/>
                      <a:pt x="124420" y="0"/>
                    </a:cubicBezTo>
                    <a:close/>
                    <a:moveTo>
                      <a:pt x="85130" y="85130"/>
                    </a:moveTo>
                    <a:lnTo>
                      <a:pt x="45839" y="85130"/>
                    </a:lnTo>
                    <a:lnTo>
                      <a:pt x="45839" y="45839"/>
                    </a:lnTo>
                    <a:lnTo>
                      <a:pt x="85130" y="45839"/>
                    </a:ln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5385197" y="4032647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111323" y="65484"/>
                    </a:moveTo>
                    <a:lnTo>
                      <a:pt x="72033" y="65484"/>
                    </a:lnTo>
                    <a:cubicBezTo>
                      <a:pt x="68416" y="65484"/>
                      <a:pt x="65484" y="68416"/>
                      <a:pt x="65484" y="72033"/>
                    </a:cubicBezTo>
                    <a:lnTo>
                      <a:pt x="65484" y="111323"/>
                    </a:lnTo>
                    <a:cubicBezTo>
                      <a:pt x="65484" y="114940"/>
                      <a:pt x="68416" y="117872"/>
                      <a:pt x="72033" y="117872"/>
                    </a:cubicBezTo>
                    <a:lnTo>
                      <a:pt x="111323" y="117872"/>
                    </a:lnTo>
                    <a:cubicBezTo>
                      <a:pt x="114940" y="117872"/>
                      <a:pt x="117872" y="114940"/>
                      <a:pt x="117872" y="111323"/>
                    </a:cubicBezTo>
                    <a:lnTo>
                      <a:pt x="117872" y="72033"/>
                    </a:lnTo>
                    <a:cubicBezTo>
                      <a:pt x="117872" y="68416"/>
                      <a:pt x="114940" y="65484"/>
                      <a:pt x="111323" y="65484"/>
                    </a:cubicBezTo>
                    <a:close/>
                    <a:moveTo>
                      <a:pt x="104775" y="104775"/>
                    </a:moveTo>
                    <a:lnTo>
                      <a:pt x="78581" y="104775"/>
                    </a:lnTo>
                    <a:lnTo>
                      <a:pt x="78581" y="78581"/>
                    </a:lnTo>
                    <a:lnTo>
                      <a:pt x="104775" y="78581"/>
                    </a:lnTo>
                    <a:close/>
                    <a:moveTo>
                      <a:pt x="176808" y="104775"/>
                    </a:moveTo>
                    <a:lnTo>
                      <a:pt x="163711" y="104775"/>
                    </a:lnTo>
                    <a:lnTo>
                      <a:pt x="163711" y="78581"/>
                    </a:lnTo>
                    <a:lnTo>
                      <a:pt x="176808" y="78581"/>
                    </a:lnTo>
                    <a:cubicBezTo>
                      <a:pt x="180424" y="78581"/>
                      <a:pt x="183356" y="75649"/>
                      <a:pt x="183356" y="72033"/>
                    </a:cubicBezTo>
                    <a:cubicBezTo>
                      <a:pt x="183356" y="68416"/>
                      <a:pt x="180424" y="65484"/>
                      <a:pt x="176808" y="65484"/>
                    </a:cubicBezTo>
                    <a:lnTo>
                      <a:pt x="163711" y="65484"/>
                    </a:lnTo>
                    <a:lnTo>
                      <a:pt x="163711" y="32742"/>
                    </a:lnTo>
                    <a:cubicBezTo>
                      <a:pt x="163711" y="25509"/>
                      <a:pt x="157847" y="19645"/>
                      <a:pt x="150614" y="19645"/>
                    </a:cubicBezTo>
                    <a:lnTo>
                      <a:pt x="117872" y="19645"/>
                    </a:lnTo>
                    <a:lnTo>
                      <a:pt x="117872" y="6548"/>
                    </a:lnTo>
                    <a:cubicBezTo>
                      <a:pt x="117872" y="2932"/>
                      <a:pt x="114940" y="0"/>
                      <a:pt x="111323" y="0"/>
                    </a:cubicBezTo>
                    <a:cubicBezTo>
                      <a:pt x="107707" y="0"/>
                      <a:pt x="104775" y="2932"/>
                      <a:pt x="104775" y="6548"/>
                    </a:cubicBezTo>
                    <a:lnTo>
                      <a:pt x="104775" y="19645"/>
                    </a:lnTo>
                    <a:lnTo>
                      <a:pt x="78581" y="19645"/>
                    </a:lnTo>
                    <a:lnTo>
                      <a:pt x="78581" y="6548"/>
                    </a:lnTo>
                    <a:cubicBezTo>
                      <a:pt x="78581" y="2932"/>
                      <a:pt x="75649" y="0"/>
                      <a:pt x="72033" y="0"/>
                    </a:cubicBezTo>
                    <a:cubicBezTo>
                      <a:pt x="68416" y="0"/>
                      <a:pt x="65484" y="2932"/>
                      <a:pt x="65484" y="6548"/>
                    </a:cubicBezTo>
                    <a:lnTo>
                      <a:pt x="65484" y="19645"/>
                    </a:lnTo>
                    <a:lnTo>
                      <a:pt x="32742" y="19645"/>
                    </a:lnTo>
                    <a:cubicBezTo>
                      <a:pt x="25509" y="19645"/>
                      <a:pt x="19645" y="25509"/>
                      <a:pt x="19645" y="32742"/>
                    </a:cubicBezTo>
                    <a:lnTo>
                      <a:pt x="19645" y="65484"/>
                    </a:lnTo>
                    <a:lnTo>
                      <a:pt x="6548" y="65484"/>
                    </a:lnTo>
                    <a:cubicBezTo>
                      <a:pt x="2932" y="65484"/>
                      <a:pt x="0" y="68416"/>
                      <a:pt x="0" y="72033"/>
                    </a:cubicBezTo>
                    <a:cubicBezTo>
                      <a:pt x="0" y="75649"/>
                      <a:pt x="2932" y="78581"/>
                      <a:pt x="6548" y="78581"/>
                    </a:cubicBezTo>
                    <a:lnTo>
                      <a:pt x="19645" y="78581"/>
                    </a:lnTo>
                    <a:lnTo>
                      <a:pt x="19645" y="104775"/>
                    </a:lnTo>
                    <a:lnTo>
                      <a:pt x="6548" y="104775"/>
                    </a:lnTo>
                    <a:cubicBezTo>
                      <a:pt x="2932" y="104775"/>
                      <a:pt x="0" y="107707"/>
                      <a:pt x="0" y="111323"/>
                    </a:cubicBezTo>
                    <a:cubicBezTo>
                      <a:pt x="0" y="114940"/>
                      <a:pt x="2932" y="117872"/>
                      <a:pt x="6548" y="117872"/>
                    </a:cubicBezTo>
                    <a:lnTo>
                      <a:pt x="19645" y="117872"/>
                    </a:lnTo>
                    <a:lnTo>
                      <a:pt x="19645" y="150614"/>
                    </a:lnTo>
                    <a:cubicBezTo>
                      <a:pt x="19645" y="157847"/>
                      <a:pt x="25509" y="163711"/>
                      <a:pt x="32742" y="163711"/>
                    </a:cubicBezTo>
                    <a:lnTo>
                      <a:pt x="65484" y="163711"/>
                    </a:lnTo>
                    <a:lnTo>
                      <a:pt x="65484" y="176808"/>
                    </a:lnTo>
                    <a:cubicBezTo>
                      <a:pt x="65484" y="180424"/>
                      <a:pt x="68416" y="183356"/>
                      <a:pt x="72033" y="183356"/>
                    </a:cubicBezTo>
                    <a:cubicBezTo>
                      <a:pt x="75649" y="183356"/>
                      <a:pt x="78581" y="180424"/>
                      <a:pt x="78581" y="176808"/>
                    </a:cubicBezTo>
                    <a:lnTo>
                      <a:pt x="78581" y="163711"/>
                    </a:lnTo>
                    <a:lnTo>
                      <a:pt x="104775" y="163711"/>
                    </a:lnTo>
                    <a:lnTo>
                      <a:pt x="104775" y="176808"/>
                    </a:lnTo>
                    <a:cubicBezTo>
                      <a:pt x="104775" y="180424"/>
                      <a:pt x="107707" y="183356"/>
                      <a:pt x="111323" y="183356"/>
                    </a:cubicBezTo>
                    <a:cubicBezTo>
                      <a:pt x="114940" y="183356"/>
                      <a:pt x="117872" y="180424"/>
                      <a:pt x="117872" y="176808"/>
                    </a:cubicBezTo>
                    <a:lnTo>
                      <a:pt x="117872" y="163711"/>
                    </a:lnTo>
                    <a:lnTo>
                      <a:pt x="150614" y="163711"/>
                    </a:lnTo>
                    <a:cubicBezTo>
                      <a:pt x="157847" y="163711"/>
                      <a:pt x="163711" y="157847"/>
                      <a:pt x="163711" y="150614"/>
                    </a:cubicBezTo>
                    <a:lnTo>
                      <a:pt x="163711" y="117872"/>
                    </a:lnTo>
                    <a:lnTo>
                      <a:pt x="176808" y="117872"/>
                    </a:lnTo>
                    <a:cubicBezTo>
                      <a:pt x="180424" y="117872"/>
                      <a:pt x="183356" y="114940"/>
                      <a:pt x="183356" y="111323"/>
                    </a:cubicBezTo>
                    <a:cubicBezTo>
                      <a:pt x="183356" y="107707"/>
                      <a:pt x="180424" y="104775"/>
                      <a:pt x="176808" y="104775"/>
                    </a:cubicBezTo>
                    <a:close/>
                    <a:moveTo>
                      <a:pt x="150614" y="150614"/>
                    </a:moveTo>
                    <a:lnTo>
                      <a:pt x="32742" y="150614"/>
                    </a:lnTo>
                    <a:lnTo>
                      <a:pt x="32742" y="32742"/>
                    </a:lnTo>
                    <a:lnTo>
                      <a:pt x="150614" y="32742"/>
                    </a:lnTo>
                    <a:lnTo>
                      <a:pt x="150614" y="111217"/>
                    </a:lnTo>
                    <a:cubicBezTo>
                      <a:pt x="150614" y="111217"/>
                      <a:pt x="150614" y="111291"/>
                      <a:pt x="150614" y="111323"/>
                    </a:cubicBezTo>
                    <a:cubicBezTo>
                      <a:pt x="150614" y="111356"/>
                      <a:pt x="150614" y="111397"/>
                      <a:pt x="150614" y="111430"/>
                    </a:cubicBezTo>
                    <a:lnTo>
                      <a:pt x="150614" y="150614"/>
                    </a:ln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5662612" y="4031456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LLM 模型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45618" y="4047649"/>
              <a:ext cx="3288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DeepSeek-v4-pro · temperature=0.3 · /v1 endpoint</a:t>
              </a:r>
            </a:p>
          </p:txBody>
        </p:sp>
      </p:grpSp>
      <p:sp>
        <p:nvSpPr>
          <p:cNvPr id="78" name="Line 78"/>
          <p:cNvSpPr/>
          <p:nvPr/>
        </p:nvSpPr>
        <p:spPr>
          <a:xfrm>
            <a:off x="781050" y="445770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6C3FD4"/>
            </a:solidFill>
            <a:custDash>
              <a:ds d="266666" sp="200000"/>
            </a:custDash>
          </a:ln>
        </p:spPr>
      </p:sp>
      <p:grpSp>
        <p:nvGrpSpPr>
          <p:cNvPr id="108" name="Group 108"/>
          <p:cNvGrpSpPr/>
          <p:nvPr/>
        </p:nvGrpSpPr>
        <p:grpSpPr>
          <a:xfrm>
            <a:off x="762000" y="4629150"/>
            <a:ext cx="10668000" cy="1638300"/>
            <a:chOff x="762000" y="4629150"/>
            <a:chExt cx="10668000" cy="1638300"/>
          </a:xfrm>
        </p:grpSpPr>
        <p:sp>
          <p:nvSpPr>
            <p:cNvPr id="79" name="Rectangle 79"/>
            <p:cNvSpPr/>
            <p:nvPr/>
          </p:nvSpPr>
          <p:spPr>
            <a:xfrm>
              <a:off x="762000" y="4629150"/>
              <a:ext cx="10668000" cy="16383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62000" y="4629150"/>
              <a:ext cx="47625" cy="16383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09625" y="4629150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33462" y="4717256"/>
              <a:ext cx="11863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存储层 STORAGE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465070" y="4741545"/>
              <a:ext cx="2837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+ HuggingFace Embeddings + FileLoader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47750" y="5105400"/>
              <a:ext cx="323850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1266825" y="5317331"/>
              <a:ext cx="171450" cy="185738"/>
              <a:chOff x="1266825" y="5317331"/>
              <a:chExt cx="171450" cy="185738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1273969" y="5324475"/>
                <a:ext cx="157162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5725">
                    <a:moveTo>
                      <a:pt x="157162" y="42862"/>
                    </a:moveTo>
                    <a:cubicBezTo>
                      <a:pt x="157162" y="66535"/>
                      <a:pt x="121980" y="85725"/>
                      <a:pt x="78581" y="85725"/>
                    </a:cubicBezTo>
                    <a:cubicBezTo>
                      <a:pt x="35183" y="85725"/>
                      <a:pt x="0" y="66535"/>
                      <a:pt x="0" y="42862"/>
                    </a:cubicBezTo>
                    <a:cubicBezTo>
                      <a:pt x="0" y="19190"/>
                      <a:pt x="35183" y="0"/>
                      <a:pt x="78581" y="0"/>
                    </a:cubicBezTo>
                    <a:cubicBezTo>
                      <a:pt x="121980" y="0"/>
                      <a:pt x="157162" y="19190"/>
                      <a:pt x="157162" y="42862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1266825" y="5317331"/>
                <a:ext cx="171450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85738">
                    <a:moveTo>
                      <a:pt x="85725" y="0"/>
                    </a:moveTo>
                    <a:cubicBezTo>
                      <a:pt x="37656" y="0"/>
                      <a:pt x="0" y="21967"/>
                      <a:pt x="0" y="50006"/>
                    </a:cubicBezTo>
                    <a:lnTo>
                      <a:pt x="0" y="135731"/>
                    </a:lnTo>
                    <a:cubicBezTo>
                      <a:pt x="0" y="163770"/>
                      <a:pt x="37656" y="185738"/>
                      <a:pt x="85725" y="185738"/>
                    </a:cubicBezTo>
                    <a:cubicBezTo>
                      <a:pt x="133794" y="185738"/>
                      <a:pt x="171450" y="163770"/>
                      <a:pt x="171450" y="135731"/>
                    </a:cubicBezTo>
                    <a:lnTo>
                      <a:pt x="171450" y="50006"/>
                    </a:lnTo>
                    <a:cubicBezTo>
                      <a:pt x="171450" y="21967"/>
                      <a:pt x="133794" y="0"/>
                      <a:pt x="85725" y="0"/>
                    </a:cubicBezTo>
                    <a:close/>
                    <a:moveTo>
                      <a:pt x="157162" y="92869"/>
                    </a:moveTo>
                    <a:cubicBezTo>
                      <a:pt x="157162" y="101459"/>
                      <a:pt x="150126" y="110219"/>
                      <a:pt x="137865" y="116907"/>
                    </a:cubicBezTo>
                    <a:cubicBezTo>
                      <a:pt x="124060" y="124435"/>
                      <a:pt x="105540" y="128588"/>
                      <a:pt x="85725" y="128588"/>
                    </a:cubicBezTo>
                    <a:cubicBezTo>
                      <a:pt x="65910" y="128588"/>
                      <a:pt x="47390" y="124435"/>
                      <a:pt x="33585" y="116907"/>
                    </a:cubicBezTo>
                    <a:cubicBezTo>
                      <a:pt x="21324" y="110219"/>
                      <a:pt x="14288" y="101459"/>
                      <a:pt x="14288" y="92869"/>
                    </a:cubicBezTo>
                    <a:lnTo>
                      <a:pt x="14288" y="78010"/>
                    </a:lnTo>
                    <a:cubicBezTo>
                      <a:pt x="29522" y="91404"/>
                      <a:pt x="55569" y="100012"/>
                      <a:pt x="85725" y="100012"/>
                    </a:cubicBezTo>
                    <a:cubicBezTo>
                      <a:pt x="115881" y="100012"/>
                      <a:pt x="141928" y="91369"/>
                      <a:pt x="157162" y="78010"/>
                    </a:cubicBezTo>
                    <a:close/>
                    <a:moveTo>
                      <a:pt x="33585" y="25968"/>
                    </a:moveTo>
                    <a:cubicBezTo>
                      <a:pt x="47390" y="18440"/>
                      <a:pt x="65910" y="14288"/>
                      <a:pt x="85725" y="14288"/>
                    </a:cubicBezTo>
                    <a:cubicBezTo>
                      <a:pt x="105540" y="14288"/>
                      <a:pt x="124060" y="18440"/>
                      <a:pt x="137865" y="25968"/>
                    </a:cubicBezTo>
                    <a:cubicBezTo>
                      <a:pt x="150126" y="32656"/>
                      <a:pt x="157162" y="41416"/>
                      <a:pt x="157162" y="50006"/>
                    </a:cubicBezTo>
                    <a:cubicBezTo>
                      <a:pt x="157162" y="58597"/>
                      <a:pt x="150126" y="67357"/>
                      <a:pt x="137865" y="74045"/>
                    </a:cubicBezTo>
                    <a:cubicBezTo>
                      <a:pt x="124060" y="81573"/>
                      <a:pt x="105540" y="85725"/>
                      <a:pt x="85725" y="85725"/>
                    </a:cubicBezTo>
                    <a:cubicBezTo>
                      <a:pt x="65910" y="85725"/>
                      <a:pt x="47390" y="81573"/>
                      <a:pt x="33585" y="74045"/>
                    </a:cubicBezTo>
                    <a:cubicBezTo>
                      <a:pt x="21324" y="67357"/>
                      <a:pt x="14288" y="58597"/>
                      <a:pt x="14288" y="50006"/>
                    </a:cubicBezTo>
                    <a:cubicBezTo>
                      <a:pt x="14288" y="41416"/>
                      <a:pt x="21324" y="32656"/>
                      <a:pt x="33585" y="25968"/>
                    </a:cubicBezTo>
                    <a:close/>
                    <a:moveTo>
                      <a:pt x="137865" y="159770"/>
                    </a:moveTo>
                    <a:cubicBezTo>
                      <a:pt x="124060" y="167298"/>
                      <a:pt x="105540" y="171450"/>
                      <a:pt x="85725" y="171450"/>
                    </a:cubicBezTo>
                    <a:cubicBezTo>
                      <a:pt x="65910" y="171450"/>
                      <a:pt x="47390" y="167298"/>
                      <a:pt x="33585" y="159770"/>
                    </a:cubicBezTo>
                    <a:cubicBezTo>
                      <a:pt x="21324" y="153082"/>
                      <a:pt x="14288" y="144322"/>
                      <a:pt x="14288" y="135731"/>
                    </a:cubicBezTo>
                    <a:lnTo>
                      <a:pt x="14288" y="120872"/>
                    </a:lnTo>
                    <a:cubicBezTo>
                      <a:pt x="29522" y="134267"/>
                      <a:pt x="55569" y="142875"/>
                      <a:pt x="85725" y="142875"/>
                    </a:cubicBezTo>
                    <a:cubicBezTo>
                      <a:pt x="115881" y="142875"/>
                      <a:pt x="141928" y="134231"/>
                      <a:pt x="157162" y="120872"/>
                    </a:cubicBezTo>
                    <a:lnTo>
                      <a:pt x="157162" y="135731"/>
                    </a:lnTo>
                    <a:cubicBezTo>
                      <a:pt x="157162" y="144322"/>
                      <a:pt x="150126" y="153082"/>
                      <a:pt x="137865" y="159770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546860" y="5337810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225868" y="55906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懒加载初始化 · 相似度检索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225868" y="5781199"/>
              <a:ext cx="16499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去重: source+chunk_index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226820" y="5979795"/>
              <a:ext cx="10369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data/chroma_db/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476750" y="5105400"/>
              <a:ext cx="3238500" cy="1047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4681538" y="5310188"/>
              <a:ext cx="200025" cy="200025"/>
              <a:chOff x="4681538" y="5310188"/>
              <a:chExt cx="200025" cy="200025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4710112" y="53387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35731" y="0"/>
                    </a:moveTo>
                    <a:lnTo>
                      <a:pt x="7144" y="0"/>
                    </a:lnTo>
                    <a:cubicBezTo>
                      <a:pt x="3198" y="0"/>
                      <a:pt x="0" y="3198"/>
                      <a:pt x="0" y="7144"/>
                    </a:cubicBezTo>
                    <a:lnTo>
                      <a:pt x="0" y="135731"/>
                    </a:lnTo>
                    <a:cubicBezTo>
                      <a:pt x="0" y="139677"/>
                      <a:pt x="3198" y="142875"/>
                      <a:pt x="7144" y="142875"/>
                    </a:cubicBezTo>
                    <a:lnTo>
                      <a:pt x="135731" y="142875"/>
                    </a:lnTo>
                    <a:cubicBezTo>
                      <a:pt x="139677" y="142875"/>
                      <a:pt x="142875" y="139677"/>
                      <a:pt x="142875" y="135731"/>
                    </a:cubicBezTo>
                    <a:lnTo>
                      <a:pt x="142875" y="7144"/>
                    </a:lnTo>
                    <a:cubicBezTo>
                      <a:pt x="142875" y="3198"/>
                      <a:pt x="139677" y="0"/>
                      <a:pt x="135731" y="0"/>
                    </a:cubicBezTo>
                    <a:close/>
                    <a:moveTo>
                      <a:pt x="92869" y="92869"/>
                    </a:moveTo>
                    <a:lnTo>
                      <a:pt x="50006" y="92869"/>
                    </a:lnTo>
                    <a:lnTo>
                      <a:pt x="50006" y="50006"/>
                    </a:lnTo>
                    <a:lnTo>
                      <a:pt x="92869" y="50006"/>
                    </a:ln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4681538" y="53101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121444" y="71438"/>
                    </a:moveTo>
                    <a:lnTo>
                      <a:pt x="78581" y="71438"/>
                    </a:lnTo>
                    <a:cubicBezTo>
                      <a:pt x="74636" y="71438"/>
                      <a:pt x="71438" y="74636"/>
                      <a:pt x="71438" y="78581"/>
                    </a:cubicBezTo>
                    <a:lnTo>
                      <a:pt x="71438" y="121444"/>
                    </a:lnTo>
                    <a:cubicBezTo>
                      <a:pt x="71438" y="125389"/>
                      <a:pt x="74636" y="128588"/>
                      <a:pt x="78581" y="128588"/>
                    </a:cubicBezTo>
                    <a:lnTo>
                      <a:pt x="121444" y="128588"/>
                    </a:lnTo>
                    <a:cubicBezTo>
                      <a:pt x="125389" y="128588"/>
                      <a:pt x="128588" y="125389"/>
                      <a:pt x="128588" y="121444"/>
                    </a:cubicBezTo>
                    <a:lnTo>
                      <a:pt x="128588" y="78581"/>
                    </a:lnTo>
                    <a:cubicBezTo>
                      <a:pt x="128588" y="74636"/>
                      <a:pt x="125389" y="71438"/>
                      <a:pt x="121444" y="71438"/>
                    </a:cubicBezTo>
                    <a:close/>
                    <a:moveTo>
                      <a:pt x="114300" y="114300"/>
                    </a:moveTo>
                    <a:lnTo>
                      <a:pt x="85725" y="114300"/>
                    </a:lnTo>
                    <a:lnTo>
                      <a:pt x="85725" y="85725"/>
                    </a:lnTo>
                    <a:lnTo>
                      <a:pt x="114300" y="85725"/>
                    </a:lnTo>
                    <a:close/>
                    <a:moveTo>
                      <a:pt x="192881" y="114300"/>
                    </a:moveTo>
                    <a:lnTo>
                      <a:pt x="178594" y="114300"/>
                    </a:lnTo>
                    <a:lnTo>
                      <a:pt x="178594" y="85725"/>
                    </a:lnTo>
                    <a:lnTo>
                      <a:pt x="192881" y="85725"/>
                    </a:lnTo>
                    <a:cubicBezTo>
                      <a:pt x="196827" y="85725"/>
                      <a:pt x="200025" y="82527"/>
                      <a:pt x="200025" y="78581"/>
                    </a:cubicBezTo>
                    <a:cubicBezTo>
                      <a:pt x="200025" y="74636"/>
                      <a:pt x="196827" y="71438"/>
                      <a:pt x="192881" y="71438"/>
                    </a:cubicBezTo>
                    <a:lnTo>
                      <a:pt x="178594" y="71438"/>
                    </a:lnTo>
                    <a:lnTo>
                      <a:pt x="178594" y="35719"/>
                    </a:lnTo>
                    <a:cubicBezTo>
                      <a:pt x="178594" y="27828"/>
                      <a:pt x="172197" y="21431"/>
                      <a:pt x="164306" y="21431"/>
                    </a:cubicBezTo>
                    <a:lnTo>
                      <a:pt x="128588" y="21431"/>
                    </a:lnTo>
                    <a:lnTo>
                      <a:pt x="128588" y="7144"/>
                    </a:lnTo>
                    <a:cubicBezTo>
                      <a:pt x="128588" y="3198"/>
                      <a:pt x="125389" y="0"/>
                      <a:pt x="121444" y="0"/>
                    </a:cubicBezTo>
                    <a:cubicBezTo>
                      <a:pt x="117498" y="0"/>
                      <a:pt x="114300" y="3198"/>
                      <a:pt x="114300" y="7144"/>
                    </a:cubicBezTo>
                    <a:lnTo>
                      <a:pt x="114300" y="21431"/>
                    </a:lnTo>
                    <a:lnTo>
                      <a:pt x="85725" y="21431"/>
                    </a:lnTo>
                    <a:lnTo>
                      <a:pt x="85725" y="7144"/>
                    </a:lnTo>
                    <a:cubicBezTo>
                      <a:pt x="85725" y="3198"/>
                      <a:pt x="82527" y="0"/>
                      <a:pt x="78581" y="0"/>
                    </a:cubicBezTo>
                    <a:cubicBezTo>
                      <a:pt x="74636" y="0"/>
                      <a:pt x="71438" y="3198"/>
                      <a:pt x="71438" y="7144"/>
                    </a:cubicBezTo>
                    <a:lnTo>
                      <a:pt x="71438" y="21431"/>
                    </a:lnTo>
                    <a:lnTo>
                      <a:pt x="35719" y="21431"/>
                    </a:lnTo>
                    <a:cubicBezTo>
                      <a:pt x="27828" y="21431"/>
                      <a:pt x="21431" y="27828"/>
                      <a:pt x="21431" y="35719"/>
                    </a:cubicBezTo>
                    <a:lnTo>
                      <a:pt x="21431" y="71438"/>
                    </a:lnTo>
                    <a:lnTo>
                      <a:pt x="7144" y="71438"/>
                    </a:lnTo>
                    <a:cubicBezTo>
                      <a:pt x="3198" y="71438"/>
                      <a:pt x="0" y="74636"/>
                      <a:pt x="0" y="78581"/>
                    </a:cubicBezTo>
                    <a:cubicBezTo>
                      <a:pt x="0" y="82527"/>
                      <a:pt x="3198" y="85725"/>
                      <a:pt x="7144" y="85725"/>
                    </a:cubicBezTo>
                    <a:lnTo>
                      <a:pt x="21431" y="85725"/>
                    </a:lnTo>
                    <a:lnTo>
                      <a:pt x="21431" y="114300"/>
                    </a:lnTo>
                    <a:lnTo>
                      <a:pt x="7144" y="114300"/>
                    </a:lnTo>
                    <a:cubicBezTo>
                      <a:pt x="3198" y="114300"/>
                      <a:pt x="0" y="117498"/>
                      <a:pt x="0" y="121444"/>
                    </a:cubicBezTo>
                    <a:cubicBezTo>
                      <a:pt x="0" y="125389"/>
                      <a:pt x="3198" y="128588"/>
                      <a:pt x="7144" y="128588"/>
                    </a:cubicBezTo>
                    <a:lnTo>
                      <a:pt x="21431" y="128588"/>
                    </a:lnTo>
                    <a:lnTo>
                      <a:pt x="21431" y="164306"/>
                    </a:lnTo>
                    <a:cubicBezTo>
                      <a:pt x="21431" y="172197"/>
                      <a:pt x="27828" y="178594"/>
                      <a:pt x="35719" y="178594"/>
                    </a:cubicBezTo>
                    <a:lnTo>
                      <a:pt x="71438" y="178594"/>
                    </a:lnTo>
                    <a:lnTo>
                      <a:pt x="71438" y="192881"/>
                    </a:lnTo>
                    <a:cubicBezTo>
                      <a:pt x="71438" y="196827"/>
                      <a:pt x="74636" y="200025"/>
                      <a:pt x="78581" y="200025"/>
                    </a:cubicBezTo>
                    <a:cubicBezTo>
                      <a:pt x="82527" y="200025"/>
                      <a:pt x="85725" y="196827"/>
                      <a:pt x="85725" y="192881"/>
                    </a:cubicBezTo>
                    <a:lnTo>
                      <a:pt x="85725" y="178594"/>
                    </a:lnTo>
                    <a:lnTo>
                      <a:pt x="114300" y="178594"/>
                    </a:lnTo>
                    <a:lnTo>
                      <a:pt x="114300" y="192881"/>
                    </a:lnTo>
                    <a:cubicBezTo>
                      <a:pt x="114300" y="196827"/>
                      <a:pt x="117498" y="200025"/>
                      <a:pt x="121444" y="200025"/>
                    </a:cubicBezTo>
                    <a:cubicBezTo>
                      <a:pt x="125389" y="200025"/>
                      <a:pt x="128588" y="196827"/>
                      <a:pt x="128588" y="192881"/>
                    </a:cubicBezTo>
                    <a:lnTo>
                      <a:pt x="128588" y="178594"/>
                    </a:lnTo>
                    <a:lnTo>
                      <a:pt x="164306" y="178594"/>
                    </a:lnTo>
                    <a:cubicBezTo>
                      <a:pt x="172197" y="178594"/>
                      <a:pt x="178594" y="172197"/>
                      <a:pt x="178594" y="164306"/>
                    </a:cubicBezTo>
                    <a:lnTo>
                      <a:pt x="178594" y="128588"/>
                    </a:lnTo>
                    <a:lnTo>
                      <a:pt x="192881" y="128588"/>
                    </a:lnTo>
                    <a:cubicBezTo>
                      <a:pt x="196827" y="128588"/>
                      <a:pt x="200025" y="125389"/>
                      <a:pt x="200025" y="121444"/>
                    </a:cubicBezTo>
                    <a:cubicBezTo>
                      <a:pt x="200025" y="117498"/>
                      <a:pt x="196827" y="114300"/>
                      <a:pt x="192881" y="114300"/>
                    </a:cubicBezTo>
                    <a:close/>
                    <a:moveTo>
                      <a:pt x="164306" y="164306"/>
                    </a:moveTo>
                    <a:lnTo>
                      <a:pt x="35719" y="164306"/>
                    </a:lnTo>
                    <a:lnTo>
                      <a:pt x="35719" y="35719"/>
                    </a:lnTo>
                    <a:lnTo>
                      <a:pt x="164306" y="35719"/>
                    </a:lnTo>
                    <a:lnTo>
                      <a:pt x="164306" y="121328"/>
                    </a:lnTo>
                    <a:cubicBezTo>
                      <a:pt x="164306" y="121328"/>
                      <a:pt x="164306" y="121408"/>
                      <a:pt x="164306" y="121444"/>
                    </a:cubicBezTo>
                    <a:cubicBezTo>
                      <a:pt x="164306" y="121479"/>
                      <a:pt x="164306" y="121524"/>
                      <a:pt x="164306" y="121560"/>
                    </a:cubicBezTo>
                    <a:lnTo>
                      <a:pt x="164306" y="164306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4975860" y="533781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HuggingFace Embedding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654868" y="5590699"/>
              <a:ext cx="25210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654868" y="5781199"/>
              <a:ext cx="20725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CPU 本地 · normalize_embeddings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655820" y="597979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HF Mirror 回退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7905750" y="5105400"/>
              <a:ext cx="323850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8121253" y="5317330"/>
              <a:ext cx="175766" cy="171451"/>
              <a:chOff x="8121253" y="5317330"/>
              <a:chExt cx="175766" cy="171451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8231981" y="5324475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50006" y="50006"/>
                    </a:moveTo>
                    <a:lnTo>
                      <a:pt x="0" y="500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121253" y="5317330"/>
                <a:ext cx="175766" cy="171451"/>
              </a:xfrm>
              <a:custGeom>
                <a:avLst/>
                <a:gdLst/>
                <a:ahLst/>
                <a:cxnLst/>
                <a:rect l="l" t="t" r="r" b="b"/>
                <a:pathLst>
                  <a:path w="175766" h="171451">
                    <a:moveTo>
                      <a:pt x="21431" y="107158"/>
                    </a:moveTo>
                    <a:lnTo>
                      <a:pt x="7144" y="107158"/>
                    </a:lnTo>
                    <a:cubicBezTo>
                      <a:pt x="3198" y="107158"/>
                      <a:pt x="0" y="110356"/>
                      <a:pt x="0" y="114301"/>
                    </a:cubicBezTo>
                    <a:lnTo>
                      <a:pt x="0" y="164308"/>
                    </a:lnTo>
                    <a:cubicBezTo>
                      <a:pt x="0" y="168253"/>
                      <a:pt x="3198" y="171451"/>
                      <a:pt x="7144" y="171451"/>
                    </a:cubicBezTo>
                    <a:lnTo>
                      <a:pt x="21431" y="171451"/>
                    </a:lnTo>
                    <a:cubicBezTo>
                      <a:pt x="39185" y="171451"/>
                      <a:pt x="53578" y="157059"/>
                      <a:pt x="53578" y="139305"/>
                    </a:cubicBezTo>
                    <a:cubicBezTo>
                      <a:pt x="53578" y="121550"/>
                      <a:pt x="39185" y="107158"/>
                      <a:pt x="21431" y="107158"/>
                    </a:cubicBezTo>
                    <a:close/>
                    <a:moveTo>
                      <a:pt x="21431" y="157164"/>
                    </a:moveTo>
                    <a:lnTo>
                      <a:pt x="14288" y="157164"/>
                    </a:lnTo>
                    <a:lnTo>
                      <a:pt x="14288" y="121445"/>
                    </a:lnTo>
                    <a:lnTo>
                      <a:pt x="21431" y="121445"/>
                    </a:lnTo>
                    <a:cubicBezTo>
                      <a:pt x="31295" y="121445"/>
                      <a:pt x="39291" y="129441"/>
                      <a:pt x="39291" y="139305"/>
                    </a:cubicBezTo>
                    <a:cubicBezTo>
                      <a:pt x="39291" y="149168"/>
                      <a:pt x="31295" y="157164"/>
                      <a:pt x="21431" y="157164"/>
                    </a:cubicBezTo>
                    <a:close/>
                    <a:moveTo>
                      <a:pt x="172816" y="152780"/>
                    </a:moveTo>
                    <a:cubicBezTo>
                      <a:pt x="175666" y="155507"/>
                      <a:pt x="175766" y="160028"/>
                      <a:pt x="173039" y="162879"/>
                    </a:cubicBezTo>
                    <a:cubicBezTo>
                      <a:pt x="168012" y="168291"/>
                      <a:pt x="160977" y="171392"/>
                      <a:pt x="153591" y="171451"/>
                    </a:cubicBezTo>
                    <a:cubicBezTo>
                      <a:pt x="137830" y="171451"/>
                      <a:pt x="125016" y="157030"/>
                      <a:pt x="125016" y="139305"/>
                    </a:cubicBezTo>
                    <a:cubicBezTo>
                      <a:pt x="125016" y="121579"/>
                      <a:pt x="137830" y="107158"/>
                      <a:pt x="153591" y="107158"/>
                    </a:cubicBezTo>
                    <a:cubicBezTo>
                      <a:pt x="160977" y="107218"/>
                      <a:pt x="168012" y="110318"/>
                      <a:pt x="173039" y="115730"/>
                    </a:cubicBezTo>
                    <a:cubicBezTo>
                      <a:pt x="175705" y="118590"/>
                      <a:pt x="175578" y="123061"/>
                      <a:pt x="172753" y="125763"/>
                    </a:cubicBezTo>
                    <a:cubicBezTo>
                      <a:pt x="169928" y="128466"/>
                      <a:pt x="165456" y="128396"/>
                      <a:pt x="162717" y="125606"/>
                    </a:cubicBezTo>
                    <a:cubicBezTo>
                      <a:pt x="160373" y="123028"/>
                      <a:pt x="157074" y="121523"/>
                      <a:pt x="153591" y="121445"/>
                    </a:cubicBezTo>
                    <a:cubicBezTo>
                      <a:pt x="145715" y="121445"/>
                      <a:pt x="139303" y="129482"/>
                      <a:pt x="139303" y="139305"/>
                    </a:cubicBezTo>
                    <a:cubicBezTo>
                      <a:pt x="139303" y="149127"/>
                      <a:pt x="145715" y="157164"/>
                      <a:pt x="153591" y="157164"/>
                    </a:cubicBezTo>
                    <a:cubicBezTo>
                      <a:pt x="157076" y="157092"/>
                      <a:pt x="160377" y="155587"/>
                      <a:pt x="162717" y="153003"/>
                    </a:cubicBezTo>
                    <a:cubicBezTo>
                      <a:pt x="165444" y="150153"/>
                      <a:pt x="169966" y="150053"/>
                      <a:pt x="172816" y="152780"/>
                    </a:cubicBezTo>
                    <a:close/>
                    <a:moveTo>
                      <a:pt x="89297" y="107158"/>
                    </a:moveTo>
                    <a:cubicBezTo>
                      <a:pt x="73545" y="107158"/>
                      <a:pt x="60722" y="121579"/>
                      <a:pt x="60722" y="139305"/>
                    </a:cubicBezTo>
                    <a:cubicBezTo>
                      <a:pt x="60722" y="157030"/>
                      <a:pt x="73545" y="171451"/>
                      <a:pt x="89297" y="171451"/>
                    </a:cubicBezTo>
                    <a:cubicBezTo>
                      <a:pt x="105049" y="171451"/>
                      <a:pt x="117872" y="157030"/>
                      <a:pt x="117872" y="139305"/>
                    </a:cubicBezTo>
                    <a:cubicBezTo>
                      <a:pt x="117872" y="121579"/>
                      <a:pt x="105049" y="107158"/>
                      <a:pt x="89297" y="107158"/>
                    </a:cubicBezTo>
                    <a:close/>
                    <a:moveTo>
                      <a:pt x="89297" y="157164"/>
                    </a:moveTo>
                    <a:cubicBezTo>
                      <a:pt x="81421" y="157164"/>
                      <a:pt x="75009" y="149127"/>
                      <a:pt x="75009" y="139305"/>
                    </a:cubicBezTo>
                    <a:cubicBezTo>
                      <a:pt x="75009" y="129482"/>
                      <a:pt x="81421" y="121445"/>
                      <a:pt x="89297" y="121445"/>
                    </a:cubicBezTo>
                    <a:cubicBezTo>
                      <a:pt x="97173" y="121445"/>
                      <a:pt x="103584" y="129482"/>
                      <a:pt x="103584" y="139305"/>
                    </a:cubicBezTo>
                    <a:cubicBezTo>
                      <a:pt x="103584" y="149127"/>
                      <a:pt x="97173" y="157164"/>
                      <a:pt x="89297" y="157164"/>
                    </a:cubicBezTo>
                    <a:close/>
                    <a:moveTo>
                      <a:pt x="17859" y="85726"/>
                    </a:moveTo>
                    <a:cubicBezTo>
                      <a:pt x="21805" y="85726"/>
                      <a:pt x="25003" y="82528"/>
                      <a:pt x="25003" y="78583"/>
                    </a:cubicBezTo>
                    <a:lnTo>
                      <a:pt x="25003" y="14289"/>
                    </a:lnTo>
                    <a:lnTo>
                      <a:pt x="103584" y="14289"/>
                    </a:lnTo>
                    <a:lnTo>
                      <a:pt x="103584" y="57151"/>
                    </a:lnTo>
                    <a:cubicBezTo>
                      <a:pt x="103584" y="61097"/>
                      <a:pt x="106783" y="64295"/>
                      <a:pt x="110728" y="64295"/>
                    </a:cubicBezTo>
                    <a:lnTo>
                      <a:pt x="153591" y="64295"/>
                    </a:lnTo>
                    <a:lnTo>
                      <a:pt x="153591" y="78583"/>
                    </a:lnTo>
                    <a:cubicBezTo>
                      <a:pt x="153591" y="82528"/>
                      <a:pt x="156789" y="85726"/>
                      <a:pt x="160734" y="85726"/>
                    </a:cubicBezTo>
                    <a:cubicBezTo>
                      <a:pt x="164680" y="85726"/>
                      <a:pt x="167878" y="82528"/>
                      <a:pt x="167878" y="78583"/>
                    </a:cubicBezTo>
                    <a:lnTo>
                      <a:pt x="167878" y="57151"/>
                    </a:lnTo>
                    <a:cubicBezTo>
                      <a:pt x="167880" y="55256"/>
                      <a:pt x="167128" y="53438"/>
                      <a:pt x="165789" y="52097"/>
                    </a:cubicBezTo>
                    <a:lnTo>
                      <a:pt x="115782" y="2091"/>
                    </a:lnTo>
                    <a:cubicBezTo>
                      <a:pt x="114441" y="752"/>
                      <a:pt x="112623" y="0"/>
                      <a:pt x="110728" y="1"/>
                    </a:cubicBezTo>
                    <a:lnTo>
                      <a:pt x="25003" y="1"/>
                    </a:lnTo>
                    <a:cubicBezTo>
                      <a:pt x="17112" y="1"/>
                      <a:pt x="10716" y="6398"/>
                      <a:pt x="10716" y="14289"/>
                    </a:cubicBezTo>
                    <a:lnTo>
                      <a:pt x="10716" y="78583"/>
                    </a:lnTo>
                    <a:cubicBezTo>
                      <a:pt x="10716" y="82528"/>
                      <a:pt x="13914" y="85726"/>
                      <a:pt x="17859" y="85726"/>
                    </a:cubicBezTo>
                    <a:close/>
                    <a:moveTo>
                      <a:pt x="117872" y="24388"/>
                    </a:moveTo>
                    <a:lnTo>
                      <a:pt x="143491" y="50008"/>
                    </a:lnTo>
                    <a:lnTo>
                      <a:pt x="117872" y="50008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8404860" y="5337810"/>
              <a:ext cx="15930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FileLoader 文件系统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083868" y="5590699"/>
              <a:ext cx="20075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7 种格式自动检测 · UUID 安全命名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083868" y="5781199"/>
              <a:ext cx="26315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中文感知 RecursiveCharacterTextSplitter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084820" y="59797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62000" y="6477000"/>
            <a:ext cx="10679430" cy="257175"/>
            <a:chOff x="762000" y="6477000"/>
            <a:chExt cx="10679430" cy="257175"/>
          </a:xfrm>
        </p:grpSpPr>
        <p:sp>
          <p:nvSpPr>
            <p:cNvPr id="109" name="Rectangle 109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77" grpId="0"/>
      <p:bldP spid="10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99085"/>
            <a:ext cx="3771829" cy="574834"/>
            <a:chOff x="762000" y="299085"/>
            <a:chExt cx="377182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619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990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数据处理流程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75799"/>
              <a:ext cx="35937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DATA PIPELINE — FROM FILE UPLOAD TO INTELLIGENT ANSWER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333500"/>
            <a:ext cx="2428875" cy="3714750"/>
            <a:chOff x="762000" y="1333500"/>
            <a:chExt cx="2428875" cy="3714750"/>
          </a:xfrm>
        </p:grpSpPr>
        <p:sp>
          <p:nvSpPr>
            <p:cNvPr id="7" name="Rectangle 7"/>
            <p:cNvSpPr/>
            <p:nvPr/>
          </p:nvSpPr>
          <p:spPr>
            <a:xfrm>
              <a:off x="7620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333500"/>
              <a:ext cx="2428875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34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15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文件上传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32719" y="2215991"/>
              <a:ext cx="10779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多源输入 · 去重校验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023938" y="254793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9668" y="2514124"/>
              <a:ext cx="1012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 Web UI 上传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023938" y="278606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49668" y="275224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拖拽 + 点击选择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023938" y="302418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49668" y="2990374"/>
              <a:ext cx="1285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 key: name+size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023938" y="326231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49668" y="3228499"/>
              <a:ext cx="8373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UUID 安全命名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25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346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10697" y="3810952"/>
              <a:ext cx="11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data/uploads/*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32385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43" name="Group 43"/>
          <p:cNvGrpSpPr/>
          <p:nvPr/>
        </p:nvGrpSpPr>
        <p:grpSpPr>
          <a:xfrm>
            <a:off x="3619500" y="1333500"/>
            <a:ext cx="2428875" cy="3714750"/>
            <a:chOff x="3619500" y="1333500"/>
            <a:chExt cx="2428875" cy="3714750"/>
          </a:xfrm>
        </p:grpSpPr>
        <p:sp>
          <p:nvSpPr>
            <p:cNvPr id="26" name="Rectangle 26"/>
            <p:cNvSpPr/>
            <p:nvPr/>
          </p:nvSpPr>
          <p:spPr>
            <a:xfrm>
              <a:off x="36195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19500" y="1333500"/>
              <a:ext cx="2428875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909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890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解析分块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90219" y="2215991"/>
              <a:ext cx="10779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格式检测 · 中文分割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881438" y="2547938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007168" y="2514124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自动识别 7 种格式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881438" y="2786062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007168" y="275224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PDF/DOCX/TXT/MD/等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3881438" y="3024188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007168" y="299037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中文感知分隔符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3881438" y="3262312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007168" y="32284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chunk=1000, overlap=150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100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921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13065" y="3810952"/>
              <a:ext cx="12322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Document Chunks</a:t>
              </a:r>
            </a:p>
          </p:txBody>
        </p:sp>
      </p:grpSp>
      <p:sp>
        <p:nvSpPr>
          <p:cNvPr id="44" name="Line 44"/>
          <p:cNvSpPr/>
          <p:nvPr/>
        </p:nvSpPr>
        <p:spPr>
          <a:xfrm>
            <a:off x="60960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62" name="Group 62"/>
          <p:cNvGrpSpPr/>
          <p:nvPr/>
        </p:nvGrpSpPr>
        <p:grpSpPr>
          <a:xfrm>
            <a:off x="6477000" y="1333500"/>
            <a:ext cx="2428875" cy="3714750"/>
            <a:chOff x="6477000" y="1333500"/>
            <a:chExt cx="2428875" cy="3714750"/>
          </a:xfrm>
        </p:grpSpPr>
        <p:sp>
          <p:nvSpPr>
            <p:cNvPr id="45" name="Rectangle 45"/>
            <p:cNvSpPr/>
            <p:nvPr/>
          </p:nvSpPr>
          <p:spPr>
            <a:xfrm>
              <a:off x="64770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7000" y="1333500"/>
              <a:ext cx="2428875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484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46545" y="18221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向量化存储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675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05476" y="2215991"/>
              <a:ext cx="9623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嵌入生成 · 持久化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738938" y="2547938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64668" y="2514124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HuggingFace Embeddings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738938" y="2786062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64668" y="2752249"/>
              <a:ext cx="1493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MiniLM-L12-v2 本地 CPU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738938" y="3024188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64668" y="2990374"/>
              <a:ext cx="1181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向量入库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738938" y="3262312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64668" y="3228499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 · 去重逻辑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675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496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24934" y="3810952"/>
              <a:ext cx="923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Vector Index</a:t>
              </a:r>
            </a:p>
          </p:txBody>
        </p:sp>
      </p:grpSp>
      <p:sp>
        <p:nvSpPr>
          <p:cNvPr id="63" name="Line 63"/>
          <p:cNvSpPr/>
          <p:nvPr/>
        </p:nvSpPr>
        <p:spPr>
          <a:xfrm>
            <a:off x="89535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81" name="Group 81"/>
          <p:cNvGrpSpPr/>
          <p:nvPr/>
        </p:nvGrpSpPr>
        <p:grpSpPr>
          <a:xfrm>
            <a:off x="9334500" y="1333500"/>
            <a:ext cx="2095500" cy="3714750"/>
            <a:chOff x="9334500" y="1333500"/>
            <a:chExt cx="2095500" cy="3714750"/>
          </a:xfrm>
        </p:grpSpPr>
        <p:sp>
          <p:nvSpPr>
            <p:cNvPr id="64" name="Rectangle 64"/>
            <p:cNvSpPr/>
            <p:nvPr/>
          </p:nvSpPr>
          <p:spPr>
            <a:xfrm>
              <a:off x="9334500" y="1333500"/>
              <a:ext cx="2095500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334500" y="1333500"/>
              <a:ext cx="20955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5059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040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检索生成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525000" y="2143125"/>
              <a:ext cx="1714500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016566" y="2215991"/>
              <a:ext cx="7313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双工具 · 流式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9596438" y="254793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722168" y="25141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Retriever 文档搜索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9596438" y="278606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722168" y="2752249"/>
              <a:ext cx="1032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 Search 回退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9596438" y="302418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722168" y="2990374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LLM 流式生成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9596438" y="326231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22168" y="322849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来源 + 记忆存储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525000" y="3619500"/>
              <a:ext cx="17145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045184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074878" y="3810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智能回答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62000" y="5286375"/>
            <a:ext cx="10668000" cy="342900"/>
            <a:chOff x="762000" y="5286375"/>
            <a:chExt cx="10668000" cy="342900"/>
          </a:xfrm>
        </p:grpSpPr>
        <p:sp>
          <p:nvSpPr>
            <p:cNvPr id="82" name="Rectangle 82"/>
            <p:cNvSpPr/>
            <p:nvPr/>
          </p:nvSpPr>
          <p:spPr>
            <a:xfrm>
              <a:off x="762000" y="5286375"/>
              <a:ext cx="106680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009709" y="5400199"/>
              <a:ext cx="2553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原始文件 → 分块文档 → 向量索引 → 智能回答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85" name="Rectangle 85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3" grpId="0"/>
      <p:bldP spid="62" grpId="0"/>
      <p:bldP spid="81" grpId="0"/>
      <p:bldP spid="8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37185"/>
            <a:ext cx="4415409" cy="574834"/>
            <a:chOff x="762000" y="337185"/>
            <a:chExt cx="441540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371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文件加载器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713899"/>
              <a:ext cx="42372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FILELOADER — 7 FORMATS · CHINESE-AWARE CHUNKING · RICH METADATA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" y="1047750"/>
            <a:ext cx="3524250" cy="5191125"/>
            <a:chOff x="762000" y="1047750"/>
            <a:chExt cx="3524250" cy="5191125"/>
          </a:xfrm>
        </p:grpSpPr>
        <p:sp>
          <p:nvSpPr>
            <p:cNvPr id="7" name="Rectangle 7"/>
            <p:cNvSpPr/>
            <p:nvPr/>
          </p:nvSpPr>
          <p:spPr>
            <a:xfrm>
              <a:off x="762000" y="1047750"/>
              <a:ext cx="35242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6920" y="1310876"/>
              <a:ext cx="205061" cy="200027"/>
              <a:chOff x="1076920" y="1310876"/>
              <a:chExt cx="205061" cy="20002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206103" y="1319212"/>
                <a:ext cx="58341" cy="58341"/>
              </a:xfrm>
              <a:custGeom>
                <a:avLst/>
                <a:gdLst/>
                <a:ahLst/>
                <a:cxnLst/>
                <a:rect l="l" t="t" r="r" b="b"/>
                <a:pathLst>
                  <a:path w="58341" h="58341">
                    <a:moveTo>
                      <a:pt x="58341" y="58341"/>
                    </a:moveTo>
                    <a:lnTo>
                      <a:pt x="0" y="58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6920" y="1310876"/>
                <a:ext cx="205061" cy="200027"/>
              </a:xfrm>
              <a:custGeom>
                <a:avLst/>
                <a:gdLst/>
                <a:ahLst/>
                <a:cxnLst/>
                <a:rect l="l" t="t" r="r" b="b"/>
                <a:pathLst>
                  <a:path w="205061" h="200027">
                    <a:moveTo>
                      <a:pt x="25003" y="125017"/>
                    </a:moveTo>
                    <a:lnTo>
                      <a:pt x="8334" y="125017"/>
                    </a:lnTo>
                    <a:cubicBezTo>
                      <a:pt x="3731" y="125017"/>
                      <a:pt x="0" y="128749"/>
                      <a:pt x="0" y="133352"/>
                    </a:cubicBezTo>
                    <a:lnTo>
                      <a:pt x="0" y="191692"/>
                    </a:lnTo>
                    <a:cubicBezTo>
                      <a:pt x="0" y="196295"/>
                      <a:pt x="3731" y="200027"/>
                      <a:pt x="8334" y="200027"/>
                    </a:cubicBezTo>
                    <a:lnTo>
                      <a:pt x="25003" y="200027"/>
                    </a:lnTo>
                    <a:cubicBezTo>
                      <a:pt x="45716" y="200027"/>
                      <a:pt x="62508" y="183235"/>
                      <a:pt x="62508" y="162522"/>
                    </a:cubicBezTo>
                    <a:cubicBezTo>
                      <a:pt x="62508" y="141809"/>
                      <a:pt x="45716" y="125017"/>
                      <a:pt x="25003" y="125017"/>
                    </a:cubicBezTo>
                    <a:close/>
                    <a:moveTo>
                      <a:pt x="25003" y="183358"/>
                    </a:moveTo>
                    <a:lnTo>
                      <a:pt x="16669" y="183358"/>
                    </a:lnTo>
                    <a:lnTo>
                      <a:pt x="16669" y="141686"/>
                    </a:lnTo>
                    <a:lnTo>
                      <a:pt x="25003" y="141686"/>
                    </a:lnTo>
                    <a:cubicBezTo>
                      <a:pt x="36510" y="141686"/>
                      <a:pt x="45839" y="151015"/>
                      <a:pt x="45839" y="162522"/>
                    </a:cubicBezTo>
                    <a:cubicBezTo>
                      <a:pt x="45839" y="174029"/>
                      <a:pt x="36510" y="183358"/>
                      <a:pt x="25003" y="183358"/>
                    </a:cubicBezTo>
                    <a:close/>
                    <a:moveTo>
                      <a:pt x="201619" y="178243"/>
                    </a:moveTo>
                    <a:cubicBezTo>
                      <a:pt x="204944" y="181425"/>
                      <a:pt x="205061" y="186700"/>
                      <a:pt x="201879" y="190025"/>
                    </a:cubicBezTo>
                    <a:cubicBezTo>
                      <a:pt x="196014" y="196339"/>
                      <a:pt x="187806" y="199957"/>
                      <a:pt x="179189" y="200027"/>
                    </a:cubicBezTo>
                    <a:cubicBezTo>
                      <a:pt x="160801" y="200027"/>
                      <a:pt x="145852" y="183202"/>
                      <a:pt x="145852" y="162522"/>
                    </a:cubicBezTo>
                    <a:cubicBezTo>
                      <a:pt x="145852" y="141842"/>
                      <a:pt x="160801" y="125017"/>
                      <a:pt x="179189" y="125017"/>
                    </a:cubicBezTo>
                    <a:cubicBezTo>
                      <a:pt x="187806" y="125087"/>
                      <a:pt x="196014" y="128705"/>
                      <a:pt x="201879" y="135019"/>
                    </a:cubicBezTo>
                    <a:cubicBezTo>
                      <a:pt x="204990" y="138355"/>
                      <a:pt x="204840" y="143571"/>
                      <a:pt x="201545" y="146724"/>
                    </a:cubicBezTo>
                    <a:cubicBezTo>
                      <a:pt x="198249" y="149877"/>
                      <a:pt x="193032" y="149795"/>
                      <a:pt x="189836" y="146541"/>
                    </a:cubicBezTo>
                    <a:cubicBezTo>
                      <a:pt x="187102" y="143532"/>
                      <a:pt x="183253" y="141777"/>
                      <a:pt x="179189" y="141686"/>
                    </a:cubicBezTo>
                    <a:cubicBezTo>
                      <a:pt x="170000" y="141686"/>
                      <a:pt x="162520" y="151062"/>
                      <a:pt x="162520" y="162522"/>
                    </a:cubicBezTo>
                    <a:cubicBezTo>
                      <a:pt x="162520" y="173982"/>
                      <a:pt x="170000" y="183358"/>
                      <a:pt x="179189" y="183358"/>
                    </a:cubicBezTo>
                    <a:cubicBezTo>
                      <a:pt x="183255" y="183274"/>
                      <a:pt x="187107" y="181518"/>
                      <a:pt x="189836" y="178503"/>
                    </a:cubicBezTo>
                    <a:cubicBezTo>
                      <a:pt x="193018" y="175178"/>
                      <a:pt x="198293" y="175061"/>
                      <a:pt x="201619" y="178243"/>
                    </a:cubicBezTo>
                    <a:close/>
                    <a:moveTo>
                      <a:pt x="104180" y="125017"/>
                    </a:moveTo>
                    <a:cubicBezTo>
                      <a:pt x="85802" y="125017"/>
                      <a:pt x="70842" y="141842"/>
                      <a:pt x="70842" y="162522"/>
                    </a:cubicBezTo>
                    <a:cubicBezTo>
                      <a:pt x="70842" y="183202"/>
                      <a:pt x="85802" y="200027"/>
                      <a:pt x="104180" y="200027"/>
                    </a:cubicBezTo>
                    <a:cubicBezTo>
                      <a:pt x="122557" y="200027"/>
                      <a:pt x="137517" y="183202"/>
                      <a:pt x="137517" y="162522"/>
                    </a:cubicBezTo>
                    <a:cubicBezTo>
                      <a:pt x="137517" y="141842"/>
                      <a:pt x="122557" y="125017"/>
                      <a:pt x="104180" y="125017"/>
                    </a:cubicBezTo>
                    <a:close/>
                    <a:moveTo>
                      <a:pt x="104180" y="183358"/>
                    </a:moveTo>
                    <a:cubicBezTo>
                      <a:pt x="94991" y="183358"/>
                      <a:pt x="87511" y="173982"/>
                      <a:pt x="87511" y="162522"/>
                    </a:cubicBezTo>
                    <a:cubicBezTo>
                      <a:pt x="87511" y="151062"/>
                      <a:pt x="94991" y="141686"/>
                      <a:pt x="104180" y="141686"/>
                    </a:cubicBezTo>
                    <a:cubicBezTo>
                      <a:pt x="113368" y="141686"/>
                      <a:pt x="120848" y="151062"/>
                      <a:pt x="120848" y="162522"/>
                    </a:cubicBezTo>
                    <a:cubicBezTo>
                      <a:pt x="120848" y="173982"/>
                      <a:pt x="113368" y="183358"/>
                      <a:pt x="104180" y="183358"/>
                    </a:cubicBezTo>
                    <a:close/>
                    <a:moveTo>
                      <a:pt x="20836" y="100014"/>
                    </a:moveTo>
                    <a:cubicBezTo>
                      <a:pt x="25439" y="100014"/>
                      <a:pt x="29170" y="96283"/>
                      <a:pt x="29170" y="91680"/>
                    </a:cubicBezTo>
                    <a:lnTo>
                      <a:pt x="29170" y="16670"/>
                    </a:lnTo>
                    <a:lnTo>
                      <a:pt x="120848" y="16670"/>
                    </a:lnTo>
                    <a:lnTo>
                      <a:pt x="120848" y="66677"/>
                    </a:lnTo>
                    <a:cubicBezTo>
                      <a:pt x="120848" y="71280"/>
                      <a:pt x="124580" y="75011"/>
                      <a:pt x="129183" y="75011"/>
                    </a:cubicBezTo>
                    <a:lnTo>
                      <a:pt x="179189" y="75011"/>
                    </a:lnTo>
                    <a:lnTo>
                      <a:pt x="179189" y="91680"/>
                    </a:lnTo>
                    <a:cubicBezTo>
                      <a:pt x="179189" y="96283"/>
                      <a:pt x="182920" y="100014"/>
                      <a:pt x="187523" y="100014"/>
                    </a:cubicBezTo>
                    <a:cubicBezTo>
                      <a:pt x="192126" y="100014"/>
                      <a:pt x="195858" y="96283"/>
                      <a:pt x="195858" y="91680"/>
                    </a:cubicBezTo>
                    <a:lnTo>
                      <a:pt x="195858" y="66677"/>
                    </a:lnTo>
                    <a:cubicBezTo>
                      <a:pt x="195860" y="64466"/>
                      <a:pt x="194983" y="62345"/>
                      <a:pt x="193420" y="60780"/>
                    </a:cubicBezTo>
                    <a:lnTo>
                      <a:pt x="135079" y="2440"/>
                    </a:lnTo>
                    <a:cubicBezTo>
                      <a:pt x="133515" y="877"/>
                      <a:pt x="131394" y="0"/>
                      <a:pt x="129183" y="2"/>
                    </a:cubicBezTo>
                    <a:lnTo>
                      <a:pt x="29170" y="2"/>
                    </a:lnTo>
                    <a:cubicBezTo>
                      <a:pt x="19964" y="2"/>
                      <a:pt x="12502" y="7465"/>
                      <a:pt x="12502" y="16670"/>
                    </a:cubicBezTo>
                    <a:lnTo>
                      <a:pt x="12502" y="91680"/>
                    </a:lnTo>
                    <a:cubicBezTo>
                      <a:pt x="12502" y="96283"/>
                      <a:pt x="16233" y="100014"/>
                      <a:pt x="20836" y="100014"/>
                    </a:cubicBezTo>
                    <a:close/>
                    <a:moveTo>
                      <a:pt x="137517" y="28453"/>
                    </a:moveTo>
                    <a:lnTo>
                      <a:pt x="167406" y="58342"/>
                    </a:lnTo>
                    <a:lnTo>
                      <a:pt x="137517" y="58342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7795" y="1298258"/>
              <a:ext cx="13934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7 种格式支持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028700" y="1714500"/>
              <a:ext cx="2990850" cy="590550"/>
              <a:chOff x="1028700" y="1714500"/>
              <a:chExt cx="2990850" cy="5905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28700" y="17145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05865" y="18392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PDF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02118" y="1847374"/>
                <a:ext cx="14809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PyPDFLoader · 保留页码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07770" y="20745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多页解析与元数据提取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28700" y="2362200"/>
              <a:ext cx="2990850" cy="590550"/>
              <a:chOff x="1028700" y="2362200"/>
              <a:chExt cx="2990850" cy="5905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028700" y="23622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05865" y="2486978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DOCX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40218" y="2495074"/>
                <a:ext cx="10258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Docx2txtLoader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07770" y="2722245"/>
                <a:ext cx="10669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Word 完整文本提取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3009900"/>
              <a:ext cx="2990850" cy="590550"/>
              <a:chOff x="1028700" y="3009900"/>
              <a:chExt cx="2990850" cy="5905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1028700" y="30099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05865" y="3134678"/>
                <a:ext cx="5412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TXT/MD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854518" y="3142774"/>
                <a:ext cx="19165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TextLoader / UnstructuredMD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07770" y="336994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UTF-8 · Markdown 结构保留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028700" y="3657600"/>
              <a:ext cx="2990850" cy="590550"/>
              <a:chOff x="1028700" y="3657600"/>
              <a:chExt cx="2990850" cy="5905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28700" y="36576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05865" y="37823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CSV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664018" y="3790474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CSVLoader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07770" y="401764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结构化表格数据加载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028700" y="4305300"/>
              <a:ext cx="2990850" cy="590550"/>
              <a:chOff x="1028700" y="4305300"/>
              <a:chExt cx="2990850" cy="5905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1028700" y="43053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05865" y="4430078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HTML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740218" y="4438174"/>
                <a:ext cx="9803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WebBaseLoader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207770" y="4665345"/>
                <a:ext cx="11810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file:// 协议网页加载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028700" y="4953000"/>
              <a:ext cx="2990850" cy="590550"/>
              <a:chOff x="1028700" y="4953000"/>
              <a:chExt cx="2990850" cy="5905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1028700" y="49530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205865" y="5077778"/>
                <a:ext cx="4236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Image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854518" y="5085874"/>
                <a:ext cx="10908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pytesseract OCR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207770" y="5313045"/>
                <a:ext cx="14690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chi_sim+eng 中英混合识别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4400550" y="1047750"/>
            <a:ext cx="3524250" cy="5191125"/>
            <a:chOff x="4400550" y="1047750"/>
            <a:chExt cx="3524250" cy="5191125"/>
          </a:xfrm>
        </p:grpSpPr>
        <p:sp>
          <p:nvSpPr>
            <p:cNvPr id="44" name="Rectangle 44"/>
            <p:cNvSpPr/>
            <p:nvPr/>
          </p:nvSpPr>
          <p:spPr>
            <a:xfrm>
              <a:off x="4400550" y="1047750"/>
              <a:ext cx="35242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4400550" y="104775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4707059" y="1323253"/>
              <a:ext cx="230013" cy="192194"/>
              <a:chOff x="4707059" y="1323253"/>
              <a:chExt cx="230013" cy="19219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4716789" y="1333036"/>
                <a:ext cx="64037" cy="172379"/>
              </a:xfrm>
              <a:custGeom>
                <a:avLst/>
                <a:gdLst/>
                <a:ahLst/>
                <a:cxnLst/>
                <a:rect l="l" t="t" r="r" b="b"/>
                <a:pathLst>
                  <a:path w="64037" h="172379">
                    <a:moveTo>
                      <a:pt x="11391" y="52644"/>
                    </a:moveTo>
                    <a:cubicBezTo>
                      <a:pt x="0" y="41252"/>
                      <a:pt x="1" y="22782"/>
                      <a:pt x="11392" y="11391"/>
                    </a:cubicBezTo>
                    <a:cubicBezTo>
                      <a:pt x="22784" y="0"/>
                      <a:pt x="41253" y="0"/>
                      <a:pt x="52645" y="11391"/>
                    </a:cubicBezTo>
                    <a:cubicBezTo>
                      <a:pt x="64036" y="22782"/>
                      <a:pt x="64037" y="41252"/>
                      <a:pt x="52646" y="52644"/>
                    </a:cubicBezTo>
                    <a:cubicBezTo>
                      <a:pt x="47175" y="58115"/>
                      <a:pt x="39755" y="61188"/>
                      <a:pt x="32018" y="61188"/>
                    </a:cubicBezTo>
                    <a:cubicBezTo>
                      <a:pt x="24281" y="61188"/>
                      <a:pt x="16861" y="58115"/>
                      <a:pt x="11391" y="52644"/>
                    </a:cubicBezTo>
                    <a:close/>
                    <a:moveTo>
                      <a:pt x="11391" y="119735"/>
                    </a:moveTo>
                    <a:cubicBezTo>
                      <a:pt x="0" y="131127"/>
                      <a:pt x="1" y="149596"/>
                      <a:pt x="11392" y="160988"/>
                    </a:cubicBezTo>
                    <a:cubicBezTo>
                      <a:pt x="22784" y="172379"/>
                      <a:pt x="41253" y="172379"/>
                      <a:pt x="52645" y="160988"/>
                    </a:cubicBezTo>
                    <a:cubicBezTo>
                      <a:pt x="64036" y="149596"/>
                      <a:pt x="64037" y="131127"/>
                      <a:pt x="52646" y="119735"/>
                    </a:cubicBezTo>
                    <a:cubicBezTo>
                      <a:pt x="47175" y="114264"/>
                      <a:pt x="39755" y="111190"/>
                      <a:pt x="32018" y="111190"/>
                    </a:cubicBezTo>
                    <a:cubicBezTo>
                      <a:pt x="24281" y="111190"/>
                      <a:pt x="16861" y="114264"/>
                      <a:pt x="11391" y="11973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707059" y="1323253"/>
                <a:ext cx="230013" cy="192194"/>
              </a:xfrm>
              <a:custGeom>
                <a:avLst/>
                <a:gdLst/>
                <a:ahLst/>
                <a:cxnLst/>
                <a:rect l="l" t="t" r="r" b="b"/>
                <a:pathLst>
                  <a:path w="230013" h="192194">
                    <a:moveTo>
                      <a:pt x="143563" y="80480"/>
                    </a:moveTo>
                    <a:cubicBezTo>
                      <a:pt x="142312" y="78655"/>
                      <a:pt x="141839" y="76406"/>
                      <a:pt x="142247" y="74231"/>
                    </a:cubicBezTo>
                    <a:cubicBezTo>
                      <a:pt x="142656" y="72056"/>
                      <a:pt x="143913" y="70133"/>
                      <a:pt x="145741" y="68885"/>
                    </a:cubicBezTo>
                    <a:lnTo>
                      <a:pt x="216229" y="20650"/>
                    </a:lnTo>
                    <a:cubicBezTo>
                      <a:pt x="220022" y="18303"/>
                      <a:pt x="224990" y="19359"/>
                      <a:pt x="227501" y="23045"/>
                    </a:cubicBezTo>
                    <a:cubicBezTo>
                      <a:pt x="230013" y="26731"/>
                      <a:pt x="229177" y="31741"/>
                      <a:pt x="225605" y="34412"/>
                    </a:cubicBezTo>
                    <a:lnTo>
                      <a:pt x="155106" y="82647"/>
                    </a:lnTo>
                    <a:cubicBezTo>
                      <a:pt x="153725" y="83600"/>
                      <a:pt x="152086" y="84109"/>
                      <a:pt x="150408" y="84106"/>
                    </a:cubicBezTo>
                    <a:cubicBezTo>
                      <a:pt x="147669" y="84095"/>
                      <a:pt x="145111" y="82740"/>
                      <a:pt x="143563" y="80480"/>
                    </a:cubicBezTo>
                    <a:close/>
                    <a:moveTo>
                      <a:pt x="227813" y="169127"/>
                    </a:moveTo>
                    <a:cubicBezTo>
                      <a:pt x="225213" y="172924"/>
                      <a:pt x="220026" y="173894"/>
                      <a:pt x="216229" y="171294"/>
                    </a:cubicBezTo>
                    <a:lnTo>
                      <a:pt x="120925" y="106077"/>
                    </a:lnTo>
                    <a:lnTo>
                      <a:pt x="76638" y="136373"/>
                    </a:lnTo>
                    <a:cubicBezTo>
                      <a:pt x="83634" y="154139"/>
                      <a:pt x="76166" y="174325"/>
                      <a:pt x="59292" y="183260"/>
                    </a:cubicBezTo>
                    <a:cubicBezTo>
                      <a:pt x="42417" y="192194"/>
                      <a:pt x="21524" y="187025"/>
                      <a:pt x="10762" y="171253"/>
                    </a:cubicBezTo>
                    <a:cubicBezTo>
                      <a:pt x="0" y="155481"/>
                      <a:pt x="2805" y="134141"/>
                      <a:pt x="17278" y="121687"/>
                    </a:cubicBezTo>
                    <a:cubicBezTo>
                      <a:pt x="31751" y="109232"/>
                      <a:pt x="53270" y="109639"/>
                      <a:pt x="67262" y="122631"/>
                    </a:cubicBezTo>
                    <a:lnTo>
                      <a:pt x="106163" y="95972"/>
                    </a:lnTo>
                    <a:lnTo>
                      <a:pt x="67210" y="69312"/>
                    </a:lnTo>
                    <a:cubicBezTo>
                      <a:pt x="53266" y="82238"/>
                      <a:pt x="31838" y="82628"/>
                      <a:pt x="17432" y="70220"/>
                    </a:cubicBezTo>
                    <a:cubicBezTo>
                      <a:pt x="3026" y="57812"/>
                      <a:pt x="237" y="36563"/>
                      <a:pt x="10954" y="20857"/>
                    </a:cubicBezTo>
                    <a:cubicBezTo>
                      <a:pt x="21670" y="5152"/>
                      <a:pt x="42473" y="0"/>
                      <a:pt x="59280" y="8890"/>
                    </a:cubicBezTo>
                    <a:cubicBezTo>
                      <a:pt x="76087" y="17779"/>
                      <a:pt x="83537" y="37874"/>
                      <a:pt x="76586" y="55571"/>
                    </a:cubicBezTo>
                    <a:lnTo>
                      <a:pt x="225563" y="157532"/>
                    </a:lnTo>
                    <a:cubicBezTo>
                      <a:pt x="227403" y="158768"/>
                      <a:pt x="228675" y="160686"/>
                      <a:pt x="229097" y="162862"/>
                    </a:cubicBezTo>
                    <a:cubicBezTo>
                      <a:pt x="229519" y="165038"/>
                      <a:pt x="229057" y="167292"/>
                      <a:pt x="227813" y="169127"/>
                    </a:cubicBezTo>
                    <a:close/>
                    <a:moveTo>
                      <a:pt x="62584" y="150145"/>
                    </a:moveTo>
                    <a:cubicBezTo>
                      <a:pt x="62587" y="140205"/>
                      <a:pt x="55567" y="131647"/>
                      <a:pt x="45817" y="129706"/>
                    </a:cubicBezTo>
                    <a:cubicBezTo>
                      <a:pt x="36068" y="127765"/>
                      <a:pt x="26306" y="132981"/>
                      <a:pt x="22500" y="142164"/>
                    </a:cubicBezTo>
                    <a:cubicBezTo>
                      <a:pt x="18694" y="151347"/>
                      <a:pt x="21906" y="161939"/>
                      <a:pt x="30170" y="167463"/>
                    </a:cubicBezTo>
                    <a:cubicBezTo>
                      <a:pt x="38434" y="172987"/>
                      <a:pt x="49450" y="171904"/>
                      <a:pt x="56480" y="164876"/>
                    </a:cubicBezTo>
                    <a:cubicBezTo>
                      <a:pt x="60402" y="160980"/>
                      <a:pt x="62601" y="155674"/>
                      <a:pt x="62584" y="150145"/>
                    </a:cubicBezTo>
                    <a:close/>
                    <a:moveTo>
                      <a:pt x="56480" y="56519"/>
                    </a:moveTo>
                    <a:cubicBezTo>
                      <a:pt x="62440" y="50560"/>
                      <a:pt x="64224" y="41598"/>
                      <a:pt x="60999" y="33811"/>
                    </a:cubicBezTo>
                    <a:cubicBezTo>
                      <a:pt x="57774" y="26025"/>
                      <a:pt x="50176" y="20948"/>
                      <a:pt x="41749" y="20948"/>
                    </a:cubicBezTo>
                    <a:cubicBezTo>
                      <a:pt x="33321" y="20948"/>
                      <a:pt x="25723" y="26025"/>
                      <a:pt x="22498" y="33811"/>
                    </a:cubicBezTo>
                    <a:cubicBezTo>
                      <a:pt x="19273" y="41598"/>
                      <a:pt x="21057" y="50560"/>
                      <a:pt x="27018" y="56519"/>
                    </a:cubicBezTo>
                    <a:cubicBezTo>
                      <a:pt x="30904" y="60464"/>
                      <a:pt x="36211" y="62685"/>
                      <a:pt x="41749" y="62685"/>
                    </a:cubicBezTo>
                    <a:cubicBezTo>
                      <a:pt x="47286" y="62685"/>
                      <a:pt x="52593" y="60464"/>
                      <a:pt x="56480" y="56519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5046345" y="12982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智能分块策略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667250" y="1714500"/>
              <a:ext cx="299085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42510" y="1851660"/>
              <a:ext cx="26768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RecursiveCharacterTextSplitter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44415" y="2125028"/>
              <a:ext cx="1230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chunk_size = 1000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844415" y="2325052"/>
              <a:ext cx="1384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chunk_overlap = 150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45368" y="256174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中文分隔符: \n\n → \n → 。→ . → 空格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667250" y="2952750"/>
              <a:ext cx="299085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843462" y="30980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分块流程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845368" y="3342799"/>
              <a:ext cx="2248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1. detect_file_type() 自动识别格式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45368" y="353329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2. _load_raw() 调度对应 Loader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45368" y="3723799"/>
              <a:ext cx="22025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3. split_documents() 中文感知分块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667250" y="3905250"/>
              <a:ext cx="299085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843462" y="40505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文件存储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845368" y="42952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845368" y="4485799"/>
              <a:ext cx="21895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UUID 前缀: {8hex}_{original_name}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039100" y="1047750"/>
            <a:ext cx="3390900" cy="5191125"/>
            <a:chOff x="8039100" y="1047750"/>
            <a:chExt cx="3390900" cy="5191125"/>
          </a:xfrm>
        </p:grpSpPr>
        <p:sp>
          <p:nvSpPr>
            <p:cNvPr id="65" name="Rectangle 65"/>
            <p:cNvSpPr/>
            <p:nvPr/>
          </p:nvSpPr>
          <p:spPr>
            <a:xfrm>
              <a:off x="8039100" y="1047750"/>
              <a:ext cx="339090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39100" y="104775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8349853" y="1310878"/>
              <a:ext cx="216694" cy="216694"/>
              <a:chOff x="8349853" y="1310878"/>
              <a:chExt cx="216694" cy="216694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358188" y="131921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49853" y="1310878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25016" y="158353"/>
                    </a:moveTo>
                    <a:cubicBezTo>
                      <a:pt x="125016" y="162956"/>
                      <a:pt x="121284" y="166688"/>
                      <a:pt x="116681" y="166688"/>
                    </a:cubicBezTo>
                    <a:cubicBezTo>
                      <a:pt x="107475" y="166688"/>
                      <a:pt x="100012" y="159225"/>
                      <a:pt x="100012" y="150019"/>
                    </a:cubicBezTo>
                    <a:lnTo>
                      <a:pt x="100012" y="108347"/>
                    </a:lnTo>
                    <a:cubicBezTo>
                      <a:pt x="95410" y="108347"/>
                      <a:pt x="91678" y="104615"/>
                      <a:pt x="91678" y="100012"/>
                    </a:cubicBezTo>
                    <a:cubicBezTo>
                      <a:pt x="91678" y="95410"/>
                      <a:pt x="95410" y="91678"/>
                      <a:pt x="100012" y="91678"/>
                    </a:cubicBezTo>
                    <a:cubicBezTo>
                      <a:pt x="109218" y="91678"/>
                      <a:pt x="116681" y="99141"/>
                      <a:pt x="116681" y="108347"/>
                    </a:cubicBezTo>
                    <a:lnTo>
                      <a:pt x="116681" y="150019"/>
                    </a:lnTo>
                    <a:cubicBezTo>
                      <a:pt x="121284" y="150019"/>
                      <a:pt x="125016" y="153750"/>
                      <a:pt x="125016" y="158353"/>
                    </a:cubicBezTo>
                    <a:close/>
                    <a:moveTo>
                      <a:pt x="216694" y="108347"/>
                    </a:moveTo>
                    <a:cubicBezTo>
                      <a:pt x="216694" y="168185"/>
                      <a:pt x="168185" y="216694"/>
                      <a:pt x="108347" y="216694"/>
                    </a:cubicBezTo>
                    <a:cubicBezTo>
                      <a:pt x="48509" y="216694"/>
                      <a:pt x="0" y="168185"/>
                      <a:pt x="0" y="108347"/>
                    </a:cubicBezTo>
                    <a:cubicBezTo>
                      <a:pt x="0" y="48509"/>
                      <a:pt x="48509" y="0"/>
                      <a:pt x="108347" y="0"/>
                    </a:cubicBezTo>
                    <a:cubicBezTo>
                      <a:pt x="168159" y="63"/>
                      <a:pt x="216631" y="48535"/>
                      <a:pt x="216694" y="108347"/>
                    </a:cubicBezTo>
                    <a:close/>
                    <a:moveTo>
                      <a:pt x="200025" y="108347"/>
                    </a:moveTo>
                    <a:cubicBezTo>
                      <a:pt x="200025" y="57714"/>
                      <a:pt x="158979" y="16669"/>
                      <a:pt x="108347" y="16669"/>
                    </a:cubicBezTo>
                    <a:cubicBezTo>
                      <a:pt x="57714" y="16669"/>
                      <a:pt x="16669" y="57714"/>
                      <a:pt x="16669" y="108347"/>
                    </a:cubicBezTo>
                    <a:cubicBezTo>
                      <a:pt x="16669" y="158979"/>
                      <a:pt x="57714" y="200025"/>
                      <a:pt x="108347" y="200025"/>
                    </a:cubicBezTo>
                    <a:cubicBezTo>
                      <a:pt x="158956" y="199968"/>
                      <a:pt x="199968" y="158956"/>
                      <a:pt x="200025" y="108347"/>
                    </a:cubicBezTo>
                    <a:close/>
                    <a:moveTo>
                      <a:pt x="104180" y="75009"/>
                    </a:moveTo>
                    <a:cubicBezTo>
                      <a:pt x="111084" y="75009"/>
                      <a:pt x="116681" y="69412"/>
                      <a:pt x="116681" y="62508"/>
                    </a:cubicBezTo>
                    <a:cubicBezTo>
                      <a:pt x="116681" y="55603"/>
                      <a:pt x="111084" y="50006"/>
                      <a:pt x="104180" y="50006"/>
                    </a:cubicBezTo>
                    <a:cubicBezTo>
                      <a:pt x="97275" y="50006"/>
                      <a:pt x="91678" y="55603"/>
                      <a:pt x="91678" y="62508"/>
                    </a:cubicBezTo>
                    <a:cubicBezTo>
                      <a:pt x="91678" y="69412"/>
                      <a:pt x="97275" y="75009"/>
                      <a:pt x="104180" y="75009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8684895" y="129825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完整元数据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8305800" y="1714500"/>
              <a:ext cx="2857500" cy="533400"/>
              <a:chOff x="8305800" y="1714500"/>
              <a:chExt cx="2857500" cy="53340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8305800" y="17145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8483918" y="1828324"/>
                <a:ext cx="4752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source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322118" y="18283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原始文件名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484870" y="203644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回答溯源依据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8305800" y="2305050"/>
              <a:ext cx="3046285" cy="533400"/>
              <a:chOff x="8305800" y="2305050"/>
              <a:chExt cx="3046285" cy="5334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8305800" y="2305050"/>
                <a:ext cx="2857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83918" y="2418874"/>
                <a:ext cx="63226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file_type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9369742" y="24188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格式类型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484870" y="2626995"/>
                <a:ext cx="286721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/ docx / txt / csv / markdown / html / image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8305800" y="2895600"/>
              <a:ext cx="2857500" cy="533400"/>
              <a:chOff x="8305800" y="2895600"/>
              <a:chExt cx="2857500" cy="53340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8305800" y="28956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8483918" y="3009424"/>
                <a:ext cx="8165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chunk_index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655492" y="30094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分块序号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484870" y="3217545"/>
                <a:ext cx="136102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文档内部位置定位 + 去重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8305800" y="3486150"/>
              <a:ext cx="2857500" cy="533400"/>
              <a:chOff x="8305800" y="3486150"/>
              <a:chExt cx="2857500" cy="5334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305800" y="3486150"/>
                <a:ext cx="2857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8483918" y="3599974"/>
                <a:ext cx="8097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upload_time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9703118" y="35999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上传时间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8484870" y="3808095"/>
                <a:ext cx="14210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YYYY-MM-DD HH:MM 格式</a:t>
                </a:r>
              </a:p>
            </p:txBody>
          </p:sp>
        </p:grpSp>
        <p:sp>
          <p:nvSpPr>
            <p:cNvPr id="91" name="TextBox 91"/>
            <p:cNvSpPr txBox="1"/>
            <p:nvPr/>
          </p:nvSpPr>
          <p:spPr>
            <a:xfrm>
              <a:off x="8293418" y="4228624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每个分块 = 内容 + 4 项元数据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293418" y="4447699"/>
              <a:ext cx="20530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source 支持页面刷新恢复文件列表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94" name="Rectangle 94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64" grpId="0"/>
      <p:bldP spid="9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37185"/>
            <a:ext cx="3683922" cy="574834"/>
            <a:chOff x="762000" y="337185"/>
            <a:chExt cx="3683922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37185"/>
              <a:ext cx="35277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向量存储 &amp; 智能代理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713899"/>
              <a:ext cx="3333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VECTORSTORE · CHROMADB &amp; AGENT · LANGGRAPH REACT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1047750"/>
            <a:ext cx="5238750" cy="5191125"/>
            <a:chOff x="762000" y="1047750"/>
            <a:chExt cx="5238750" cy="5191125"/>
          </a:xfrm>
        </p:grpSpPr>
        <p:sp>
          <p:nvSpPr>
            <p:cNvPr id="7" name="Rectangle 7"/>
            <p:cNvSpPr/>
            <p:nvPr/>
          </p:nvSpPr>
          <p:spPr>
            <a:xfrm>
              <a:off x="762000" y="1047750"/>
              <a:ext cx="52387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52387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1088" y="1329928"/>
              <a:ext cx="200025" cy="216694"/>
              <a:chOff x="1081088" y="1329928"/>
              <a:chExt cx="200025" cy="21669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9422" y="1338262"/>
                <a:ext cx="18335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00012">
                    <a:moveTo>
                      <a:pt x="183356" y="50006"/>
                    </a:moveTo>
                    <a:cubicBezTo>
                      <a:pt x="183356" y="77624"/>
                      <a:pt x="142309" y="100012"/>
                      <a:pt x="91678" y="100012"/>
                    </a:cubicBezTo>
                    <a:cubicBezTo>
                      <a:pt x="41047" y="100012"/>
                      <a:pt x="0" y="77624"/>
                      <a:pt x="0" y="50006"/>
                    </a:cubicBezTo>
                    <a:cubicBezTo>
                      <a:pt x="0" y="22388"/>
                      <a:pt x="41047" y="0"/>
                      <a:pt x="91678" y="0"/>
                    </a:cubicBezTo>
                    <a:cubicBezTo>
                      <a:pt x="142309" y="0"/>
                      <a:pt x="183356" y="22388"/>
                      <a:pt x="183356" y="50006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1088" y="1329928"/>
                <a:ext cx="2000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16694">
                    <a:moveTo>
                      <a:pt x="100012" y="0"/>
                    </a:moveTo>
                    <a:cubicBezTo>
                      <a:pt x="43933" y="0"/>
                      <a:pt x="0" y="25628"/>
                      <a:pt x="0" y="58341"/>
                    </a:cubicBezTo>
                    <a:lnTo>
                      <a:pt x="0" y="158353"/>
                    </a:lnTo>
                    <a:cubicBezTo>
                      <a:pt x="0" y="191066"/>
                      <a:pt x="43933" y="216694"/>
                      <a:pt x="100012" y="216694"/>
                    </a:cubicBezTo>
                    <a:cubicBezTo>
                      <a:pt x="156092" y="216694"/>
                      <a:pt x="200025" y="191066"/>
                      <a:pt x="200025" y="158353"/>
                    </a:cubicBezTo>
                    <a:lnTo>
                      <a:pt x="200025" y="58341"/>
                    </a:lnTo>
                    <a:cubicBezTo>
                      <a:pt x="200025" y="25628"/>
                      <a:pt x="156092" y="0"/>
                      <a:pt x="100012" y="0"/>
                    </a:cubicBezTo>
                    <a:close/>
                    <a:moveTo>
                      <a:pt x="183356" y="108347"/>
                    </a:moveTo>
                    <a:cubicBezTo>
                      <a:pt x="183356" y="118369"/>
                      <a:pt x="175147" y="128589"/>
                      <a:pt x="160843" y="136392"/>
                    </a:cubicBezTo>
                    <a:cubicBezTo>
                      <a:pt x="144737" y="145174"/>
                      <a:pt x="123130" y="150019"/>
                      <a:pt x="100012" y="150019"/>
                    </a:cubicBezTo>
                    <a:cubicBezTo>
                      <a:pt x="76895" y="150019"/>
                      <a:pt x="55288" y="145174"/>
                      <a:pt x="39182" y="136392"/>
                    </a:cubicBezTo>
                    <a:cubicBezTo>
                      <a:pt x="24878" y="128589"/>
                      <a:pt x="16669" y="118369"/>
                      <a:pt x="16669" y="108347"/>
                    </a:cubicBezTo>
                    <a:lnTo>
                      <a:pt x="16669" y="91011"/>
                    </a:lnTo>
                    <a:cubicBezTo>
                      <a:pt x="34442" y="106638"/>
                      <a:pt x="64831" y="116681"/>
                      <a:pt x="100012" y="116681"/>
                    </a:cubicBezTo>
                    <a:cubicBezTo>
                      <a:pt x="135194" y="116681"/>
                      <a:pt x="165583" y="106597"/>
                      <a:pt x="183356" y="91011"/>
                    </a:cubicBezTo>
                    <a:close/>
                    <a:moveTo>
                      <a:pt x="39182" y="30295"/>
                    </a:moveTo>
                    <a:cubicBezTo>
                      <a:pt x="55288" y="21513"/>
                      <a:pt x="76895" y="16669"/>
                      <a:pt x="100012" y="16669"/>
                    </a:cubicBezTo>
                    <a:cubicBezTo>
                      <a:pt x="123130" y="16669"/>
                      <a:pt x="144737" y="21513"/>
                      <a:pt x="160843" y="30295"/>
                    </a:cubicBezTo>
                    <a:cubicBezTo>
                      <a:pt x="175147" y="38099"/>
                      <a:pt x="183356" y="48319"/>
                      <a:pt x="183356" y="58341"/>
                    </a:cubicBezTo>
                    <a:cubicBezTo>
                      <a:pt x="183356" y="68363"/>
                      <a:pt x="175147" y="78583"/>
                      <a:pt x="160843" y="86386"/>
                    </a:cubicBezTo>
                    <a:cubicBezTo>
                      <a:pt x="144737" y="95168"/>
                      <a:pt x="123130" y="100012"/>
                      <a:pt x="100012" y="100012"/>
                    </a:cubicBezTo>
                    <a:cubicBezTo>
                      <a:pt x="76895" y="100012"/>
                      <a:pt x="55288" y="95168"/>
                      <a:pt x="39182" y="86386"/>
                    </a:cubicBezTo>
                    <a:cubicBezTo>
                      <a:pt x="24878" y="78583"/>
                      <a:pt x="16669" y="68363"/>
                      <a:pt x="16669" y="58341"/>
                    </a:cubicBezTo>
                    <a:cubicBezTo>
                      <a:pt x="16669" y="48319"/>
                      <a:pt x="24878" y="38099"/>
                      <a:pt x="39182" y="30295"/>
                    </a:cubicBezTo>
                    <a:close/>
                    <a:moveTo>
                      <a:pt x="160843" y="186398"/>
                    </a:moveTo>
                    <a:cubicBezTo>
                      <a:pt x="144737" y="195181"/>
                      <a:pt x="123130" y="200025"/>
                      <a:pt x="100012" y="200025"/>
                    </a:cubicBezTo>
                    <a:cubicBezTo>
                      <a:pt x="76895" y="200025"/>
                      <a:pt x="55288" y="195181"/>
                      <a:pt x="39182" y="186398"/>
                    </a:cubicBezTo>
                    <a:cubicBezTo>
                      <a:pt x="24878" y="178595"/>
                      <a:pt x="16669" y="168375"/>
                      <a:pt x="16669" y="158353"/>
                    </a:cubicBezTo>
                    <a:lnTo>
                      <a:pt x="16669" y="141018"/>
                    </a:lnTo>
                    <a:cubicBezTo>
                      <a:pt x="34442" y="156645"/>
                      <a:pt x="64831" y="166688"/>
                      <a:pt x="100012" y="166688"/>
                    </a:cubicBezTo>
                    <a:cubicBezTo>
                      <a:pt x="135194" y="166688"/>
                      <a:pt x="165583" y="156603"/>
                      <a:pt x="183356" y="141018"/>
                    </a:cubicBezTo>
                    <a:lnTo>
                      <a:pt x="183356" y="158353"/>
                    </a:lnTo>
                    <a:cubicBezTo>
                      <a:pt x="183356" y="168375"/>
                      <a:pt x="175147" y="178595"/>
                      <a:pt x="160843" y="186398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7795" y="1317308"/>
              <a:ext cx="2375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VectorStoreManager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225" y="1604962"/>
              <a:ext cx="176926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CHROMADB + HUGGINGFACE EMBEDDINGS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1905000"/>
              <a:ext cx="4705350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3960" y="2013585"/>
              <a:ext cx="1240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Embedding 模型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5865" y="2248852"/>
              <a:ext cx="2715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06818" y="2466499"/>
              <a:ext cx="34831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本地 CPU · normalize_embeddings=True · HF Mirror 回退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28700" y="2876550"/>
              <a:ext cx="4705350" cy="1238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03960" y="2985135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05865" y="3239452"/>
              <a:ext cx="2532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懒加载初始化 (self._store property)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05865" y="3449002"/>
              <a:ext cx="24559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去重: source + chunk_index 组合 key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05865" y="3658552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持久化: data/chroma_db/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06818" y="3876199"/>
              <a:ext cx="27161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close() 释放 Chroma 资源锁 (Windows 必需)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28700" y="4248150"/>
              <a:ext cx="2238375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05865" y="4382452"/>
              <a:ext cx="14453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search(query, k=4)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06818" y="4600099"/>
              <a:ext cx="1695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similarity_search 语义检索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06818" y="48096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返回 Top-K 最相关分块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29000" y="4248150"/>
              <a:ext cx="2305050" cy="857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06165" y="4382452"/>
              <a:ext cx="14086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get_source_files()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07118" y="4600099"/>
              <a:ext cx="17409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collection.get(metadatas)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07118" y="48096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页面刷新恢复文件列表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72200" y="1047750"/>
            <a:ext cx="5257800" cy="5191125"/>
            <a:chOff x="6172200" y="1047750"/>
            <a:chExt cx="5257800" cy="5191125"/>
          </a:xfrm>
        </p:grpSpPr>
        <p:sp>
          <p:nvSpPr>
            <p:cNvPr id="33" name="Rectangle 33"/>
            <p:cNvSpPr/>
            <p:nvPr/>
          </p:nvSpPr>
          <p:spPr>
            <a:xfrm>
              <a:off x="6172200" y="1047750"/>
              <a:ext cx="525780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172200" y="1047750"/>
              <a:ext cx="5257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66277" y="1325740"/>
              <a:ext cx="250039" cy="216736"/>
              <a:chOff x="6466277" y="1325740"/>
              <a:chExt cx="250039" cy="21673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474574" y="1338262"/>
                <a:ext cx="233414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33414" h="191691">
                    <a:moveTo>
                      <a:pt x="233407" y="95845"/>
                    </a:moveTo>
                    <a:cubicBezTo>
                      <a:pt x="233414" y="117043"/>
                      <a:pt x="220055" y="135942"/>
                      <a:pt x="200070" y="143007"/>
                    </a:cubicBezTo>
                    <a:lnTo>
                      <a:pt x="200070" y="143007"/>
                    </a:lnTo>
                    <a:lnTo>
                      <a:pt x="200070" y="150019"/>
                    </a:lnTo>
                    <a:cubicBezTo>
                      <a:pt x="200070" y="173033"/>
                      <a:pt x="181413" y="191691"/>
                      <a:pt x="158398" y="191691"/>
                    </a:cubicBezTo>
                    <a:cubicBezTo>
                      <a:pt x="135383" y="191691"/>
                      <a:pt x="116726" y="173033"/>
                      <a:pt x="116726" y="150019"/>
                    </a:cubicBezTo>
                    <a:cubicBezTo>
                      <a:pt x="116726" y="173033"/>
                      <a:pt x="98069" y="191691"/>
                      <a:pt x="75054" y="191691"/>
                    </a:cubicBezTo>
                    <a:cubicBezTo>
                      <a:pt x="52039" y="191691"/>
                      <a:pt x="33382" y="173033"/>
                      <a:pt x="33382" y="150019"/>
                    </a:cubicBezTo>
                    <a:lnTo>
                      <a:pt x="33382" y="143007"/>
                    </a:lnTo>
                    <a:lnTo>
                      <a:pt x="33382" y="143007"/>
                    </a:lnTo>
                    <a:cubicBezTo>
                      <a:pt x="13379" y="135957"/>
                      <a:pt x="0" y="117055"/>
                      <a:pt x="0" y="95845"/>
                    </a:cubicBezTo>
                    <a:cubicBezTo>
                      <a:pt x="0" y="74636"/>
                      <a:pt x="13379" y="55734"/>
                      <a:pt x="33382" y="48683"/>
                    </a:cubicBezTo>
                    <a:lnTo>
                      <a:pt x="33382" y="41672"/>
                    </a:lnTo>
                    <a:cubicBezTo>
                      <a:pt x="33382" y="18657"/>
                      <a:pt x="52039" y="0"/>
                      <a:pt x="75054" y="0"/>
                    </a:cubicBezTo>
                    <a:cubicBezTo>
                      <a:pt x="98069" y="0"/>
                      <a:pt x="116726" y="18657"/>
                      <a:pt x="116726" y="41672"/>
                    </a:cubicBezTo>
                    <a:cubicBezTo>
                      <a:pt x="116726" y="18657"/>
                      <a:pt x="135383" y="0"/>
                      <a:pt x="158398" y="0"/>
                    </a:cubicBezTo>
                    <a:cubicBezTo>
                      <a:pt x="181413" y="0"/>
                      <a:pt x="200070" y="18657"/>
                      <a:pt x="200070" y="41672"/>
                    </a:cubicBezTo>
                    <a:lnTo>
                      <a:pt x="200070" y="48683"/>
                    </a:lnTo>
                    <a:cubicBezTo>
                      <a:pt x="220055" y="55749"/>
                      <a:pt x="233414" y="74648"/>
                      <a:pt x="233407" y="9584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66277" y="1325740"/>
                <a:ext cx="250039" cy="216736"/>
              </a:xfrm>
              <a:custGeom>
                <a:avLst/>
                <a:gdLst/>
                <a:ahLst/>
                <a:cxnLst/>
                <a:rect l="l" t="t" r="r" b="b"/>
                <a:pathLst>
                  <a:path w="250039" h="216736">
                    <a:moveTo>
                      <a:pt x="250039" y="108368"/>
                    </a:moveTo>
                    <a:cubicBezTo>
                      <a:pt x="250017" y="85837"/>
                      <a:pt x="237047" y="65324"/>
                      <a:pt x="216702" y="55643"/>
                    </a:cubicBezTo>
                    <a:lnTo>
                      <a:pt x="216702" y="54195"/>
                    </a:lnTo>
                    <a:cubicBezTo>
                      <a:pt x="216682" y="32145"/>
                      <a:pt x="202223" y="12711"/>
                      <a:pt x="181109" y="6356"/>
                    </a:cubicBezTo>
                    <a:cubicBezTo>
                      <a:pt x="159996" y="0"/>
                      <a:pt x="137212" y="8223"/>
                      <a:pt x="125023" y="26597"/>
                    </a:cubicBezTo>
                    <a:cubicBezTo>
                      <a:pt x="112835" y="8223"/>
                      <a:pt x="90051" y="0"/>
                      <a:pt x="68937" y="6356"/>
                    </a:cubicBezTo>
                    <a:cubicBezTo>
                      <a:pt x="47824" y="12711"/>
                      <a:pt x="33365" y="32145"/>
                      <a:pt x="33345" y="54195"/>
                    </a:cubicBezTo>
                    <a:lnTo>
                      <a:pt x="33345" y="55643"/>
                    </a:lnTo>
                    <a:cubicBezTo>
                      <a:pt x="12981" y="65299"/>
                      <a:pt x="0" y="85820"/>
                      <a:pt x="0" y="108358"/>
                    </a:cubicBezTo>
                    <a:cubicBezTo>
                      <a:pt x="0" y="130895"/>
                      <a:pt x="12981" y="151417"/>
                      <a:pt x="33345" y="161073"/>
                    </a:cubicBezTo>
                    <a:lnTo>
                      <a:pt x="33345" y="162542"/>
                    </a:lnTo>
                    <a:cubicBezTo>
                      <a:pt x="33365" y="184591"/>
                      <a:pt x="47824" y="204025"/>
                      <a:pt x="68937" y="210381"/>
                    </a:cubicBezTo>
                    <a:cubicBezTo>
                      <a:pt x="90051" y="216736"/>
                      <a:pt x="112835" y="208513"/>
                      <a:pt x="125023" y="190139"/>
                    </a:cubicBezTo>
                    <a:cubicBezTo>
                      <a:pt x="137212" y="208513"/>
                      <a:pt x="159996" y="216736"/>
                      <a:pt x="181109" y="210381"/>
                    </a:cubicBezTo>
                    <a:cubicBezTo>
                      <a:pt x="202223" y="204025"/>
                      <a:pt x="216682" y="184591"/>
                      <a:pt x="216702" y="162542"/>
                    </a:cubicBezTo>
                    <a:lnTo>
                      <a:pt x="216702" y="161073"/>
                    </a:lnTo>
                    <a:cubicBezTo>
                      <a:pt x="237043" y="151398"/>
                      <a:pt x="250014" y="130893"/>
                      <a:pt x="250039" y="108368"/>
                    </a:cubicBezTo>
                    <a:close/>
                    <a:moveTo>
                      <a:pt x="83352" y="195879"/>
                    </a:moveTo>
                    <a:cubicBezTo>
                      <a:pt x="66329" y="195877"/>
                      <a:pt x="52042" y="183050"/>
                      <a:pt x="50212" y="166125"/>
                    </a:cubicBezTo>
                    <a:cubicBezTo>
                      <a:pt x="52907" y="166510"/>
                      <a:pt x="55626" y="166705"/>
                      <a:pt x="58348" y="166709"/>
                    </a:cubicBezTo>
                    <a:lnTo>
                      <a:pt x="66683" y="166709"/>
                    </a:lnTo>
                    <a:cubicBezTo>
                      <a:pt x="71286" y="166709"/>
                      <a:pt x="75017" y="162977"/>
                      <a:pt x="75017" y="158374"/>
                    </a:cubicBezTo>
                    <a:cubicBezTo>
                      <a:pt x="75017" y="153771"/>
                      <a:pt x="71286" y="150040"/>
                      <a:pt x="66683" y="150040"/>
                    </a:cubicBezTo>
                    <a:lnTo>
                      <a:pt x="58348" y="150040"/>
                    </a:lnTo>
                    <a:cubicBezTo>
                      <a:pt x="38033" y="150064"/>
                      <a:pt x="20661" y="135435"/>
                      <a:pt x="17227" y="115412"/>
                    </a:cubicBezTo>
                    <a:cubicBezTo>
                      <a:pt x="13794" y="95389"/>
                      <a:pt x="25299" y="75807"/>
                      <a:pt x="44461" y="69061"/>
                    </a:cubicBezTo>
                    <a:cubicBezTo>
                      <a:pt x="47789" y="67883"/>
                      <a:pt x="50013" y="64736"/>
                      <a:pt x="50014" y="61206"/>
                    </a:cubicBezTo>
                    <a:lnTo>
                      <a:pt x="50014" y="54195"/>
                    </a:lnTo>
                    <a:cubicBezTo>
                      <a:pt x="50014" y="35783"/>
                      <a:pt x="64940" y="20857"/>
                      <a:pt x="83352" y="20857"/>
                    </a:cubicBezTo>
                    <a:cubicBezTo>
                      <a:pt x="101763" y="20857"/>
                      <a:pt x="116689" y="35783"/>
                      <a:pt x="116689" y="54195"/>
                    </a:cubicBezTo>
                    <a:lnTo>
                      <a:pt x="116689" y="125308"/>
                    </a:lnTo>
                    <a:cubicBezTo>
                      <a:pt x="107537" y="117076"/>
                      <a:pt x="95661" y="112526"/>
                      <a:pt x="83352" y="112535"/>
                    </a:cubicBezTo>
                    <a:cubicBezTo>
                      <a:pt x="78749" y="112535"/>
                      <a:pt x="75017" y="116267"/>
                      <a:pt x="75017" y="120870"/>
                    </a:cubicBezTo>
                    <a:cubicBezTo>
                      <a:pt x="75017" y="125473"/>
                      <a:pt x="78749" y="129204"/>
                      <a:pt x="83352" y="129204"/>
                    </a:cubicBezTo>
                    <a:cubicBezTo>
                      <a:pt x="101763" y="129204"/>
                      <a:pt x="116689" y="144130"/>
                      <a:pt x="116689" y="162542"/>
                    </a:cubicBezTo>
                    <a:cubicBezTo>
                      <a:pt x="116689" y="180953"/>
                      <a:pt x="101763" y="195879"/>
                      <a:pt x="83352" y="195879"/>
                    </a:cubicBezTo>
                    <a:close/>
                    <a:moveTo>
                      <a:pt x="191698" y="150040"/>
                    </a:moveTo>
                    <a:lnTo>
                      <a:pt x="183364" y="150040"/>
                    </a:lnTo>
                    <a:cubicBezTo>
                      <a:pt x="178761" y="150040"/>
                      <a:pt x="175030" y="153771"/>
                      <a:pt x="175030" y="158374"/>
                    </a:cubicBezTo>
                    <a:cubicBezTo>
                      <a:pt x="175030" y="162977"/>
                      <a:pt x="178761" y="166709"/>
                      <a:pt x="183364" y="166709"/>
                    </a:cubicBezTo>
                    <a:lnTo>
                      <a:pt x="191698" y="166709"/>
                    </a:lnTo>
                    <a:cubicBezTo>
                      <a:pt x="194421" y="166705"/>
                      <a:pt x="197140" y="166510"/>
                      <a:pt x="199835" y="166125"/>
                    </a:cubicBezTo>
                    <a:cubicBezTo>
                      <a:pt x="197906" y="183968"/>
                      <a:pt x="182198" y="197081"/>
                      <a:pt x="164297" y="195793"/>
                    </a:cubicBezTo>
                    <a:cubicBezTo>
                      <a:pt x="146397" y="194505"/>
                      <a:pt x="132729" y="179277"/>
                      <a:pt x="133375" y="161342"/>
                    </a:cubicBezTo>
                    <a:cubicBezTo>
                      <a:pt x="134021" y="143407"/>
                      <a:pt x="148749" y="129201"/>
                      <a:pt x="166695" y="129204"/>
                    </a:cubicBezTo>
                    <a:cubicBezTo>
                      <a:pt x="171298" y="129204"/>
                      <a:pt x="175030" y="125473"/>
                      <a:pt x="175030" y="120870"/>
                    </a:cubicBezTo>
                    <a:cubicBezTo>
                      <a:pt x="175030" y="116267"/>
                      <a:pt x="171298" y="112535"/>
                      <a:pt x="166695" y="112535"/>
                    </a:cubicBezTo>
                    <a:cubicBezTo>
                      <a:pt x="154386" y="112526"/>
                      <a:pt x="142510" y="117076"/>
                      <a:pt x="133358" y="125308"/>
                    </a:cubicBezTo>
                    <a:lnTo>
                      <a:pt x="133358" y="54195"/>
                    </a:lnTo>
                    <a:cubicBezTo>
                      <a:pt x="133358" y="35783"/>
                      <a:pt x="148284" y="20857"/>
                      <a:pt x="166695" y="20857"/>
                    </a:cubicBezTo>
                    <a:cubicBezTo>
                      <a:pt x="185107" y="20857"/>
                      <a:pt x="200033" y="35783"/>
                      <a:pt x="200033" y="54195"/>
                    </a:cubicBezTo>
                    <a:lnTo>
                      <a:pt x="200033" y="61206"/>
                    </a:lnTo>
                    <a:cubicBezTo>
                      <a:pt x="200033" y="64736"/>
                      <a:pt x="202258" y="67883"/>
                      <a:pt x="205586" y="69061"/>
                    </a:cubicBezTo>
                    <a:cubicBezTo>
                      <a:pt x="224748" y="75807"/>
                      <a:pt x="236253" y="95389"/>
                      <a:pt x="232819" y="115412"/>
                    </a:cubicBezTo>
                    <a:cubicBezTo>
                      <a:pt x="229386" y="135435"/>
                      <a:pt x="212014" y="150064"/>
                      <a:pt x="191698" y="150040"/>
                    </a:cubicBezTo>
                    <a:close/>
                    <a:moveTo>
                      <a:pt x="208367" y="95867"/>
                    </a:moveTo>
                    <a:cubicBezTo>
                      <a:pt x="208367" y="100469"/>
                      <a:pt x="204636" y="104201"/>
                      <a:pt x="200033" y="104201"/>
                    </a:cubicBezTo>
                    <a:lnTo>
                      <a:pt x="195866" y="104201"/>
                    </a:lnTo>
                    <a:cubicBezTo>
                      <a:pt x="175152" y="104201"/>
                      <a:pt x="158361" y="87409"/>
                      <a:pt x="158361" y="66696"/>
                    </a:cubicBezTo>
                    <a:lnTo>
                      <a:pt x="158361" y="62529"/>
                    </a:lnTo>
                    <a:cubicBezTo>
                      <a:pt x="158361" y="57926"/>
                      <a:pt x="162092" y="54195"/>
                      <a:pt x="166695" y="54195"/>
                    </a:cubicBezTo>
                    <a:cubicBezTo>
                      <a:pt x="171298" y="54195"/>
                      <a:pt x="175030" y="57926"/>
                      <a:pt x="175030" y="62529"/>
                    </a:cubicBezTo>
                    <a:lnTo>
                      <a:pt x="175030" y="66696"/>
                    </a:lnTo>
                    <a:cubicBezTo>
                      <a:pt x="175030" y="78204"/>
                      <a:pt x="184358" y="87532"/>
                      <a:pt x="195866" y="87532"/>
                    </a:cubicBezTo>
                    <a:lnTo>
                      <a:pt x="200033" y="87532"/>
                    </a:lnTo>
                    <a:cubicBezTo>
                      <a:pt x="204636" y="87532"/>
                      <a:pt x="208367" y="91264"/>
                      <a:pt x="208367" y="95867"/>
                    </a:cubicBezTo>
                    <a:close/>
                    <a:moveTo>
                      <a:pt x="54181" y="104201"/>
                    </a:moveTo>
                    <a:lnTo>
                      <a:pt x="50014" y="104201"/>
                    </a:lnTo>
                    <a:cubicBezTo>
                      <a:pt x="45411" y="104201"/>
                      <a:pt x="41680" y="100469"/>
                      <a:pt x="41680" y="95867"/>
                    </a:cubicBezTo>
                    <a:cubicBezTo>
                      <a:pt x="41680" y="91264"/>
                      <a:pt x="45411" y="87532"/>
                      <a:pt x="50014" y="87532"/>
                    </a:cubicBezTo>
                    <a:lnTo>
                      <a:pt x="54181" y="87532"/>
                    </a:lnTo>
                    <a:cubicBezTo>
                      <a:pt x="65689" y="87532"/>
                      <a:pt x="75017" y="78204"/>
                      <a:pt x="75017" y="66696"/>
                    </a:cubicBezTo>
                    <a:lnTo>
                      <a:pt x="75017" y="62529"/>
                    </a:lnTo>
                    <a:cubicBezTo>
                      <a:pt x="75017" y="57926"/>
                      <a:pt x="78749" y="54195"/>
                      <a:pt x="83352" y="54195"/>
                    </a:cubicBezTo>
                    <a:cubicBezTo>
                      <a:pt x="87955" y="54195"/>
                      <a:pt x="91686" y="57926"/>
                      <a:pt x="91686" y="62529"/>
                    </a:cubicBezTo>
                    <a:lnTo>
                      <a:pt x="91686" y="66696"/>
                    </a:lnTo>
                    <a:cubicBezTo>
                      <a:pt x="91686" y="87409"/>
                      <a:pt x="74895" y="104201"/>
                      <a:pt x="54181" y="104201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817995" y="1317308"/>
              <a:ext cx="16129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AgentManager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29425" y="1604962"/>
              <a:ext cx="1589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LANGGRAPH REACT · DEEPSEEK LLM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38900" y="1905000"/>
              <a:ext cx="4724400" cy="666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4160" y="2013585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ChatOpenAI → DeepSeek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7018" y="2237899"/>
              <a:ext cx="28461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model: deepseek-v4-pro · temperature: 0.3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7970" y="2417445"/>
              <a:ext cx="29812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OpenAI-compatible: https://api.deepseek.com/v1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38900" y="2686050"/>
              <a:ext cx="4724400" cy="1047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4160" y="279463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双工具协同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29400" y="3048000"/>
              <a:ext cx="219075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753679" y="3229403"/>
              <a:ext cx="145924" cy="145950"/>
              <a:chOff x="6753679" y="3229403"/>
              <a:chExt cx="145924" cy="14595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765131" y="3240881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107156" y="53578"/>
                    </a:moveTo>
                    <a:cubicBezTo>
                      <a:pt x="107156" y="83169"/>
                      <a:pt x="83169" y="107156"/>
                      <a:pt x="53578" y="107156"/>
                    </a:cubicBezTo>
                    <a:cubicBezTo>
                      <a:pt x="23988" y="107156"/>
                      <a:pt x="0" y="83169"/>
                      <a:pt x="0" y="53578"/>
                    </a:cubicBezTo>
                    <a:cubicBezTo>
                      <a:pt x="0" y="23988"/>
                      <a:pt x="23988" y="0"/>
                      <a:pt x="53578" y="0"/>
                    </a:cubicBezTo>
                    <a:cubicBezTo>
                      <a:pt x="83169" y="0"/>
                      <a:pt x="107156" y="23988"/>
                      <a:pt x="107156" y="53578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53679" y="3229403"/>
                <a:ext cx="145924" cy="145950"/>
              </a:xfrm>
              <a:custGeom>
                <a:avLst/>
                <a:gdLst/>
                <a:ahLst/>
                <a:cxnLst/>
                <a:rect l="l" t="t" r="r" b="b"/>
                <a:pathLst>
                  <a:path w="145924" h="145950">
                    <a:moveTo>
                      <a:pt x="143831" y="136275"/>
                    </a:moveTo>
                    <a:lnTo>
                      <a:pt x="110304" y="102748"/>
                    </a:lnTo>
                    <a:cubicBezTo>
                      <a:pt x="130530" y="78490"/>
                      <a:pt x="128099" y="42614"/>
                      <a:pt x="104784" y="21307"/>
                    </a:cubicBezTo>
                    <a:cubicBezTo>
                      <a:pt x="81469" y="0"/>
                      <a:pt x="45519" y="801"/>
                      <a:pt x="23176" y="23124"/>
                    </a:cubicBezTo>
                    <a:cubicBezTo>
                      <a:pt x="832" y="45448"/>
                      <a:pt x="0" y="81397"/>
                      <a:pt x="21286" y="104731"/>
                    </a:cubicBezTo>
                    <a:cubicBezTo>
                      <a:pt x="42572" y="128064"/>
                      <a:pt x="78447" y="130528"/>
                      <a:pt x="102723" y="110323"/>
                    </a:cubicBezTo>
                    <a:lnTo>
                      <a:pt x="136249" y="143856"/>
                    </a:lnTo>
                    <a:cubicBezTo>
                      <a:pt x="138343" y="145950"/>
                      <a:pt x="141737" y="145950"/>
                      <a:pt x="143831" y="143856"/>
                    </a:cubicBezTo>
                    <a:cubicBezTo>
                      <a:pt x="145924" y="141763"/>
                      <a:pt x="145924" y="138368"/>
                      <a:pt x="143831" y="136275"/>
                    </a:cubicBezTo>
                    <a:close/>
                    <a:moveTo>
                      <a:pt x="16810" y="65056"/>
                    </a:moveTo>
                    <a:cubicBezTo>
                      <a:pt x="16810" y="38425"/>
                      <a:pt x="38399" y="16836"/>
                      <a:pt x="65031" y="16836"/>
                    </a:cubicBezTo>
                    <a:cubicBezTo>
                      <a:pt x="91662" y="16836"/>
                      <a:pt x="113251" y="38425"/>
                      <a:pt x="113251" y="65056"/>
                    </a:cubicBezTo>
                    <a:cubicBezTo>
                      <a:pt x="113251" y="91687"/>
                      <a:pt x="91662" y="113276"/>
                      <a:pt x="65031" y="113276"/>
                    </a:cubicBezTo>
                    <a:cubicBezTo>
                      <a:pt x="38412" y="113247"/>
                      <a:pt x="16840" y="91675"/>
                      <a:pt x="16810" y="65056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978968" y="3247549"/>
              <a:ext cx="6663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retriever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32270" y="3446145"/>
              <a:ext cx="1361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文档语义检索 · 优先调用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72550" y="3048000"/>
              <a:ext cx="200025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9101989" y="3234478"/>
              <a:ext cx="140237" cy="140348"/>
              <a:chOff x="9101989" y="3234478"/>
              <a:chExt cx="140237" cy="14034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9101989" y="3234478"/>
                <a:ext cx="128852" cy="122741"/>
              </a:xfrm>
              <a:custGeom>
                <a:avLst/>
                <a:gdLst/>
                <a:ahLst/>
                <a:cxnLst/>
                <a:rect l="l" t="t" r="r" b="b"/>
                <a:pathLst>
                  <a:path w="128852" h="122741">
                    <a:moveTo>
                      <a:pt x="128852" y="97961"/>
                    </a:moveTo>
                    <a:cubicBezTo>
                      <a:pt x="124231" y="107813"/>
                      <a:pt x="117196" y="116336"/>
                      <a:pt x="108399" y="122741"/>
                    </a:cubicBezTo>
                    <a:lnTo>
                      <a:pt x="102130" y="116466"/>
                    </a:lnTo>
                    <a:cubicBezTo>
                      <a:pt x="101458" y="115792"/>
                      <a:pt x="100619" y="115308"/>
                      <a:pt x="99699" y="115066"/>
                    </a:cubicBezTo>
                    <a:lnTo>
                      <a:pt x="85320" y="111275"/>
                    </a:lnTo>
                    <a:cubicBezTo>
                      <a:pt x="82681" y="110581"/>
                      <a:pt x="80985" y="108015"/>
                      <a:pt x="81382" y="105315"/>
                    </a:cubicBezTo>
                    <a:lnTo>
                      <a:pt x="82976" y="94465"/>
                    </a:lnTo>
                    <a:cubicBezTo>
                      <a:pt x="83250" y="92604"/>
                      <a:pt x="84480" y="91023"/>
                      <a:pt x="86217" y="90300"/>
                    </a:cubicBezTo>
                    <a:lnTo>
                      <a:pt x="106617" y="81821"/>
                    </a:lnTo>
                    <a:cubicBezTo>
                      <a:pt x="108541" y="81022"/>
                      <a:pt x="110754" y="81412"/>
                      <a:pt x="112290" y="82819"/>
                    </a:cubicBezTo>
                    <a:close/>
                    <a:moveTo>
                      <a:pt x="91944" y="55293"/>
                    </a:moveTo>
                    <a:lnTo>
                      <a:pt x="106791" y="38014"/>
                    </a:lnTo>
                    <a:cubicBezTo>
                      <a:pt x="107626" y="37045"/>
                      <a:pt x="108087" y="35810"/>
                      <a:pt x="108091" y="34531"/>
                    </a:cubicBezTo>
                    <a:lnTo>
                      <a:pt x="108091" y="18458"/>
                    </a:lnTo>
                    <a:cubicBezTo>
                      <a:pt x="82427" y="0"/>
                      <a:pt x="47153" y="2937"/>
                      <a:pt x="24895" y="25385"/>
                    </a:cubicBezTo>
                    <a:cubicBezTo>
                      <a:pt x="2637" y="47833"/>
                      <a:pt x="0" y="83131"/>
                      <a:pt x="18676" y="108637"/>
                    </a:cubicBezTo>
                    <a:lnTo>
                      <a:pt x="25319" y="104270"/>
                    </a:lnTo>
                    <a:cubicBezTo>
                      <a:pt x="26814" y="103283"/>
                      <a:pt x="27716" y="101614"/>
                      <a:pt x="27724" y="99823"/>
                    </a:cubicBezTo>
                    <a:lnTo>
                      <a:pt x="27864" y="75559"/>
                    </a:lnTo>
                    <a:cubicBezTo>
                      <a:pt x="27871" y="74507"/>
                      <a:pt x="28186" y="73481"/>
                      <a:pt x="28768" y="72605"/>
                    </a:cubicBezTo>
                    <a:lnTo>
                      <a:pt x="42792" y="51643"/>
                    </a:lnTo>
                    <a:cubicBezTo>
                      <a:pt x="43605" y="50437"/>
                      <a:pt x="44873" y="49613"/>
                      <a:pt x="46305" y="49360"/>
                    </a:cubicBezTo>
                    <a:cubicBezTo>
                      <a:pt x="47738" y="49108"/>
                      <a:pt x="49211" y="49448"/>
                      <a:pt x="50387" y="50304"/>
                    </a:cubicBezTo>
                    <a:lnTo>
                      <a:pt x="63654" y="59010"/>
                    </a:lnTo>
                    <a:cubicBezTo>
                      <a:pt x="64772" y="59815"/>
                      <a:pt x="66154" y="60162"/>
                      <a:pt x="67519" y="59981"/>
                    </a:cubicBezTo>
                    <a:lnTo>
                      <a:pt x="88588" y="57128"/>
                    </a:lnTo>
                    <a:cubicBezTo>
                      <a:pt x="89894" y="56950"/>
                      <a:pt x="91089" y="56297"/>
                      <a:pt x="91944" y="55293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102923" y="3235523"/>
                <a:ext cx="139303" cy="139303"/>
              </a:xfrm>
              <a:custGeom>
                <a:avLst/>
                <a:gdLst/>
                <a:ahLst/>
                <a:cxnLst/>
                <a:rect l="l" t="t" r="r" b="b"/>
                <a:pathLst>
                  <a:path w="139303" h="139303">
                    <a:moveTo>
                      <a:pt x="69652" y="0"/>
                    </a:moveTo>
                    <a:cubicBezTo>
                      <a:pt x="31184" y="0"/>
                      <a:pt x="0" y="31184"/>
                      <a:pt x="0" y="69652"/>
                    </a:cubicBezTo>
                    <a:cubicBezTo>
                      <a:pt x="0" y="108119"/>
                      <a:pt x="31184" y="139303"/>
                      <a:pt x="69652" y="139303"/>
                    </a:cubicBezTo>
                    <a:cubicBezTo>
                      <a:pt x="108119" y="139303"/>
                      <a:pt x="139303" y="108119"/>
                      <a:pt x="139303" y="69652"/>
                    </a:cubicBezTo>
                    <a:cubicBezTo>
                      <a:pt x="139263" y="31201"/>
                      <a:pt x="108102" y="41"/>
                      <a:pt x="69652" y="0"/>
                    </a:cubicBezTo>
                    <a:close/>
                    <a:moveTo>
                      <a:pt x="69652" y="10716"/>
                    </a:moveTo>
                    <a:cubicBezTo>
                      <a:pt x="81070" y="10703"/>
                      <a:pt x="92243" y="14028"/>
                      <a:pt x="101798" y="20279"/>
                    </a:cubicBezTo>
                    <a:lnTo>
                      <a:pt x="101798" y="33486"/>
                    </a:lnTo>
                    <a:lnTo>
                      <a:pt x="86951" y="50725"/>
                    </a:lnTo>
                    <a:lnTo>
                      <a:pt x="65874" y="53578"/>
                    </a:lnTo>
                    <a:lnTo>
                      <a:pt x="65667" y="53431"/>
                    </a:lnTo>
                    <a:lnTo>
                      <a:pt x="52493" y="44818"/>
                    </a:lnTo>
                    <a:cubicBezTo>
                      <a:pt x="50134" y="43156"/>
                      <a:pt x="47203" y="42516"/>
                      <a:pt x="44366" y="43043"/>
                    </a:cubicBezTo>
                    <a:cubicBezTo>
                      <a:pt x="41528" y="43570"/>
                      <a:pt x="39023" y="45219"/>
                      <a:pt x="37418" y="47618"/>
                    </a:cubicBezTo>
                    <a:lnTo>
                      <a:pt x="23394" y="68580"/>
                    </a:lnTo>
                    <a:cubicBezTo>
                      <a:pt x="22225" y="70327"/>
                      <a:pt x="21596" y="72379"/>
                      <a:pt x="21585" y="74480"/>
                    </a:cubicBezTo>
                    <a:lnTo>
                      <a:pt x="21431" y="98744"/>
                    </a:lnTo>
                    <a:lnTo>
                      <a:pt x="19241" y="100184"/>
                    </a:lnTo>
                    <a:cubicBezTo>
                      <a:pt x="8218" y="81985"/>
                      <a:pt x="7860" y="59258"/>
                      <a:pt x="18305" y="40721"/>
                    </a:cubicBezTo>
                    <a:cubicBezTo>
                      <a:pt x="28749" y="22184"/>
                      <a:pt x="48375" y="10716"/>
                      <a:pt x="69652" y="10716"/>
                    </a:cubicBezTo>
                    <a:close/>
                    <a:moveTo>
                      <a:pt x="25644" y="108810"/>
                    </a:moveTo>
                    <a:lnTo>
                      <a:pt x="27332" y="107705"/>
                    </a:lnTo>
                    <a:cubicBezTo>
                      <a:pt x="30325" y="105731"/>
                      <a:pt x="32132" y="102390"/>
                      <a:pt x="32147" y="98805"/>
                    </a:cubicBezTo>
                    <a:lnTo>
                      <a:pt x="32288" y="74541"/>
                    </a:lnTo>
                    <a:lnTo>
                      <a:pt x="46325" y="53578"/>
                    </a:lnTo>
                    <a:cubicBezTo>
                      <a:pt x="46394" y="53631"/>
                      <a:pt x="46465" y="53680"/>
                      <a:pt x="46539" y="53725"/>
                    </a:cubicBezTo>
                    <a:lnTo>
                      <a:pt x="59713" y="62345"/>
                    </a:lnTo>
                    <a:cubicBezTo>
                      <a:pt x="61921" y="63903"/>
                      <a:pt x="64637" y="64566"/>
                      <a:pt x="67314" y="64200"/>
                    </a:cubicBezTo>
                    <a:lnTo>
                      <a:pt x="88404" y="61340"/>
                    </a:lnTo>
                    <a:cubicBezTo>
                      <a:pt x="91005" y="60993"/>
                      <a:pt x="93388" y="59704"/>
                      <a:pt x="95101" y="57717"/>
                    </a:cubicBezTo>
                    <a:lnTo>
                      <a:pt x="109949" y="40465"/>
                    </a:lnTo>
                    <a:cubicBezTo>
                      <a:pt x="111609" y="38519"/>
                      <a:pt x="112519" y="36044"/>
                      <a:pt x="112514" y="33486"/>
                    </a:cubicBezTo>
                    <a:lnTo>
                      <a:pt x="112514" y="29247"/>
                    </a:lnTo>
                    <a:cubicBezTo>
                      <a:pt x="127275" y="44863"/>
                      <a:pt x="132350" y="67283"/>
                      <a:pt x="125755" y="87734"/>
                    </a:cubicBezTo>
                    <a:lnTo>
                      <a:pt x="114945" y="77849"/>
                    </a:lnTo>
                    <a:cubicBezTo>
                      <a:pt x="111877" y="75033"/>
                      <a:pt x="107456" y="74249"/>
                      <a:pt x="103607" y="75840"/>
                    </a:cubicBezTo>
                    <a:lnTo>
                      <a:pt x="83207" y="84312"/>
                    </a:lnTo>
                    <a:cubicBezTo>
                      <a:pt x="79738" y="85768"/>
                      <a:pt x="77280" y="88929"/>
                      <a:pt x="76724" y="92650"/>
                    </a:cubicBezTo>
                    <a:lnTo>
                      <a:pt x="75123" y="103493"/>
                    </a:lnTo>
                    <a:cubicBezTo>
                      <a:pt x="74327" y="108897"/>
                      <a:pt x="77722" y="114035"/>
                      <a:pt x="83006" y="115421"/>
                    </a:cubicBezTo>
                    <a:lnTo>
                      <a:pt x="97378" y="119211"/>
                    </a:lnTo>
                    <a:lnTo>
                      <a:pt x="98959" y="120799"/>
                    </a:lnTo>
                    <a:cubicBezTo>
                      <a:pt x="74767" y="134679"/>
                      <a:pt x="44155" y="129673"/>
                      <a:pt x="25644" y="108810"/>
                    </a:cubicBezTo>
                    <a:close/>
                    <a:moveTo>
                      <a:pt x="107826" y="114523"/>
                    </a:moveTo>
                    <a:lnTo>
                      <a:pt x="104946" y="111637"/>
                    </a:lnTo>
                    <a:cubicBezTo>
                      <a:pt x="103603" y="110288"/>
                      <a:pt x="101925" y="109322"/>
                      <a:pt x="100084" y="108837"/>
                    </a:cubicBezTo>
                    <a:lnTo>
                      <a:pt x="85725" y="105047"/>
                    </a:lnTo>
                    <a:lnTo>
                      <a:pt x="87326" y="94204"/>
                    </a:lnTo>
                    <a:lnTo>
                      <a:pt x="107719" y="85725"/>
                    </a:lnTo>
                    <a:lnTo>
                      <a:pt x="121221" y="98102"/>
                    </a:lnTo>
                    <a:cubicBezTo>
                      <a:pt x="117779" y="104336"/>
                      <a:pt x="113242" y="109899"/>
                      <a:pt x="107826" y="114523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322118" y="3247549"/>
              <a:ext cx="8029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web_search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75420" y="3446145"/>
              <a:ext cx="1060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· 回退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38900" y="3867150"/>
              <a:ext cx="4724400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14160" y="3975735"/>
              <a:ext cx="21307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流式输出 · stream_chat()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17018" y="4219099"/>
              <a:ext cx="21310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values 模式实时 yield 完整响应文本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7018" y="4428649"/>
              <a:ext cx="31971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检索原文收集到 last_retrieved_docs · 工具调用日志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38900" y="4857750"/>
              <a:ext cx="4724400" cy="476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17018" y="4971574"/>
              <a:ext cx="40227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📋 中文 System Prompt: 文档优先 → 网络回退 → 禁止编造 → 注明来源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17970" y="5160645"/>
              <a:ext cx="2681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web_search 失败后禁止重复调用 · 直接告知用户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6" name="Rectangle 66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3791331" cy="574834"/>
            <a:chOff x="762000" y="280035"/>
            <a:chExt cx="3791331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记忆管理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36132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MEMORYMANAGER — CONVERSATION BUFFER WINDOW MEMORY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000125"/>
            <a:ext cx="5238750" cy="2571750"/>
            <a:chOff x="762000" y="1000125"/>
            <a:chExt cx="5238750" cy="2571750"/>
          </a:xfrm>
        </p:grpSpPr>
        <p:sp>
          <p:nvSpPr>
            <p:cNvPr id="7" name="Rectangle 7"/>
            <p:cNvSpPr/>
            <p:nvPr/>
          </p:nvSpPr>
          <p:spPr>
            <a:xfrm>
              <a:off x="762000" y="1000125"/>
              <a:ext cx="523875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00125"/>
              <a:ext cx="38100" cy="25717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6194" y="1272226"/>
              <a:ext cx="170578" cy="217246"/>
              <a:chOff x="1086194" y="1272226"/>
              <a:chExt cx="170578" cy="21724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93952" y="1280014"/>
                <a:ext cx="155034" cy="170762"/>
              </a:xfrm>
              <a:custGeom>
                <a:avLst/>
                <a:gdLst/>
                <a:ahLst/>
                <a:cxnLst/>
                <a:rect l="l" t="t" r="r" b="b"/>
                <a:pathLst>
                  <a:path w="155034" h="170762">
                    <a:moveTo>
                      <a:pt x="155013" y="77894"/>
                    </a:moveTo>
                    <a:cubicBezTo>
                      <a:pt x="155034" y="101654"/>
                      <a:pt x="144121" y="124102"/>
                      <a:pt x="125421" y="138761"/>
                    </a:cubicBezTo>
                    <a:cubicBezTo>
                      <a:pt x="119711" y="143187"/>
                      <a:pt x="116353" y="149994"/>
                      <a:pt x="116318" y="157219"/>
                    </a:cubicBezTo>
                    <a:lnTo>
                      <a:pt x="116318" y="163023"/>
                    </a:lnTo>
                    <a:cubicBezTo>
                      <a:pt x="116318" y="167298"/>
                      <a:pt x="112853" y="170762"/>
                      <a:pt x="108579" y="170762"/>
                    </a:cubicBezTo>
                    <a:lnTo>
                      <a:pt x="46667" y="170762"/>
                    </a:lnTo>
                    <a:cubicBezTo>
                      <a:pt x="42392" y="170762"/>
                      <a:pt x="38927" y="167298"/>
                      <a:pt x="38927" y="163023"/>
                    </a:cubicBezTo>
                    <a:lnTo>
                      <a:pt x="38927" y="157219"/>
                    </a:lnTo>
                    <a:cubicBezTo>
                      <a:pt x="38920" y="150034"/>
                      <a:pt x="35601" y="143253"/>
                      <a:pt x="29931" y="138839"/>
                    </a:cubicBezTo>
                    <a:cubicBezTo>
                      <a:pt x="11291" y="124278"/>
                      <a:pt x="348" y="101981"/>
                      <a:pt x="232" y="78329"/>
                    </a:cubicBezTo>
                    <a:cubicBezTo>
                      <a:pt x="0" y="36383"/>
                      <a:pt x="33820" y="1470"/>
                      <a:pt x="75756" y="503"/>
                    </a:cubicBezTo>
                    <a:cubicBezTo>
                      <a:pt x="96603" y="0"/>
                      <a:pt x="116770" y="7931"/>
                      <a:pt x="131690" y="22499"/>
                    </a:cubicBezTo>
                    <a:cubicBezTo>
                      <a:pt x="146610" y="37068"/>
                      <a:pt x="155019" y="57041"/>
                      <a:pt x="155013" y="7789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6194" y="1272226"/>
                <a:ext cx="170578" cy="217246"/>
              </a:xfrm>
              <a:custGeom>
                <a:avLst/>
                <a:gdLst/>
                <a:ahLst/>
                <a:cxnLst/>
                <a:rect l="l" t="t" r="r" b="b"/>
                <a:pathLst>
                  <a:path w="170578" h="217246">
                    <a:moveTo>
                      <a:pt x="131816" y="209507"/>
                    </a:moveTo>
                    <a:cubicBezTo>
                      <a:pt x="131816" y="213781"/>
                      <a:pt x="128351" y="217246"/>
                      <a:pt x="124077" y="217246"/>
                    </a:cubicBezTo>
                    <a:lnTo>
                      <a:pt x="46686" y="217246"/>
                    </a:lnTo>
                    <a:cubicBezTo>
                      <a:pt x="42412" y="217246"/>
                      <a:pt x="38947" y="213781"/>
                      <a:pt x="38947" y="209507"/>
                    </a:cubicBezTo>
                    <a:cubicBezTo>
                      <a:pt x="38947" y="205233"/>
                      <a:pt x="42412" y="201768"/>
                      <a:pt x="46686" y="201768"/>
                    </a:cubicBezTo>
                    <a:lnTo>
                      <a:pt x="124077" y="201768"/>
                    </a:lnTo>
                    <a:cubicBezTo>
                      <a:pt x="128351" y="201768"/>
                      <a:pt x="131816" y="205233"/>
                      <a:pt x="131816" y="209507"/>
                    </a:cubicBezTo>
                    <a:close/>
                    <a:moveTo>
                      <a:pt x="170511" y="85682"/>
                    </a:moveTo>
                    <a:cubicBezTo>
                      <a:pt x="170578" y="111826"/>
                      <a:pt x="158568" y="136536"/>
                      <a:pt x="137968" y="152635"/>
                    </a:cubicBezTo>
                    <a:cubicBezTo>
                      <a:pt x="134116" y="155587"/>
                      <a:pt x="131845" y="160154"/>
                      <a:pt x="131816" y="165008"/>
                    </a:cubicBezTo>
                    <a:lnTo>
                      <a:pt x="131816" y="170812"/>
                    </a:lnTo>
                    <a:cubicBezTo>
                      <a:pt x="131816" y="179360"/>
                      <a:pt x="124886" y="186290"/>
                      <a:pt x="116337" y="186290"/>
                    </a:cubicBezTo>
                    <a:lnTo>
                      <a:pt x="54425" y="186290"/>
                    </a:lnTo>
                    <a:cubicBezTo>
                      <a:pt x="45877" y="186290"/>
                      <a:pt x="38947" y="179360"/>
                      <a:pt x="38947" y="170812"/>
                    </a:cubicBezTo>
                    <a:lnTo>
                      <a:pt x="38947" y="165008"/>
                    </a:lnTo>
                    <a:cubicBezTo>
                      <a:pt x="38944" y="160212"/>
                      <a:pt x="36718" y="155689"/>
                      <a:pt x="32920" y="152761"/>
                    </a:cubicBezTo>
                    <a:cubicBezTo>
                      <a:pt x="12374" y="136759"/>
                      <a:pt x="327" y="112198"/>
                      <a:pt x="252" y="86156"/>
                    </a:cubicBezTo>
                    <a:cubicBezTo>
                      <a:pt x="0" y="40051"/>
                      <a:pt x="37264" y="1655"/>
                      <a:pt x="83330" y="553"/>
                    </a:cubicBezTo>
                    <a:cubicBezTo>
                      <a:pt x="106261" y="0"/>
                      <a:pt x="128445" y="8724"/>
                      <a:pt x="144856" y="24750"/>
                    </a:cubicBezTo>
                    <a:cubicBezTo>
                      <a:pt x="161268" y="40775"/>
                      <a:pt x="170518" y="62745"/>
                      <a:pt x="170511" y="85682"/>
                    </a:cubicBezTo>
                    <a:close/>
                    <a:moveTo>
                      <a:pt x="155033" y="85682"/>
                    </a:moveTo>
                    <a:cubicBezTo>
                      <a:pt x="155038" y="66914"/>
                      <a:pt x="147469" y="48938"/>
                      <a:pt x="134041" y="35826"/>
                    </a:cubicBezTo>
                    <a:cubicBezTo>
                      <a:pt x="120612" y="22715"/>
                      <a:pt x="102461" y="15577"/>
                      <a:pt x="83698" y="16031"/>
                    </a:cubicBezTo>
                    <a:cubicBezTo>
                      <a:pt x="45970" y="16921"/>
                      <a:pt x="15526" y="48332"/>
                      <a:pt x="15730" y="86060"/>
                    </a:cubicBezTo>
                    <a:cubicBezTo>
                      <a:pt x="15801" y="107358"/>
                      <a:pt x="25661" y="127441"/>
                      <a:pt x="42468" y="140523"/>
                    </a:cubicBezTo>
                    <a:cubicBezTo>
                      <a:pt x="50024" y="146397"/>
                      <a:pt x="54439" y="155437"/>
                      <a:pt x="54425" y="165008"/>
                    </a:cubicBezTo>
                    <a:lnTo>
                      <a:pt x="54425" y="170812"/>
                    </a:lnTo>
                    <a:lnTo>
                      <a:pt x="116337" y="170812"/>
                    </a:lnTo>
                    <a:lnTo>
                      <a:pt x="116337" y="165008"/>
                    </a:lnTo>
                    <a:cubicBezTo>
                      <a:pt x="116359" y="155410"/>
                      <a:pt x="120811" y="146360"/>
                      <a:pt x="128401" y="140485"/>
                    </a:cubicBezTo>
                    <a:cubicBezTo>
                      <a:pt x="145262" y="127308"/>
                      <a:pt x="155091" y="107081"/>
                      <a:pt x="155033" y="85682"/>
                    </a:cubicBezTo>
                    <a:close/>
                    <a:moveTo>
                      <a:pt x="139448" y="76647"/>
                    </a:moveTo>
                    <a:cubicBezTo>
                      <a:pt x="135338" y="53689"/>
                      <a:pt x="117365" y="35720"/>
                      <a:pt x="94407" y="31615"/>
                    </a:cubicBezTo>
                    <a:cubicBezTo>
                      <a:pt x="90191" y="30905"/>
                      <a:pt x="86198" y="33746"/>
                      <a:pt x="85488" y="37961"/>
                    </a:cubicBezTo>
                    <a:cubicBezTo>
                      <a:pt x="84777" y="42177"/>
                      <a:pt x="87618" y="46170"/>
                      <a:pt x="91834" y="46881"/>
                    </a:cubicBezTo>
                    <a:cubicBezTo>
                      <a:pt x="107863" y="49580"/>
                      <a:pt x="121465" y="63181"/>
                      <a:pt x="124183" y="79240"/>
                    </a:cubicBezTo>
                    <a:cubicBezTo>
                      <a:pt x="124815" y="82961"/>
                      <a:pt x="128041" y="85684"/>
                      <a:pt x="131816" y="85682"/>
                    </a:cubicBezTo>
                    <a:cubicBezTo>
                      <a:pt x="132253" y="85680"/>
                      <a:pt x="132690" y="85644"/>
                      <a:pt x="133122" y="85576"/>
                    </a:cubicBezTo>
                    <a:cubicBezTo>
                      <a:pt x="137334" y="84857"/>
                      <a:pt x="140166" y="80860"/>
                      <a:pt x="139448" y="7664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88745" y="12696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滑动窗口记忆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00175" y="1538288"/>
              <a:ext cx="144922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CONVERSATION BUFFER WINDOW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1809750"/>
              <a:ext cx="4705350" cy="6858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4912" y="1926431"/>
              <a:ext cx="33439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只保留最近 k 轮对话（默认 k=4），超出自动滑出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5865" y="2172652"/>
              <a:ext cx="3016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避免上下文过长导致推理速度下降和 Token 浪费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28700" y="2609850"/>
              <a:ext cx="470535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04912" y="2736056"/>
              <a:ext cx="38315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return_messages=True — 以消息列表形式返回对话历史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05865" y="2953702"/>
              <a:ext cx="3268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memory_key="history" — 统一注入 Agent prompt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72200" y="1000125"/>
            <a:ext cx="5257800" cy="2571750"/>
            <a:chOff x="6172200" y="1000125"/>
            <a:chExt cx="5257800" cy="2571750"/>
          </a:xfrm>
        </p:grpSpPr>
        <p:sp>
          <p:nvSpPr>
            <p:cNvPr id="21" name="Rectangle 21"/>
            <p:cNvSpPr/>
            <p:nvPr/>
          </p:nvSpPr>
          <p:spPr>
            <a:xfrm>
              <a:off x="6172200" y="1000125"/>
              <a:ext cx="525780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72200" y="1000125"/>
              <a:ext cx="38100" cy="25717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465691" y="1288020"/>
              <a:ext cx="232167" cy="185974"/>
              <a:chOff x="6465691" y="1288020"/>
              <a:chExt cx="232167" cy="18597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473428" y="1342430"/>
                <a:ext cx="216694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77391">
                    <a:moveTo>
                      <a:pt x="216694" y="38695"/>
                    </a:moveTo>
                    <a:lnTo>
                      <a:pt x="170259" y="77391"/>
                    </a:lnTo>
                    <a:lnTo>
                      <a:pt x="46434" y="77391"/>
                    </a:lnTo>
                    <a:lnTo>
                      <a:pt x="0" y="38695"/>
                    </a:lnTo>
                    <a:lnTo>
                      <a:pt x="46434" y="0"/>
                    </a:lnTo>
                    <a:lnTo>
                      <a:pt x="170259" y="0"/>
                    </a:ln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465691" y="1288020"/>
                <a:ext cx="232167" cy="185974"/>
              </a:xfrm>
              <a:custGeom>
                <a:avLst/>
                <a:gdLst/>
                <a:ahLst/>
                <a:cxnLst/>
                <a:rect l="l" t="t" r="r" b="b"/>
                <a:pathLst>
                  <a:path w="232167" h="185974">
                    <a:moveTo>
                      <a:pt x="59124" y="60359"/>
                    </a:moveTo>
                    <a:lnTo>
                      <a:pt x="19829" y="93105"/>
                    </a:lnTo>
                    <a:lnTo>
                      <a:pt x="59124" y="125851"/>
                    </a:lnTo>
                    <a:cubicBezTo>
                      <a:pt x="61311" y="127601"/>
                      <a:pt x="62381" y="130397"/>
                      <a:pt x="61922" y="133160"/>
                    </a:cubicBezTo>
                    <a:cubicBezTo>
                      <a:pt x="61463" y="135923"/>
                      <a:pt x="59547" y="138223"/>
                      <a:pt x="56912" y="139173"/>
                    </a:cubicBezTo>
                    <a:cubicBezTo>
                      <a:pt x="54277" y="140123"/>
                      <a:pt x="51335" y="139575"/>
                      <a:pt x="49218" y="137740"/>
                    </a:cubicBezTo>
                    <a:lnTo>
                      <a:pt x="2784" y="99045"/>
                    </a:lnTo>
                    <a:cubicBezTo>
                      <a:pt x="1020" y="97574"/>
                      <a:pt x="0" y="95396"/>
                      <a:pt x="0" y="93100"/>
                    </a:cubicBezTo>
                    <a:cubicBezTo>
                      <a:pt x="0" y="90804"/>
                      <a:pt x="1020" y="88626"/>
                      <a:pt x="2784" y="87155"/>
                    </a:cubicBezTo>
                    <a:lnTo>
                      <a:pt x="49218" y="48460"/>
                    </a:lnTo>
                    <a:cubicBezTo>
                      <a:pt x="52504" y="45725"/>
                      <a:pt x="57385" y="46171"/>
                      <a:pt x="60121" y="49457"/>
                    </a:cubicBezTo>
                    <a:cubicBezTo>
                      <a:pt x="62856" y="52742"/>
                      <a:pt x="62410" y="57624"/>
                      <a:pt x="59124" y="60359"/>
                    </a:cubicBezTo>
                    <a:close/>
                    <a:moveTo>
                      <a:pt x="229383" y="87155"/>
                    </a:moveTo>
                    <a:lnTo>
                      <a:pt x="182949" y="48460"/>
                    </a:lnTo>
                    <a:cubicBezTo>
                      <a:pt x="179663" y="45725"/>
                      <a:pt x="174782" y="46171"/>
                      <a:pt x="172047" y="49457"/>
                    </a:cubicBezTo>
                    <a:cubicBezTo>
                      <a:pt x="169311" y="52742"/>
                      <a:pt x="169757" y="57624"/>
                      <a:pt x="173043" y="60359"/>
                    </a:cubicBezTo>
                    <a:lnTo>
                      <a:pt x="212338" y="93105"/>
                    </a:lnTo>
                    <a:lnTo>
                      <a:pt x="173043" y="125851"/>
                    </a:lnTo>
                    <a:cubicBezTo>
                      <a:pt x="170856" y="127601"/>
                      <a:pt x="169786" y="130397"/>
                      <a:pt x="170245" y="133160"/>
                    </a:cubicBezTo>
                    <a:cubicBezTo>
                      <a:pt x="170704" y="135923"/>
                      <a:pt x="172620" y="138223"/>
                      <a:pt x="175255" y="139173"/>
                    </a:cubicBezTo>
                    <a:cubicBezTo>
                      <a:pt x="177890" y="140123"/>
                      <a:pt x="180833" y="139575"/>
                      <a:pt x="182949" y="137740"/>
                    </a:cubicBezTo>
                    <a:lnTo>
                      <a:pt x="229383" y="99045"/>
                    </a:lnTo>
                    <a:cubicBezTo>
                      <a:pt x="231147" y="97574"/>
                      <a:pt x="232167" y="95396"/>
                      <a:pt x="232167" y="93100"/>
                    </a:cubicBezTo>
                    <a:cubicBezTo>
                      <a:pt x="232167" y="90804"/>
                      <a:pt x="231147" y="88626"/>
                      <a:pt x="229383" y="87155"/>
                    </a:cubicBezTo>
                    <a:close/>
                    <a:moveTo>
                      <a:pt x="149681" y="700"/>
                    </a:moveTo>
                    <a:cubicBezTo>
                      <a:pt x="147751" y="0"/>
                      <a:pt x="145623" y="95"/>
                      <a:pt x="143763" y="964"/>
                    </a:cubicBezTo>
                    <a:cubicBezTo>
                      <a:pt x="141904" y="1833"/>
                      <a:pt x="140466" y="3405"/>
                      <a:pt x="139765" y="5334"/>
                    </a:cubicBezTo>
                    <a:lnTo>
                      <a:pt x="77853" y="175594"/>
                    </a:lnTo>
                    <a:cubicBezTo>
                      <a:pt x="77149" y="177524"/>
                      <a:pt x="77242" y="179655"/>
                      <a:pt x="78112" y="181517"/>
                    </a:cubicBezTo>
                    <a:cubicBezTo>
                      <a:pt x="78981" y="183379"/>
                      <a:pt x="80555" y="184819"/>
                      <a:pt x="82486" y="185519"/>
                    </a:cubicBezTo>
                    <a:cubicBezTo>
                      <a:pt x="83334" y="185820"/>
                      <a:pt x="84228" y="185974"/>
                      <a:pt x="85127" y="185974"/>
                    </a:cubicBezTo>
                    <a:cubicBezTo>
                      <a:pt x="88383" y="185974"/>
                      <a:pt x="91291" y="183936"/>
                      <a:pt x="92402" y="180876"/>
                    </a:cubicBezTo>
                    <a:lnTo>
                      <a:pt x="154315" y="10616"/>
                    </a:lnTo>
                    <a:cubicBezTo>
                      <a:pt x="155015" y="8687"/>
                      <a:pt x="154920" y="6558"/>
                      <a:pt x="154051" y="4699"/>
                    </a:cubicBezTo>
                    <a:cubicBezTo>
                      <a:pt x="153182" y="2839"/>
                      <a:pt x="151610" y="1401"/>
                      <a:pt x="149681" y="700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98945" y="1269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实现细节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10375" y="1538288"/>
              <a:ext cx="7991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IMPLEMENTATION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38900" y="1809750"/>
              <a:ext cx="472440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6065" y="1925002"/>
              <a:ext cx="16585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class MemoryManager: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7018" y="2142649"/>
              <a:ext cx="28006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__init__(self, k=MEMORY_KEEP_RECENT)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7018" y="2333149"/>
              <a:ext cx="22870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save_context(inputs, outputs)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7018" y="2523649"/>
              <a:ext cx="22740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load_memory_variables(inputs)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3762375"/>
            <a:ext cx="5238750" cy="2476500"/>
            <a:chOff x="762000" y="3762375"/>
            <a:chExt cx="5238750" cy="2476500"/>
          </a:xfrm>
        </p:grpSpPr>
        <p:sp>
          <p:nvSpPr>
            <p:cNvPr id="34" name="Rectangle 34"/>
            <p:cNvSpPr/>
            <p:nvPr/>
          </p:nvSpPr>
          <p:spPr>
            <a:xfrm>
              <a:off x="762000" y="3762375"/>
              <a:ext cx="5238750" cy="2476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3762375"/>
              <a:ext cx="38100" cy="24765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058800" y="4040440"/>
              <a:ext cx="224255" cy="206119"/>
              <a:chOff x="1058800" y="4040440"/>
              <a:chExt cx="224255" cy="20611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136807" y="4097057"/>
                <a:ext cx="138316" cy="141877"/>
              </a:xfrm>
              <a:custGeom>
                <a:avLst/>
                <a:gdLst/>
                <a:ahLst/>
                <a:cxnLst/>
                <a:rect l="l" t="t" r="r" b="b"/>
                <a:pathLst>
                  <a:path w="138316" h="141877">
                    <a:moveTo>
                      <a:pt x="135143" y="131777"/>
                    </a:moveTo>
                    <a:cubicBezTo>
                      <a:pt x="135724" y="133805"/>
                      <a:pt x="135159" y="135988"/>
                      <a:pt x="133668" y="137479"/>
                    </a:cubicBezTo>
                    <a:cubicBezTo>
                      <a:pt x="132176" y="138971"/>
                      <a:pt x="129993" y="139536"/>
                      <a:pt x="127965" y="138955"/>
                    </a:cubicBezTo>
                    <a:lnTo>
                      <a:pt x="99070" y="130703"/>
                    </a:lnTo>
                    <a:cubicBezTo>
                      <a:pt x="81132" y="140470"/>
                      <a:pt x="59812" y="141877"/>
                      <a:pt x="40746" y="134553"/>
                    </a:cubicBezTo>
                    <a:cubicBezTo>
                      <a:pt x="21680" y="127229"/>
                      <a:pt x="6786" y="111910"/>
                      <a:pt x="0" y="92646"/>
                    </a:cubicBezTo>
                    <a:lnTo>
                      <a:pt x="0" y="92646"/>
                    </a:lnTo>
                    <a:cubicBezTo>
                      <a:pt x="1258" y="92714"/>
                      <a:pt x="2525" y="92753"/>
                      <a:pt x="3802" y="92753"/>
                    </a:cubicBezTo>
                    <a:cubicBezTo>
                      <a:pt x="26392" y="92754"/>
                      <a:pt x="47581" y="81800"/>
                      <a:pt x="60640" y="63367"/>
                    </a:cubicBezTo>
                    <a:cubicBezTo>
                      <a:pt x="73700" y="44934"/>
                      <a:pt x="77009" y="21312"/>
                      <a:pt x="69516" y="0"/>
                    </a:cubicBezTo>
                    <a:lnTo>
                      <a:pt x="69516" y="0"/>
                    </a:lnTo>
                    <a:cubicBezTo>
                      <a:pt x="93385" y="1303"/>
                      <a:pt x="114918" y="14755"/>
                      <a:pt x="126558" y="35634"/>
                    </a:cubicBezTo>
                    <a:cubicBezTo>
                      <a:pt x="138197" y="56514"/>
                      <a:pt x="138316" y="81903"/>
                      <a:pt x="126872" y="102891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58800" y="4040440"/>
                <a:ext cx="224255" cy="206119"/>
              </a:xfrm>
              <a:custGeom>
                <a:avLst/>
                <a:gdLst/>
                <a:ahLst/>
                <a:cxnLst/>
                <a:rect l="l" t="t" r="r" b="b"/>
                <a:pathLst>
                  <a:path w="224255" h="206119">
                    <a:moveTo>
                      <a:pt x="213180" y="160330"/>
                    </a:moveTo>
                    <a:cubicBezTo>
                      <a:pt x="224255" y="137817"/>
                      <a:pt x="223729" y="111332"/>
                      <a:pt x="211769" y="89276"/>
                    </a:cubicBezTo>
                    <a:cubicBezTo>
                      <a:pt x="199809" y="67221"/>
                      <a:pt x="177899" y="52332"/>
                      <a:pt x="152989" y="49332"/>
                    </a:cubicBezTo>
                    <a:cubicBezTo>
                      <a:pt x="141906" y="23495"/>
                      <a:pt x="117683" y="5701"/>
                      <a:pt x="89714" y="2851"/>
                    </a:cubicBezTo>
                    <a:cubicBezTo>
                      <a:pt x="61745" y="0"/>
                      <a:pt x="34430" y="12541"/>
                      <a:pt x="18362" y="35611"/>
                    </a:cubicBezTo>
                    <a:cubicBezTo>
                      <a:pt x="2293" y="58681"/>
                      <a:pt x="0" y="88650"/>
                      <a:pt x="12371" y="113896"/>
                    </a:cubicBezTo>
                    <a:lnTo>
                      <a:pt x="4960" y="139841"/>
                    </a:lnTo>
                    <a:cubicBezTo>
                      <a:pt x="3614" y="144567"/>
                      <a:pt x="4934" y="149653"/>
                      <a:pt x="8409" y="153128"/>
                    </a:cubicBezTo>
                    <a:cubicBezTo>
                      <a:pt x="11884" y="156603"/>
                      <a:pt x="16969" y="157923"/>
                      <a:pt x="21696" y="156576"/>
                    </a:cubicBezTo>
                    <a:lnTo>
                      <a:pt x="47641" y="149166"/>
                    </a:lnTo>
                    <a:cubicBezTo>
                      <a:pt x="55470" y="153010"/>
                      <a:pt x="63892" y="155506"/>
                      <a:pt x="72551" y="156547"/>
                    </a:cubicBezTo>
                    <a:cubicBezTo>
                      <a:pt x="80894" y="176092"/>
                      <a:pt x="96906" y="191347"/>
                      <a:pt x="116831" y="198733"/>
                    </a:cubicBezTo>
                    <a:cubicBezTo>
                      <a:pt x="136757" y="206119"/>
                      <a:pt x="158843" y="204986"/>
                      <a:pt x="177909" y="195601"/>
                    </a:cubicBezTo>
                    <a:lnTo>
                      <a:pt x="203854" y="203011"/>
                    </a:lnTo>
                    <a:cubicBezTo>
                      <a:pt x="208581" y="204357"/>
                      <a:pt x="213666" y="203038"/>
                      <a:pt x="217142" y="199562"/>
                    </a:cubicBezTo>
                    <a:cubicBezTo>
                      <a:pt x="220617" y="196087"/>
                      <a:pt x="221937" y="191002"/>
                      <a:pt x="220590" y="186275"/>
                    </a:cubicBezTo>
                    <a:close/>
                    <a:moveTo>
                      <a:pt x="48473" y="133146"/>
                    </a:moveTo>
                    <a:cubicBezTo>
                      <a:pt x="47754" y="133147"/>
                      <a:pt x="47038" y="133244"/>
                      <a:pt x="46345" y="133437"/>
                    </a:cubicBezTo>
                    <a:lnTo>
                      <a:pt x="20796" y="140740"/>
                    </a:lnTo>
                    <a:lnTo>
                      <a:pt x="28100" y="115192"/>
                    </a:lnTo>
                    <a:cubicBezTo>
                      <a:pt x="28648" y="113245"/>
                      <a:pt x="28411" y="111162"/>
                      <a:pt x="27442" y="109388"/>
                    </a:cubicBezTo>
                    <a:cubicBezTo>
                      <a:pt x="12732" y="82381"/>
                      <a:pt x="20093" y="48669"/>
                      <a:pt x="44722" y="30252"/>
                    </a:cubicBezTo>
                    <a:cubicBezTo>
                      <a:pt x="69351" y="11835"/>
                      <a:pt x="103769" y="14305"/>
                      <a:pt x="125515" y="36051"/>
                    </a:cubicBezTo>
                    <a:cubicBezTo>
                      <a:pt x="147260" y="57797"/>
                      <a:pt x="149731" y="92215"/>
                      <a:pt x="131314" y="116844"/>
                    </a:cubicBezTo>
                    <a:cubicBezTo>
                      <a:pt x="112897" y="141473"/>
                      <a:pt x="79185" y="148834"/>
                      <a:pt x="52178" y="134124"/>
                    </a:cubicBezTo>
                    <a:cubicBezTo>
                      <a:pt x="51046" y="133490"/>
                      <a:pt x="49771" y="133154"/>
                      <a:pt x="48473" y="133146"/>
                    </a:cubicBezTo>
                    <a:close/>
                    <a:moveTo>
                      <a:pt x="197450" y="161626"/>
                    </a:moveTo>
                    <a:lnTo>
                      <a:pt x="204754" y="187175"/>
                    </a:lnTo>
                    <a:lnTo>
                      <a:pt x="179205" y="179871"/>
                    </a:lnTo>
                    <a:cubicBezTo>
                      <a:pt x="177259" y="179324"/>
                      <a:pt x="175176" y="179560"/>
                      <a:pt x="173401" y="180529"/>
                    </a:cubicBezTo>
                    <a:cubicBezTo>
                      <a:pt x="143722" y="196675"/>
                      <a:pt x="106580" y="186073"/>
                      <a:pt x="89897" y="156693"/>
                    </a:cubicBezTo>
                    <a:cubicBezTo>
                      <a:pt x="111320" y="154461"/>
                      <a:pt x="130842" y="143396"/>
                      <a:pt x="143760" y="126160"/>
                    </a:cubicBezTo>
                    <a:cubicBezTo>
                      <a:pt x="156678" y="108925"/>
                      <a:pt x="161822" y="87083"/>
                      <a:pt x="157952" y="65894"/>
                    </a:cubicBezTo>
                    <a:cubicBezTo>
                      <a:pt x="176749" y="70324"/>
                      <a:pt x="192403" y="83272"/>
                      <a:pt x="200279" y="100905"/>
                    </a:cubicBezTo>
                    <a:cubicBezTo>
                      <a:pt x="208156" y="118538"/>
                      <a:pt x="207353" y="138837"/>
                      <a:pt x="198108" y="155793"/>
                    </a:cubicBezTo>
                    <a:cubicBezTo>
                      <a:pt x="197131" y="157575"/>
                      <a:pt x="196895" y="159671"/>
                      <a:pt x="197450" y="161626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388745" y="4031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对话流转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00175" y="4300538"/>
              <a:ext cx="119419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CONVERSATION LIFECYCLE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28700" y="4572000"/>
              <a:ext cx="1476375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10452" y="4722495"/>
              <a:ext cx="7033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1. 用户提问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35656" y="48939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chat_input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83180" y="47310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762250" y="4572000"/>
              <a:ext cx="1476375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44002" y="4722495"/>
              <a:ext cx="7033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2. 加载历史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112198" y="4893945"/>
              <a:ext cx="7669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load_memory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16730" y="47310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495800" y="4572000"/>
              <a:ext cx="1238250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49838" y="4722495"/>
              <a:ext cx="9301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3. 注入 Prompt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28448" y="4893945"/>
              <a:ext cx="772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stream_chat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28700" y="5219700"/>
              <a:ext cx="4705350" cy="523875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207770" y="5332095"/>
              <a:ext cx="11696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4. save_context()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940368" y="5323999"/>
              <a:ext cx="24495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保存本轮对话 → 维持 session_state 状态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07770" y="5541645"/>
              <a:ext cx="33232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页面刷新时从 st.session_state 恢复 MemoryManager 实例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172200" y="3762375"/>
            <a:ext cx="5257800" cy="2476500"/>
            <a:chOff x="6172200" y="3762375"/>
            <a:chExt cx="5257800" cy="2476500"/>
          </a:xfrm>
        </p:grpSpPr>
        <p:sp>
          <p:nvSpPr>
            <p:cNvPr id="57" name="Rectangle 57"/>
            <p:cNvSpPr/>
            <p:nvPr/>
          </p:nvSpPr>
          <p:spPr>
            <a:xfrm>
              <a:off x="6172200" y="3762375"/>
              <a:ext cx="5257800" cy="2476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172200" y="3762375"/>
              <a:ext cx="38100" cy="24765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80175" y="4041775"/>
              <a:ext cx="203229" cy="203229"/>
              <a:chOff x="6480175" y="4041775"/>
              <a:chExt cx="203229" cy="203229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88306" y="4049887"/>
                <a:ext cx="187024" cy="187034"/>
              </a:xfrm>
              <a:custGeom>
                <a:avLst/>
                <a:gdLst/>
                <a:ahLst/>
                <a:cxnLst/>
                <a:rect l="l" t="t" r="r" b="b"/>
                <a:pathLst>
                  <a:path w="187024" h="187034">
                    <a:moveTo>
                      <a:pt x="170724" y="88825"/>
                    </a:moveTo>
                    <a:lnTo>
                      <a:pt x="186956" y="68510"/>
                    </a:lnTo>
                    <a:cubicBezTo>
                      <a:pt x="184767" y="60280"/>
                      <a:pt x="181491" y="52378"/>
                      <a:pt x="177215" y="45012"/>
                    </a:cubicBezTo>
                    <a:lnTo>
                      <a:pt x="151386" y="42110"/>
                    </a:lnTo>
                    <a:cubicBezTo>
                      <a:pt x="149322" y="39785"/>
                      <a:pt x="147123" y="37586"/>
                      <a:pt x="144798" y="35522"/>
                    </a:cubicBezTo>
                    <a:lnTo>
                      <a:pt x="141896" y="9684"/>
                    </a:lnTo>
                    <a:cubicBezTo>
                      <a:pt x="134522" y="5433"/>
                      <a:pt x="126618" y="2180"/>
                      <a:pt x="118388" y="10"/>
                    </a:cubicBezTo>
                    <a:lnTo>
                      <a:pt x="98073" y="16233"/>
                    </a:lnTo>
                    <a:cubicBezTo>
                      <a:pt x="94967" y="16049"/>
                      <a:pt x="91854" y="16049"/>
                      <a:pt x="88748" y="16233"/>
                    </a:cubicBezTo>
                    <a:lnTo>
                      <a:pt x="68433" y="0"/>
                    </a:lnTo>
                    <a:cubicBezTo>
                      <a:pt x="60229" y="2196"/>
                      <a:pt x="52353" y="5472"/>
                      <a:pt x="45012" y="9742"/>
                    </a:cubicBezTo>
                    <a:lnTo>
                      <a:pt x="42110" y="35571"/>
                    </a:lnTo>
                    <a:cubicBezTo>
                      <a:pt x="39785" y="37634"/>
                      <a:pt x="37586" y="39834"/>
                      <a:pt x="35522" y="42159"/>
                    </a:cubicBezTo>
                    <a:lnTo>
                      <a:pt x="9684" y="45061"/>
                    </a:lnTo>
                    <a:cubicBezTo>
                      <a:pt x="5433" y="52434"/>
                      <a:pt x="2180" y="60339"/>
                      <a:pt x="10" y="68568"/>
                    </a:cubicBezTo>
                    <a:lnTo>
                      <a:pt x="16233" y="88883"/>
                    </a:lnTo>
                    <a:cubicBezTo>
                      <a:pt x="16049" y="91989"/>
                      <a:pt x="16049" y="95103"/>
                      <a:pt x="16233" y="98209"/>
                    </a:cubicBezTo>
                    <a:lnTo>
                      <a:pt x="0" y="118524"/>
                    </a:lnTo>
                    <a:cubicBezTo>
                      <a:pt x="2189" y="126754"/>
                      <a:pt x="5465" y="134656"/>
                      <a:pt x="9742" y="142021"/>
                    </a:cubicBezTo>
                    <a:lnTo>
                      <a:pt x="35571" y="144924"/>
                    </a:lnTo>
                    <a:cubicBezTo>
                      <a:pt x="37634" y="147248"/>
                      <a:pt x="39834" y="149448"/>
                      <a:pt x="42159" y="151511"/>
                    </a:cubicBezTo>
                    <a:lnTo>
                      <a:pt x="45061" y="177350"/>
                    </a:lnTo>
                    <a:cubicBezTo>
                      <a:pt x="52434" y="181601"/>
                      <a:pt x="60339" y="184854"/>
                      <a:pt x="68568" y="187024"/>
                    </a:cubicBezTo>
                    <a:lnTo>
                      <a:pt x="88883" y="170801"/>
                    </a:lnTo>
                    <a:cubicBezTo>
                      <a:pt x="91989" y="170985"/>
                      <a:pt x="95103" y="170985"/>
                      <a:pt x="98209" y="170801"/>
                    </a:cubicBezTo>
                    <a:lnTo>
                      <a:pt x="118524" y="187034"/>
                    </a:lnTo>
                    <a:cubicBezTo>
                      <a:pt x="126754" y="184844"/>
                      <a:pt x="134656" y="181568"/>
                      <a:pt x="142021" y="177292"/>
                    </a:cubicBezTo>
                    <a:lnTo>
                      <a:pt x="144924" y="151463"/>
                    </a:lnTo>
                    <a:cubicBezTo>
                      <a:pt x="147248" y="149400"/>
                      <a:pt x="149448" y="147200"/>
                      <a:pt x="151511" y="144875"/>
                    </a:cubicBezTo>
                    <a:lnTo>
                      <a:pt x="177350" y="141973"/>
                    </a:lnTo>
                    <a:cubicBezTo>
                      <a:pt x="181601" y="134600"/>
                      <a:pt x="184854" y="126695"/>
                      <a:pt x="187024" y="118466"/>
                    </a:cubicBezTo>
                    <a:lnTo>
                      <a:pt x="170801" y="98151"/>
                    </a:lnTo>
                    <a:cubicBezTo>
                      <a:pt x="170959" y="95043"/>
                      <a:pt x="170933" y="91929"/>
                      <a:pt x="170724" y="88825"/>
                    </a:cubicBezTo>
                    <a:close/>
                    <a:moveTo>
                      <a:pt x="93469" y="132183"/>
                    </a:moveTo>
                    <a:cubicBezTo>
                      <a:pt x="72098" y="132183"/>
                      <a:pt x="54773" y="114859"/>
                      <a:pt x="54773" y="93488"/>
                    </a:cubicBezTo>
                    <a:cubicBezTo>
                      <a:pt x="54773" y="72117"/>
                      <a:pt x="72098" y="54793"/>
                      <a:pt x="93469" y="54793"/>
                    </a:cubicBezTo>
                    <a:cubicBezTo>
                      <a:pt x="114839" y="54793"/>
                      <a:pt x="132164" y="72117"/>
                      <a:pt x="132164" y="93488"/>
                    </a:cubicBezTo>
                    <a:cubicBezTo>
                      <a:pt x="132164" y="114859"/>
                      <a:pt x="114839" y="132183"/>
                      <a:pt x="93469" y="132183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480175" y="4041775"/>
                <a:ext cx="203229" cy="203229"/>
              </a:xfrm>
              <a:custGeom>
                <a:avLst/>
                <a:gdLst/>
                <a:ahLst/>
                <a:cxnLst/>
                <a:rect l="l" t="t" r="r" b="b"/>
                <a:pathLst>
                  <a:path w="203229" h="203229">
                    <a:moveTo>
                      <a:pt x="101600" y="55166"/>
                    </a:moveTo>
                    <a:cubicBezTo>
                      <a:pt x="75955" y="55166"/>
                      <a:pt x="55166" y="75955"/>
                      <a:pt x="55166" y="101600"/>
                    </a:cubicBezTo>
                    <a:cubicBezTo>
                      <a:pt x="55166" y="127245"/>
                      <a:pt x="75955" y="148035"/>
                      <a:pt x="101600" y="148035"/>
                    </a:cubicBezTo>
                    <a:cubicBezTo>
                      <a:pt x="127245" y="148035"/>
                      <a:pt x="148035" y="127245"/>
                      <a:pt x="148035" y="101600"/>
                    </a:cubicBezTo>
                    <a:cubicBezTo>
                      <a:pt x="148008" y="75966"/>
                      <a:pt x="127234" y="55192"/>
                      <a:pt x="101600" y="55166"/>
                    </a:cubicBezTo>
                    <a:close/>
                    <a:moveTo>
                      <a:pt x="101600" y="132556"/>
                    </a:moveTo>
                    <a:cubicBezTo>
                      <a:pt x="84504" y="132556"/>
                      <a:pt x="70644" y="118697"/>
                      <a:pt x="70644" y="101600"/>
                    </a:cubicBezTo>
                    <a:cubicBezTo>
                      <a:pt x="70644" y="84504"/>
                      <a:pt x="84504" y="70644"/>
                      <a:pt x="101600" y="70644"/>
                    </a:cubicBezTo>
                    <a:cubicBezTo>
                      <a:pt x="118697" y="70644"/>
                      <a:pt x="132556" y="84504"/>
                      <a:pt x="132556" y="101600"/>
                    </a:cubicBezTo>
                    <a:cubicBezTo>
                      <a:pt x="132556" y="118697"/>
                      <a:pt x="118697" y="132556"/>
                      <a:pt x="101600" y="132556"/>
                    </a:cubicBezTo>
                    <a:close/>
                    <a:moveTo>
                      <a:pt x="186730" y="103690"/>
                    </a:moveTo>
                    <a:cubicBezTo>
                      <a:pt x="186769" y="102297"/>
                      <a:pt x="186769" y="100904"/>
                      <a:pt x="186730" y="99511"/>
                    </a:cubicBezTo>
                    <a:lnTo>
                      <a:pt x="201163" y="81479"/>
                    </a:lnTo>
                    <a:cubicBezTo>
                      <a:pt x="202698" y="79559"/>
                      <a:pt x="203229" y="77024"/>
                      <a:pt x="202595" y="74649"/>
                    </a:cubicBezTo>
                    <a:cubicBezTo>
                      <a:pt x="200225" y="65756"/>
                      <a:pt x="196685" y="57217"/>
                      <a:pt x="192070" y="49255"/>
                    </a:cubicBezTo>
                    <a:cubicBezTo>
                      <a:pt x="190843" y="47143"/>
                      <a:pt x="188692" y="45734"/>
                      <a:pt x="186266" y="45453"/>
                    </a:cubicBezTo>
                    <a:lnTo>
                      <a:pt x="163319" y="42899"/>
                    </a:lnTo>
                    <a:cubicBezTo>
                      <a:pt x="162365" y="41893"/>
                      <a:pt x="161397" y="40926"/>
                      <a:pt x="160417" y="39997"/>
                    </a:cubicBezTo>
                    <a:lnTo>
                      <a:pt x="157708" y="16993"/>
                    </a:lnTo>
                    <a:cubicBezTo>
                      <a:pt x="157426" y="14565"/>
                      <a:pt x="156013" y="12413"/>
                      <a:pt x="153897" y="11189"/>
                    </a:cubicBezTo>
                    <a:cubicBezTo>
                      <a:pt x="145935" y="6577"/>
                      <a:pt x="137396" y="3044"/>
                      <a:pt x="128503" y="683"/>
                    </a:cubicBezTo>
                    <a:cubicBezTo>
                      <a:pt x="126128" y="48"/>
                      <a:pt x="123593" y="580"/>
                      <a:pt x="121673" y="2115"/>
                    </a:cubicBezTo>
                    <a:lnTo>
                      <a:pt x="103690" y="16471"/>
                    </a:lnTo>
                    <a:cubicBezTo>
                      <a:pt x="102297" y="16471"/>
                      <a:pt x="100904" y="16471"/>
                      <a:pt x="99511" y="16471"/>
                    </a:cubicBezTo>
                    <a:lnTo>
                      <a:pt x="81479" y="2066"/>
                    </a:lnTo>
                    <a:cubicBezTo>
                      <a:pt x="79559" y="531"/>
                      <a:pt x="77024" y="0"/>
                      <a:pt x="74649" y="634"/>
                    </a:cubicBezTo>
                    <a:cubicBezTo>
                      <a:pt x="65756" y="3005"/>
                      <a:pt x="57217" y="6544"/>
                      <a:pt x="49255" y="11160"/>
                    </a:cubicBezTo>
                    <a:cubicBezTo>
                      <a:pt x="47143" y="12386"/>
                      <a:pt x="45734" y="14538"/>
                      <a:pt x="45453" y="16964"/>
                    </a:cubicBezTo>
                    <a:lnTo>
                      <a:pt x="42899" y="39949"/>
                    </a:lnTo>
                    <a:cubicBezTo>
                      <a:pt x="41893" y="40910"/>
                      <a:pt x="40926" y="41877"/>
                      <a:pt x="39997" y="42851"/>
                    </a:cubicBezTo>
                    <a:lnTo>
                      <a:pt x="16993" y="45492"/>
                    </a:lnTo>
                    <a:cubicBezTo>
                      <a:pt x="14565" y="45774"/>
                      <a:pt x="12413" y="47188"/>
                      <a:pt x="11189" y="49303"/>
                    </a:cubicBezTo>
                    <a:cubicBezTo>
                      <a:pt x="6578" y="57267"/>
                      <a:pt x="3042" y="65805"/>
                      <a:pt x="673" y="74697"/>
                    </a:cubicBezTo>
                    <a:cubicBezTo>
                      <a:pt x="41" y="77074"/>
                      <a:pt x="576" y="79609"/>
                      <a:pt x="2115" y="81527"/>
                    </a:cubicBezTo>
                    <a:lnTo>
                      <a:pt x="16471" y="99511"/>
                    </a:lnTo>
                    <a:cubicBezTo>
                      <a:pt x="16471" y="100904"/>
                      <a:pt x="16471" y="102297"/>
                      <a:pt x="16471" y="103690"/>
                    </a:cubicBezTo>
                    <a:lnTo>
                      <a:pt x="2066" y="121722"/>
                    </a:lnTo>
                    <a:cubicBezTo>
                      <a:pt x="531" y="123642"/>
                      <a:pt x="0" y="126177"/>
                      <a:pt x="634" y="128551"/>
                    </a:cubicBezTo>
                    <a:cubicBezTo>
                      <a:pt x="3005" y="137444"/>
                      <a:pt x="6544" y="145983"/>
                      <a:pt x="11160" y="153945"/>
                    </a:cubicBezTo>
                    <a:cubicBezTo>
                      <a:pt x="12386" y="156057"/>
                      <a:pt x="14538" y="157467"/>
                      <a:pt x="16964" y="157747"/>
                    </a:cubicBezTo>
                    <a:lnTo>
                      <a:pt x="39910" y="160301"/>
                    </a:lnTo>
                    <a:cubicBezTo>
                      <a:pt x="40871" y="161307"/>
                      <a:pt x="41839" y="162274"/>
                      <a:pt x="42812" y="163203"/>
                    </a:cubicBezTo>
                    <a:lnTo>
                      <a:pt x="45492" y="186207"/>
                    </a:lnTo>
                    <a:cubicBezTo>
                      <a:pt x="45774" y="188636"/>
                      <a:pt x="47188" y="190788"/>
                      <a:pt x="49303" y="192012"/>
                    </a:cubicBezTo>
                    <a:cubicBezTo>
                      <a:pt x="57267" y="196623"/>
                      <a:pt x="65805" y="200159"/>
                      <a:pt x="74697" y="202527"/>
                    </a:cubicBezTo>
                    <a:cubicBezTo>
                      <a:pt x="77074" y="203159"/>
                      <a:pt x="79609" y="202624"/>
                      <a:pt x="81527" y="201086"/>
                    </a:cubicBezTo>
                    <a:lnTo>
                      <a:pt x="99511" y="186730"/>
                    </a:lnTo>
                    <a:cubicBezTo>
                      <a:pt x="100904" y="186769"/>
                      <a:pt x="102297" y="186769"/>
                      <a:pt x="103690" y="186730"/>
                    </a:cubicBezTo>
                    <a:lnTo>
                      <a:pt x="121722" y="201163"/>
                    </a:lnTo>
                    <a:cubicBezTo>
                      <a:pt x="123642" y="202698"/>
                      <a:pt x="126177" y="203229"/>
                      <a:pt x="128551" y="202595"/>
                    </a:cubicBezTo>
                    <a:cubicBezTo>
                      <a:pt x="137446" y="200229"/>
                      <a:pt x="145985" y="196689"/>
                      <a:pt x="153945" y="192070"/>
                    </a:cubicBezTo>
                    <a:cubicBezTo>
                      <a:pt x="156057" y="190843"/>
                      <a:pt x="157467" y="188692"/>
                      <a:pt x="157747" y="186266"/>
                    </a:cubicBezTo>
                    <a:lnTo>
                      <a:pt x="160301" y="163319"/>
                    </a:lnTo>
                    <a:cubicBezTo>
                      <a:pt x="161307" y="162365"/>
                      <a:pt x="162274" y="161397"/>
                      <a:pt x="163203" y="160417"/>
                    </a:cubicBezTo>
                    <a:lnTo>
                      <a:pt x="186207" y="157708"/>
                    </a:lnTo>
                    <a:cubicBezTo>
                      <a:pt x="188636" y="157426"/>
                      <a:pt x="190788" y="156013"/>
                      <a:pt x="192012" y="153897"/>
                    </a:cubicBezTo>
                    <a:cubicBezTo>
                      <a:pt x="196623" y="145934"/>
                      <a:pt x="200159" y="137395"/>
                      <a:pt x="202527" y="128503"/>
                    </a:cubicBezTo>
                    <a:cubicBezTo>
                      <a:pt x="203159" y="126127"/>
                      <a:pt x="202624" y="123592"/>
                      <a:pt x="201086" y="121673"/>
                    </a:cubicBezTo>
                    <a:close/>
                    <a:moveTo>
                      <a:pt x="171155" y="97402"/>
                    </a:moveTo>
                    <a:cubicBezTo>
                      <a:pt x="171319" y="100198"/>
                      <a:pt x="171319" y="103002"/>
                      <a:pt x="171155" y="105799"/>
                    </a:cubicBezTo>
                    <a:cubicBezTo>
                      <a:pt x="171040" y="107713"/>
                      <a:pt x="171640" y="109602"/>
                      <a:pt x="172838" y="111100"/>
                    </a:cubicBezTo>
                    <a:lnTo>
                      <a:pt x="186565" y="128252"/>
                    </a:lnTo>
                    <a:cubicBezTo>
                      <a:pt x="184990" y="133257"/>
                      <a:pt x="182973" y="138113"/>
                      <a:pt x="180539" y="142762"/>
                    </a:cubicBezTo>
                    <a:lnTo>
                      <a:pt x="158676" y="145239"/>
                    </a:lnTo>
                    <a:cubicBezTo>
                      <a:pt x="156772" y="145450"/>
                      <a:pt x="155014" y="146360"/>
                      <a:pt x="153742" y="147793"/>
                    </a:cubicBezTo>
                    <a:cubicBezTo>
                      <a:pt x="151880" y="149887"/>
                      <a:pt x="149897" y="151870"/>
                      <a:pt x="147802" y="153732"/>
                    </a:cubicBezTo>
                    <a:cubicBezTo>
                      <a:pt x="146370" y="155004"/>
                      <a:pt x="145460" y="156762"/>
                      <a:pt x="145249" y="158666"/>
                    </a:cubicBezTo>
                    <a:lnTo>
                      <a:pt x="142820" y="180510"/>
                    </a:lnTo>
                    <a:cubicBezTo>
                      <a:pt x="138172" y="182946"/>
                      <a:pt x="133316" y="184962"/>
                      <a:pt x="128310" y="186536"/>
                    </a:cubicBezTo>
                    <a:lnTo>
                      <a:pt x="111148" y="172809"/>
                    </a:lnTo>
                    <a:cubicBezTo>
                      <a:pt x="109775" y="171712"/>
                      <a:pt x="108069" y="171115"/>
                      <a:pt x="106311" y="171116"/>
                    </a:cubicBezTo>
                    <a:lnTo>
                      <a:pt x="105847" y="171116"/>
                    </a:lnTo>
                    <a:cubicBezTo>
                      <a:pt x="103050" y="171281"/>
                      <a:pt x="100247" y="171281"/>
                      <a:pt x="97450" y="171116"/>
                    </a:cubicBezTo>
                    <a:cubicBezTo>
                      <a:pt x="95536" y="171007"/>
                      <a:pt x="93649" y="171606"/>
                      <a:pt x="92149" y="172800"/>
                    </a:cubicBezTo>
                    <a:lnTo>
                      <a:pt x="74949" y="186536"/>
                    </a:lnTo>
                    <a:cubicBezTo>
                      <a:pt x="69943" y="184961"/>
                      <a:pt x="65087" y="182944"/>
                      <a:pt x="60438" y="180510"/>
                    </a:cubicBezTo>
                    <a:lnTo>
                      <a:pt x="57962" y="158676"/>
                    </a:lnTo>
                    <a:cubicBezTo>
                      <a:pt x="57750" y="156772"/>
                      <a:pt x="56840" y="155014"/>
                      <a:pt x="55408" y="153742"/>
                    </a:cubicBezTo>
                    <a:cubicBezTo>
                      <a:pt x="53313" y="151880"/>
                      <a:pt x="51330" y="149897"/>
                      <a:pt x="49468" y="147802"/>
                    </a:cubicBezTo>
                    <a:cubicBezTo>
                      <a:pt x="48196" y="146370"/>
                      <a:pt x="46438" y="145460"/>
                      <a:pt x="44534" y="145249"/>
                    </a:cubicBezTo>
                    <a:lnTo>
                      <a:pt x="22691" y="142811"/>
                    </a:lnTo>
                    <a:cubicBezTo>
                      <a:pt x="20255" y="138162"/>
                      <a:pt x="18238" y="133306"/>
                      <a:pt x="16664" y="128300"/>
                    </a:cubicBezTo>
                    <a:lnTo>
                      <a:pt x="30391" y="111139"/>
                    </a:lnTo>
                    <a:cubicBezTo>
                      <a:pt x="31590" y="109641"/>
                      <a:pt x="32190" y="107752"/>
                      <a:pt x="32074" y="105837"/>
                    </a:cubicBezTo>
                    <a:cubicBezTo>
                      <a:pt x="31910" y="103041"/>
                      <a:pt x="31910" y="100237"/>
                      <a:pt x="32074" y="97440"/>
                    </a:cubicBezTo>
                    <a:cubicBezTo>
                      <a:pt x="32190" y="95526"/>
                      <a:pt x="31590" y="93637"/>
                      <a:pt x="30391" y="92139"/>
                    </a:cubicBezTo>
                    <a:lnTo>
                      <a:pt x="16664" y="74949"/>
                    </a:lnTo>
                    <a:cubicBezTo>
                      <a:pt x="18239" y="69943"/>
                      <a:pt x="20256" y="65087"/>
                      <a:pt x="22691" y="60438"/>
                    </a:cubicBezTo>
                    <a:lnTo>
                      <a:pt x="44525" y="57962"/>
                    </a:lnTo>
                    <a:cubicBezTo>
                      <a:pt x="46429" y="57750"/>
                      <a:pt x="48186" y="56840"/>
                      <a:pt x="49458" y="55408"/>
                    </a:cubicBezTo>
                    <a:cubicBezTo>
                      <a:pt x="51320" y="53313"/>
                      <a:pt x="53304" y="51330"/>
                      <a:pt x="55398" y="49468"/>
                    </a:cubicBezTo>
                    <a:cubicBezTo>
                      <a:pt x="56836" y="48195"/>
                      <a:pt x="57750" y="46433"/>
                      <a:pt x="57962" y="44525"/>
                    </a:cubicBezTo>
                    <a:lnTo>
                      <a:pt x="60390" y="22691"/>
                    </a:lnTo>
                    <a:cubicBezTo>
                      <a:pt x="65038" y="20255"/>
                      <a:pt x="69894" y="18238"/>
                      <a:pt x="74900" y="16664"/>
                    </a:cubicBezTo>
                    <a:lnTo>
                      <a:pt x="92062" y="30391"/>
                    </a:lnTo>
                    <a:cubicBezTo>
                      <a:pt x="93559" y="31590"/>
                      <a:pt x="95448" y="32190"/>
                      <a:pt x="97363" y="32074"/>
                    </a:cubicBezTo>
                    <a:cubicBezTo>
                      <a:pt x="100160" y="31910"/>
                      <a:pt x="102963" y="31910"/>
                      <a:pt x="105760" y="32074"/>
                    </a:cubicBezTo>
                    <a:cubicBezTo>
                      <a:pt x="107674" y="32184"/>
                      <a:pt x="109561" y="31585"/>
                      <a:pt x="111061" y="30391"/>
                    </a:cubicBezTo>
                    <a:lnTo>
                      <a:pt x="128252" y="16664"/>
                    </a:lnTo>
                    <a:cubicBezTo>
                      <a:pt x="133257" y="18239"/>
                      <a:pt x="138113" y="20256"/>
                      <a:pt x="142762" y="22691"/>
                    </a:cubicBezTo>
                    <a:lnTo>
                      <a:pt x="145239" y="44525"/>
                    </a:lnTo>
                    <a:cubicBezTo>
                      <a:pt x="145450" y="46429"/>
                      <a:pt x="146360" y="48186"/>
                      <a:pt x="147793" y="49458"/>
                    </a:cubicBezTo>
                    <a:cubicBezTo>
                      <a:pt x="149887" y="51320"/>
                      <a:pt x="151870" y="53304"/>
                      <a:pt x="153732" y="55398"/>
                    </a:cubicBezTo>
                    <a:cubicBezTo>
                      <a:pt x="155004" y="56831"/>
                      <a:pt x="156762" y="57741"/>
                      <a:pt x="158666" y="57952"/>
                    </a:cubicBezTo>
                    <a:lnTo>
                      <a:pt x="180510" y="60380"/>
                    </a:lnTo>
                    <a:cubicBezTo>
                      <a:pt x="182946" y="65028"/>
                      <a:pt x="184962" y="69884"/>
                      <a:pt x="186536" y="74891"/>
                    </a:cubicBezTo>
                    <a:lnTo>
                      <a:pt x="172809" y="92052"/>
                    </a:lnTo>
                    <a:cubicBezTo>
                      <a:pt x="171599" y="93562"/>
                      <a:pt x="170999" y="95471"/>
                      <a:pt x="171126" y="97402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98945" y="4031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配置参数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10375" y="4300538"/>
              <a:ext cx="724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CONFIGURATION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38900" y="4572000"/>
              <a:ext cx="4724400" cy="1333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17018" y="4733449"/>
              <a:ext cx="16902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MEMORY_KEEP_RECENT = 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17018" y="49429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保留最近 4 轮（8 条消息）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17018" y="5190649"/>
              <a:ext cx="22295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MEMORY_MAX_TOKEN_LIMIT = 4000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17018" y="540019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对话历史 Token 上限控制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17018" y="5647849"/>
              <a:ext cx="14172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session_state 持久化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17018" y="5857399"/>
              <a:ext cx="18384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页面刷新后状态保持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2" name="Rectangle 72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  <p:bldP spid="56" grpId="0"/>
      <p:bldP spid="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2569179" cy="574834"/>
            <a:chOff x="762000" y="280035"/>
            <a:chExt cx="256917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适用场景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23910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USE CASES — WHERE THIS SYSTEM SHINES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028700"/>
            <a:ext cx="3524250" cy="2381250"/>
            <a:chOff x="762000" y="1028700"/>
            <a:chExt cx="3524250" cy="2381250"/>
          </a:xfrm>
        </p:grpSpPr>
        <p:sp>
          <p:nvSpPr>
            <p:cNvPr id="7" name="Rectangle 7"/>
            <p:cNvSpPr/>
            <p:nvPr/>
          </p:nvSpPr>
          <p:spPr>
            <a:xfrm>
              <a:off x="762000" y="102870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2870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390766" y="1357288"/>
              <a:ext cx="285759" cy="247698"/>
              <a:chOff x="2390766" y="1357288"/>
              <a:chExt cx="285759" cy="24769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2400249" y="1371600"/>
                <a:ext cx="26675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66759" h="219075">
                    <a:moveTo>
                      <a:pt x="266751" y="109538"/>
                    </a:moveTo>
                    <a:cubicBezTo>
                      <a:pt x="266759" y="133763"/>
                      <a:pt x="251491" y="155362"/>
                      <a:pt x="228651" y="163437"/>
                    </a:cubicBezTo>
                    <a:lnTo>
                      <a:pt x="228651" y="163437"/>
                    </a:lnTo>
                    <a:lnTo>
                      <a:pt x="228651" y="171450"/>
                    </a:lnTo>
                    <a:cubicBezTo>
                      <a:pt x="228651" y="197753"/>
                      <a:pt x="207329" y="219075"/>
                      <a:pt x="181026" y="219075"/>
                    </a:cubicBezTo>
                    <a:cubicBezTo>
                      <a:pt x="154724" y="219075"/>
                      <a:pt x="133401" y="197753"/>
                      <a:pt x="133401" y="171450"/>
                    </a:cubicBezTo>
                    <a:cubicBezTo>
                      <a:pt x="133401" y="197753"/>
                      <a:pt x="112079" y="219075"/>
                      <a:pt x="85776" y="219075"/>
                    </a:cubicBezTo>
                    <a:cubicBezTo>
                      <a:pt x="59474" y="219075"/>
                      <a:pt x="38151" y="197753"/>
                      <a:pt x="38151" y="171450"/>
                    </a:cubicBezTo>
                    <a:lnTo>
                      <a:pt x="38151" y="163437"/>
                    </a:lnTo>
                    <a:lnTo>
                      <a:pt x="38151" y="163437"/>
                    </a:lnTo>
                    <a:cubicBezTo>
                      <a:pt x="15291" y="155379"/>
                      <a:pt x="0" y="133777"/>
                      <a:pt x="0" y="109538"/>
                    </a:cubicBezTo>
                    <a:cubicBezTo>
                      <a:pt x="0" y="85298"/>
                      <a:pt x="15291" y="63696"/>
                      <a:pt x="38151" y="55638"/>
                    </a:cubicBezTo>
                    <a:lnTo>
                      <a:pt x="38151" y="47625"/>
                    </a:lnTo>
                    <a:cubicBezTo>
                      <a:pt x="38151" y="21322"/>
                      <a:pt x="59474" y="0"/>
                      <a:pt x="85776" y="0"/>
                    </a:cubicBezTo>
                    <a:cubicBezTo>
                      <a:pt x="112079" y="0"/>
                      <a:pt x="133401" y="21322"/>
                      <a:pt x="133401" y="47625"/>
                    </a:cubicBezTo>
                    <a:cubicBezTo>
                      <a:pt x="133401" y="21322"/>
                      <a:pt x="154724" y="0"/>
                      <a:pt x="181026" y="0"/>
                    </a:cubicBezTo>
                    <a:cubicBezTo>
                      <a:pt x="207329" y="0"/>
                      <a:pt x="228651" y="21322"/>
                      <a:pt x="228651" y="47625"/>
                    </a:cubicBezTo>
                    <a:lnTo>
                      <a:pt x="228651" y="55638"/>
                    </a:lnTo>
                    <a:cubicBezTo>
                      <a:pt x="251491" y="63713"/>
                      <a:pt x="266759" y="85312"/>
                      <a:pt x="266751" y="109538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390766" y="1357288"/>
                <a:ext cx="285759" cy="247698"/>
              </a:xfrm>
              <a:custGeom>
                <a:avLst/>
                <a:gdLst/>
                <a:ahLst/>
                <a:cxnLst/>
                <a:rect l="l" t="t" r="r" b="b"/>
                <a:pathLst>
                  <a:path w="285759" h="247698">
                    <a:moveTo>
                      <a:pt x="285759" y="123849"/>
                    </a:moveTo>
                    <a:cubicBezTo>
                      <a:pt x="285733" y="98099"/>
                      <a:pt x="270911" y="74656"/>
                      <a:pt x="247659" y="63592"/>
                    </a:cubicBezTo>
                    <a:lnTo>
                      <a:pt x="247659" y="61937"/>
                    </a:lnTo>
                    <a:cubicBezTo>
                      <a:pt x="247636" y="36738"/>
                      <a:pt x="231112" y="14527"/>
                      <a:pt x="206982" y="7264"/>
                    </a:cubicBezTo>
                    <a:cubicBezTo>
                      <a:pt x="182853" y="0"/>
                      <a:pt x="156813" y="9398"/>
                      <a:pt x="142884" y="30397"/>
                    </a:cubicBezTo>
                    <a:cubicBezTo>
                      <a:pt x="128955" y="9398"/>
                      <a:pt x="102915" y="0"/>
                      <a:pt x="78786" y="7264"/>
                    </a:cubicBezTo>
                    <a:cubicBezTo>
                      <a:pt x="54656" y="14527"/>
                      <a:pt x="38131" y="36738"/>
                      <a:pt x="38109" y="61937"/>
                    </a:cubicBezTo>
                    <a:lnTo>
                      <a:pt x="38109" y="63592"/>
                    </a:lnTo>
                    <a:cubicBezTo>
                      <a:pt x="14836" y="74627"/>
                      <a:pt x="0" y="98080"/>
                      <a:pt x="0" y="123837"/>
                    </a:cubicBezTo>
                    <a:cubicBezTo>
                      <a:pt x="0" y="149594"/>
                      <a:pt x="14836" y="173048"/>
                      <a:pt x="38109" y="184083"/>
                    </a:cubicBezTo>
                    <a:lnTo>
                      <a:pt x="38109" y="185762"/>
                    </a:lnTo>
                    <a:cubicBezTo>
                      <a:pt x="38131" y="210961"/>
                      <a:pt x="54656" y="233171"/>
                      <a:pt x="78786" y="240435"/>
                    </a:cubicBezTo>
                    <a:cubicBezTo>
                      <a:pt x="102915" y="247698"/>
                      <a:pt x="128955" y="238301"/>
                      <a:pt x="142884" y="217301"/>
                    </a:cubicBezTo>
                    <a:cubicBezTo>
                      <a:pt x="156813" y="238301"/>
                      <a:pt x="182853" y="247698"/>
                      <a:pt x="206982" y="240435"/>
                    </a:cubicBezTo>
                    <a:cubicBezTo>
                      <a:pt x="231112" y="233171"/>
                      <a:pt x="247636" y="210961"/>
                      <a:pt x="247659" y="185762"/>
                    </a:cubicBezTo>
                    <a:lnTo>
                      <a:pt x="247659" y="184083"/>
                    </a:lnTo>
                    <a:cubicBezTo>
                      <a:pt x="270907" y="173027"/>
                      <a:pt x="285730" y="149592"/>
                      <a:pt x="285759" y="123849"/>
                    </a:cubicBezTo>
                    <a:close/>
                    <a:moveTo>
                      <a:pt x="95259" y="223862"/>
                    </a:moveTo>
                    <a:cubicBezTo>
                      <a:pt x="75804" y="223859"/>
                      <a:pt x="59477" y="209199"/>
                      <a:pt x="57385" y="189857"/>
                    </a:cubicBezTo>
                    <a:cubicBezTo>
                      <a:pt x="60465" y="190297"/>
                      <a:pt x="63573" y="190520"/>
                      <a:pt x="66684" y="190524"/>
                    </a:cubicBezTo>
                    <a:lnTo>
                      <a:pt x="76209" y="190524"/>
                    </a:lnTo>
                    <a:cubicBezTo>
                      <a:pt x="81469" y="190524"/>
                      <a:pt x="85734" y="186260"/>
                      <a:pt x="85734" y="180999"/>
                    </a:cubicBezTo>
                    <a:cubicBezTo>
                      <a:pt x="85734" y="175739"/>
                      <a:pt x="81469" y="171474"/>
                      <a:pt x="76209" y="171474"/>
                    </a:cubicBezTo>
                    <a:lnTo>
                      <a:pt x="66684" y="171474"/>
                    </a:lnTo>
                    <a:cubicBezTo>
                      <a:pt x="43466" y="171501"/>
                      <a:pt x="23613" y="154783"/>
                      <a:pt x="19689" y="131899"/>
                    </a:cubicBezTo>
                    <a:cubicBezTo>
                      <a:pt x="15764" y="109016"/>
                      <a:pt x="28913" y="86637"/>
                      <a:pt x="50813" y="78927"/>
                    </a:cubicBezTo>
                    <a:cubicBezTo>
                      <a:pt x="54616" y="77580"/>
                      <a:pt x="57158" y="73984"/>
                      <a:pt x="57159" y="69950"/>
                    </a:cubicBezTo>
                    <a:lnTo>
                      <a:pt x="57159" y="61937"/>
                    </a:lnTo>
                    <a:cubicBezTo>
                      <a:pt x="57159" y="40895"/>
                      <a:pt x="74217" y="23837"/>
                      <a:pt x="95259" y="23837"/>
                    </a:cubicBezTo>
                    <a:cubicBezTo>
                      <a:pt x="116301" y="23837"/>
                      <a:pt x="133359" y="40895"/>
                      <a:pt x="133359" y="61937"/>
                    </a:cubicBezTo>
                    <a:lnTo>
                      <a:pt x="133359" y="143209"/>
                    </a:lnTo>
                    <a:cubicBezTo>
                      <a:pt x="122899" y="133802"/>
                      <a:pt x="109327" y="128601"/>
                      <a:pt x="95259" y="128612"/>
                    </a:cubicBezTo>
                    <a:cubicBezTo>
                      <a:pt x="89998" y="128612"/>
                      <a:pt x="85734" y="132876"/>
                      <a:pt x="85734" y="138137"/>
                    </a:cubicBezTo>
                    <a:cubicBezTo>
                      <a:pt x="85734" y="143397"/>
                      <a:pt x="89998" y="147662"/>
                      <a:pt x="95259" y="147662"/>
                    </a:cubicBezTo>
                    <a:cubicBezTo>
                      <a:pt x="116301" y="147662"/>
                      <a:pt x="133359" y="164720"/>
                      <a:pt x="133359" y="185762"/>
                    </a:cubicBezTo>
                    <a:cubicBezTo>
                      <a:pt x="133359" y="206804"/>
                      <a:pt x="116301" y="223862"/>
                      <a:pt x="95259" y="223862"/>
                    </a:cubicBezTo>
                    <a:close/>
                    <a:moveTo>
                      <a:pt x="219084" y="171474"/>
                    </a:moveTo>
                    <a:lnTo>
                      <a:pt x="209559" y="171474"/>
                    </a:lnTo>
                    <a:cubicBezTo>
                      <a:pt x="204298" y="171474"/>
                      <a:pt x="200034" y="175739"/>
                      <a:pt x="200034" y="180999"/>
                    </a:cubicBezTo>
                    <a:cubicBezTo>
                      <a:pt x="200034" y="186260"/>
                      <a:pt x="204298" y="190524"/>
                      <a:pt x="209559" y="190524"/>
                    </a:cubicBezTo>
                    <a:lnTo>
                      <a:pt x="219084" y="190524"/>
                    </a:lnTo>
                    <a:cubicBezTo>
                      <a:pt x="222195" y="190520"/>
                      <a:pt x="225303" y="190297"/>
                      <a:pt x="228383" y="189857"/>
                    </a:cubicBezTo>
                    <a:cubicBezTo>
                      <a:pt x="226178" y="210249"/>
                      <a:pt x="208226" y="225236"/>
                      <a:pt x="187768" y="223763"/>
                    </a:cubicBezTo>
                    <a:cubicBezTo>
                      <a:pt x="167311" y="222291"/>
                      <a:pt x="151690" y="204888"/>
                      <a:pt x="152428" y="184391"/>
                    </a:cubicBezTo>
                    <a:cubicBezTo>
                      <a:pt x="153166" y="163893"/>
                      <a:pt x="169998" y="147659"/>
                      <a:pt x="190509" y="147662"/>
                    </a:cubicBezTo>
                    <a:cubicBezTo>
                      <a:pt x="195769" y="147662"/>
                      <a:pt x="200034" y="143397"/>
                      <a:pt x="200034" y="138137"/>
                    </a:cubicBezTo>
                    <a:cubicBezTo>
                      <a:pt x="200034" y="132876"/>
                      <a:pt x="195769" y="128612"/>
                      <a:pt x="190509" y="128612"/>
                    </a:cubicBezTo>
                    <a:cubicBezTo>
                      <a:pt x="176441" y="128601"/>
                      <a:pt x="162868" y="133802"/>
                      <a:pt x="152409" y="143209"/>
                    </a:cubicBezTo>
                    <a:lnTo>
                      <a:pt x="152409" y="61937"/>
                    </a:lnTo>
                    <a:cubicBezTo>
                      <a:pt x="152409" y="40895"/>
                      <a:pt x="169467" y="23837"/>
                      <a:pt x="190509" y="23837"/>
                    </a:cubicBezTo>
                    <a:cubicBezTo>
                      <a:pt x="211551" y="23837"/>
                      <a:pt x="228609" y="40895"/>
                      <a:pt x="228609" y="61937"/>
                    </a:cubicBezTo>
                    <a:lnTo>
                      <a:pt x="228609" y="69950"/>
                    </a:lnTo>
                    <a:cubicBezTo>
                      <a:pt x="228610" y="73984"/>
                      <a:pt x="231152" y="77580"/>
                      <a:pt x="234955" y="78927"/>
                    </a:cubicBezTo>
                    <a:cubicBezTo>
                      <a:pt x="256855" y="86637"/>
                      <a:pt x="270004" y="109016"/>
                      <a:pt x="266079" y="131899"/>
                    </a:cubicBezTo>
                    <a:cubicBezTo>
                      <a:pt x="262155" y="154783"/>
                      <a:pt x="242301" y="171501"/>
                      <a:pt x="219084" y="171474"/>
                    </a:cubicBezTo>
                    <a:close/>
                    <a:moveTo>
                      <a:pt x="238134" y="109562"/>
                    </a:moveTo>
                    <a:cubicBezTo>
                      <a:pt x="238134" y="114822"/>
                      <a:pt x="233869" y="119087"/>
                      <a:pt x="228609" y="119087"/>
                    </a:cubicBezTo>
                    <a:lnTo>
                      <a:pt x="223846" y="119087"/>
                    </a:lnTo>
                    <a:cubicBezTo>
                      <a:pt x="200174" y="119087"/>
                      <a:pt x="180984" y="99897"/>
                      <a:pt x="180984" y="76224"/>
                    </a:cubicBezTo>
                    <a:lnTo>
                      <a:pt x="180984" y="71462"/>
                    </a:lnTo>
                    <a:cubicBezTo>
                      <a:pt x="180984" y="66201"/>
                      <a:pt x="185248" y="61937"/>
                      <a:pt x="190509" y="61937"/>
                    </a:cubicBezTo>
                    <a:cubicBezTo>
                      <a:pt x="195769" y="61937"/>
                      <a:pt x="200034" y="66201"/>
                      <a:pt x="200034" y="71462"/>
                    </a:cubicBezTo>
                    <a:lnTo>
                      <a:pt x="200034" y="76224"/>
                    </a:lnTo>
                    <a:cubicBezTo>
                      <a:pt x="200034" y="89376"/>
                      <a:pt x="210695" y="100037"/>
                      <a:pt x="223846" y="100037"/>
                    </a:cubicBezTo>
                    <a:lnTo>
                      <a:pt x="228609" y="100037"/>
                    </a:lnTo>
                    <a:cubicBezTo>
                      <a:pt x="233869" y="100037"/>
                      <a:pt x="238134" y="104301"/>
                      <a:pt x="238134" y="109562"/>
                    </a:cubicBezTo>
                    <a:close/>
                    <a:moveTo>
                      <a:pt x="61921" y="119087"/>
                    </a:moveTo>
                    <a:lnTo>
                      <a:pt x="57159" y="119087"/>
                    </a:lnTo>
                    <a:cubicBezTo>
                      <a:pt x="51898" y="119087"/>
                      <a:pt x="47634" y="114822"/>
                      <a:pt x="47634" y="109562"/>
                    </a:cubicBezTo>
                    <a:cubicBezTo>
                      <a:pt x="47634" y="104301"/>
                      <a:pt x="51898" y="100037"/>
                      <a:pt x="57159" y="100037"/>
                    </a:cubicBezTo>
                    <a:lnTo>
                      <a:pt x="61921" y="100037"/>
                    </a:lnTo>
                    <a:cubicBezTo>
                      <a:pt x="75073" y="100037"/>
                      <a:pt x="85734" y="89376"/>
                      <a:pt x="85734" y="76224"/>
                    </a:cubicBezTo>
                    <a:lnTo>
                      <a:pt x="85734" y="71462"/>
                    </a:lnTo>
                    <a:cubicBezTo>
                      <a:pt x="85734" y="66201"/>
                      <a:pt x="89998" y="61937"/>
                      <a:pt x="95259" y="61937"/>
                    </a:cubicBezTo>
                    <a:cubicBezTo>
                      <a:pt x="100519" y="61937"/>
                      <a:pt x="104784" y="66201"/>
                      <a:pt x="104784" y="71462"/>
                    </a:cubicBezTo>
                    <a:lnTo>
                      <a:pt x="104784" y="76224"/>
                    </a:lnTo>
                    <a:cubicBezTo>
                      <a:pt x="104784" y="99897"/>
                      <a:pt x="85594" y="119087"/>
                      <a:pt x="61921" y="11908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980009" y="16954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企业知识库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37065" y="1995488"/>
              <a:ext cx="57411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INTERNAL KB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59744" y="2307431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上传内部文档即建即用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76008" y="2545556"/>
              <a:ext cx="12962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员工 FAQ 自助查询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97416" y="2799874"/>
              <a:ext cx="1253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无需手工整理 FAQ 库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400550" y="1028700"/>
            <a:ext cx="3524250" cy="2381250"/>
            <a:chOff x="4400550" y="1028700"/>
            <a:chExt cx="3524250" cy="2381250"/>
          </a:xfrm>
        </p:grpSpPr>
        <p:sp>
          <p:nvSpPr>
            <p:cNvPr id="18" name="Rectangle 18"/>
            <p:cNvSpPr/>
            <p:nvPr/>
          </p:nvSpPr>
          <p:spPr>
            <a:xfrm>
              <a:off x="4400550" y="102870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00550" y="102870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038850" y="1390650"/>
              <a:ext cx="266700" cy="228600"/>
              <a:chOff x="6038850" y="1390650"/>
              <a:chExt cx="266700" cy="228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048375" y="1400175"/>
                <a:ext cx="2476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09550">
                    <a:moveTo>
                      <a:pt x="247650" y="9525"/>
                    </a:moveTo>
                    <a:lnTo>
                      <a:pt x="247650" y="161925"/>
                    </a:lnTo>
                    <a:cubicBezTo>
                      <a:pt x="247650" y="167186"/>
                      <a:pt x="243386" y="171450"/>
                      <a:pt x="238125" y="171450"/>
                    </a:cubicBezTo>
                    <a:lnTo>
                      <a:pt x="161925" y="171450"/>
                    </a:lnTo>
                    <a:cubicBezTo>
                      <a:pt x="140883" y="171450"/>
                      <a:pt x="123825" y="188508"/>
                      <a:pt x="123825" y="209550"/>
                    </a:cubicBezTo>
                    <a:cubicBezTo>
                      <a:pt x="123825" y="188508"/>
                      <a:pt x="106767" y="171450"/>
                      <a:pt x="85725" y="171450"/>
                    </a:cubicBezTo>
                    <a:lnTo>
                      <a:pt x="9525" y="171450"/>
                    </a:lnTo>
                    <a:cubicBezTo>
                      <a:pt x="4264" y="171450"/>
                      <a:pt x="0" y="167186"/>
                      <a:pt x="0" y="16192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85725" y="0"/>
                    </a:lnTo>
                    <a:cubicBezTo>
                      <a:pt x="106767" y="0"/>
                      <a:pt x="123825" y="17058"/>
                      <a:pt x="123825" y="38100"/>
                    </a:cubicBezTo>
                    <a:cubicBezTo>
                      <a:pt x="123825" y="17058"/>
                      <a:pt x="140883" y="0"/>
                      <a:pt x="161925" y="0"/>
                    </a:cubicBezTo>
                    <a:lnTo>
                      <a:pt x="238125" y="0"/>
                    </a:lnTo>
                    <a:cubicBezTo>
                      <a:pt x="243386" y="0"/>
                      <a:pt x="247650" y="4264"/>
                      <a:pt x="247650" y="952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038850" y="1390650"/>
                <a:ext cx="2667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28600">
                    <a:moveTo>
                      <a:pt x="247650" y="0"/>
                    </a:moveTo>
                    <a:lnTo>
                      <a:pt x="171450" y="0"/>
                    </a:lnTo>
                    <a:cubicBezTo>
                      <a:pt x="156460" y="0"/>
                      <a:pt x="142344" y="7058"/>
                      <a:pt x="133350" y="19050"/>
                    </a:cubicBezTo>
                    <a:cubicBezTo>
                      <a:pt x="124356" y="7058"/>
                      <a:pt x="110240" y="0"/>
                      <a:pt x="95250" y="0"/>
                    </a:cubicBez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171450"/>
                    </a:lnTo>
                    <a:cubicBezTo>
                      <a:pt x="0" y="181971"/>
                      <a:pt x="8529" y="190500"/>
                      <a:pt x="19050" y="190500"/>
                    </a:cubicBezTo>
                    <a:lnTo>
                      <a:pt x="95250" y="190500"/>
                    </a:lnTo>
                    <a:cubicBezTo>
                      <a:pt x="111032" y="190500"/>
                      <a:pt x="123825" y="203293"/>
                      <a:pt x="123825" y="219075"/>
                    </a:cubicBezTo>
                    <a:cubicBezTo>
                      <a:pt x="123825" y="224336"/>
                      <a:pt x="128089" y="228600"/>
                      <a:pt x="133350" y="228600"/>
                    </a:cubicBezTo>
                    <a:cubicBezTo>
                      <a:pt x="138611" y="228600"/>
                      <a:pt x="142875" y="224336"/>
                      <a:pt x="142875" y="219075"/>
                    </a:cubicBezTo>
                    <a:cubicBezTo>
                      <a:pt x="142875" y="203293"/>
                      <a:pt x="155668" y="190500"/>
                      <a:pt x="171450" y="190500"/>
                    </a:cubicBezTo>
                    <a:lnTo>
                      <a:pt x="247650" y="190500"/>
                    </a:lnTo>
                    <a:cubicBezTo>
                      <a:pt x="258171" y="190500"/>
                      <a:pt x="266700" y="181971"/>
                      <a:pt x="266700" y="171450"/>
                    </a:cubicBezTo>
                    <a:lnTo>
                      <a:pt x="266700" y="19050"/>
                    </a:lnTo>
                    <a:cubicBezTo>
                      <a:pt x="266700" y="8529"/>
                      <a:pt x="258171" y="0"/>
                      <a:pt x="247650" y="0"/>
                    </a:cubicBezTo>
                    <a:close/>
                    <a:moveTo>
                      <a:pt x="95250" y="171450"/>
                    </a:moveTo>
                    <a:lnTo>
                      <a:pt x="19050" y="171450"/>
                    </a:lnTo>
                    <a:lnTo>
                      <a:pt x="19050" y="19050"/>
                    </a:lnTo>
                    <a:lnTo>
                      <a:pt x="95250" y="19050"/>
                    </a:lnTo>
                    <a:cubicBezTo>
                      <a:pt x="111032" y="19050"/>
                      <a:pt x="123825" y="31843"/>
                      <a:pt x="123825" y="47625"/>
                    </a:cubicBezTo>
                    <a:lnTo>
                      <a:pt x="123825" y="180975"/>
                    </a:lnTo>
                    <a:cubicBezTo>
                      <a:pt x="115589" y="174778"/>
                      <a:pt x="105557" y="171434"/>
                      <a:pt x="95250" y="171450"/>
                    </a:cubicBezTo>
                    <a:close/>
                    <a:moveTo>
                      <a:pt x="247650" y="171450"/>
                    </a:moveTo>
                    <a:lnTo>
                      <a:pt x="171450" y="171450"/>
                    </a:lnTo>
                    <a:cubicBezTo>
                      <a:pt x="161143" y="171434"/>
                      <a:pt x="151111" y="174778"/>
                      <a:pt x="142875" y="180975"/>
                    </a:cubicBezTo>
                    <a:lnTo>
                      <a:pt x="142875" y="47625"/>
                    </a:lnTo>
                    <a:cubicBezTo>
                      <a:pt x="142875" y="31843"/>
                      <a:pt x="155668" y="19050"/>
                      <a:pt x="171450" y="19050"/>
                    </a:cubicBezTo>
                    <a:lnTo>
                      <a:pt x="247650" y="19050"/>
                    </a:ln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513546" y="16954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产品文档问答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15608" y="1995488"/>
              <a:ext cx="69413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PRODUCT DOCS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32048" y="2307431"/>
              <a:ext cx="14612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产品手册/说明书上传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98294" y="25455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用户自助查询功能说明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0228" y="27998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降低客服人工压力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39100" y="1028700"/>
            <a:ext cx="3390900" cy="2381250"/>
            <a:chOff x="8039100" y="1028700"/>
            <a:chExt cx="33909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8039100" y="1028700"/>
              <a:ext cx="33909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39100" y="102870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667875" y="1381125"/>
              <a:ext cx="247650" cy="228600"/>
              <a:chOff x="9667875" y="1381125"/>
              <a:chExt cx="247650" cy="228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677400" y="1390650"/>
                <a:ext cx="2286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3825">
                    <a:moveTo>
                      <a:pt x="228600" y="19050"/>
                    </a:moveTo>
                    <a:lnTo>
                      <a:pt x="228600" y="123825"/>
                    </a:lnTo>
                    <a:lnTo>
                      <a:pt x="0" y="123825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209550" y="0"/>
                    </a:lnTo>
                    <a:cubicBezTo>
                      <a:pt x="220071" y="0"/>
                      <a:pt x="228600" y="8529"/>
                      <a:pt x="228600" y="1905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667875" y="1381125"/>
                <a:ext cx="2476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28600">
                    <a:moveTo>
                      <a:pt x="21907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161925"/>
                    </a:lnTo>
                    <a:cubicBezTo>
                      <a:pt x="0" y="177707"/>
                      <a:pt x="12793" y="190500"/>
                      <a:pt x="28575" y="190500"/>
                    </a:cubicBezTo>
                    <a:lnTo>
                      <a:pt x="114300" y="190500"/>
                    </a:lnTo>
                    <a:lnTo>
                      <a:pt x="114300" y="209550"/>
                    </a:lnTo>
                    <a:lnTo>
                      <a:pt x="85725" y="209550"/>
                    </a:lnTo>
                    <a:cubicBezTo>
                      <a:pt x="80464" y="209550"/>
                      <a:pt x="76200" y="213814"/>
                      <a:pt x="76200" y="219075"/>
                    </a:cubicBezTo>
                    <a:cubicBezTo>
                      <a:pt x="76200" y="224336"/>
                      <a:pt x="80464" y="228600"/>
                      <a:pt x="85725" y="228600"/>
                    </a:cubicBezTo>
                    <a:lnTo>
                      <a:pt x="161925" y="228600"/>
                    </a:lnTo>
                    <a:cubicBezTo>
                      <a:pt x="167186" y="228600"/>
                      <a:pt x="171450" y="224336"/>
                      <a:pt x="171450" y="219075"/>
                    </a:cubicBezTo>
                    <a:cubicBezTo>
                      <a:pt x="171450" y="213814"/>
                      <a:pt x="167186" y="209550"/>
                      <a:pt x="161925" y="209550"/>
                    </a:cubicBezTo>
                    <a:lnTo>
                      <a:pt x="133350" y="209550"/>
                    </a:lnTo>
                    <a:lnTo>
                      <a:pt x="133350" y="190500"/>
                    </a:lnTo>
                    <a:lnTo>
                      <a:pt x="219075" y="190500"/>
                    </a:lnTo>
                    <a:cubicBezTo>
                      <a:pt x="234857" y="190500"/>
                      <a:pt x="247650" y="177707"/>
                      <a:pt x="247650" y="161925"/>
                    </a:cubicBezTo>
                    <a:lnTo>
                      <a:pt x="247650" y="28575"/>
                    </a:lnTo>
                    <a:cubicBezTo>
                      <a:pt x="247650" y="12793"/>
                      <a:pt x="234857" y="0"/>
                      <a:pt x="219075" y="0"/>
                    </a:cubicBezTo>
                    <a:close/>
                    <a:moveTo>
                      <a:pt x="28575" y="19050"/>
                    </a:moveTo>
                    <a:lnTo>
                      <a:pt x="219075" y="19050"/>
                    </a:lnTo>
                    <a:cubicBezTo>
                      <a:pt x="224336" y="19050"/>
                      <a:pt x="228600" y="23314"/>
                      <a:pt x="228600" y="28575"/>
                    </a:cubicBezTo>
                    <a:lnTo>
                      <a:pt x="228600" y="123825"/>
                    </a:lnTo>
                    <a:lnTo>
                      <a:pt x="19050" y="123825"/>
                    </a:lnTo>
                    <a:lnTo>
                      <a:pt x="19050" y="28575"/>
                    </a:lnTo>
                    <a:cubicBezTo>
                      <a:pt x="19050" y="23314"/>
                      <a:pt x="23314" y="19050"/>
                      <a:pt x="28575" y="19050"/>
                    </a:cubicBezTo>
                    <a:close/>
                    <a:moveTo>
                      <a:pt x="219075" y="171450"/>
                    </a:moveTo>
                    <a:lnTo>
                      <a:pt x="28575" y="171450"/>
                    </a:lnTo>
                    <a:cubicBezTo>
                      <a:pt x="23314" y="171450"/>
                      <a:pt x="19050" y="167186"/>
                      <a:pt x="19050" y="161925"/>
                    </a:cubicBezTo>
                    <a:lnTo>
                      <a:pt x="19050" y="142875"/>
                    </a:lnTo>
                    <a:lnTo>
                      <a:pt x="228600" y="142875"/>
                    </a:lnTo>
                    <a:lnTo>
                      <a:pt x="228600" y="161925"/>
                    </a:lnTo>
                    <a:cubicBezTo>
                      <a:pt x="228600" y="167186"/>
                      <a:pt x="224336" y="171450"/>
                      <a:pt x="219075" y="171450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9085421" y="16954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技术支持助手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97484" y="199548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TECH SUPPORT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62668" y="2307431"/>
              <a:ext cx="15437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技术文档/日志/错误码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20188" y="25455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快速定位解决方案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02102" y="27998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支持联网搜索补充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3600450"/>
            <a:ext cx="3524250" cy="2381250"/>
            <a:chOff x="762000" y="3600450"/>
            <a:chExt cx="3524250" cy="2381250"/>
          </a:xfrm>
        </p:grpSpPr>
        <p:sp>
          <p:nvSpPr>
            <p:cNvPr id="40" name="Rectangle 40"/>
            <p:cNvSpPr/>
            <p:nvPr/>
          </p:nvSpPr>
          <p:spPr>
            <a:xfrm>
              <a:off x="762000" y="360045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360045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2408569" y="3923869"/>
              <a:ext cx="250228" cy="267563"/>
              <a:chOff x="2408569" y="3923869"/>
              <a:chExt cx="250228" cy="26756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2419350" y="3933825"/>
                <a:ext cx="2286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33350">
                    <a:moveTo>
                      <a:pt x="228600" y="66675"/>
                    </a:moveTo>
                    <a:lnTo>
                      <a:pt x="114300" y="133350"/>
                    </a:lnTo>
                    <a:lnTo>
                      <a:pt x="0" y="66675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2408569" y="3923869"/>
                <a:ext cx="250228" cy="267563"/>
              </a:xfrm>
              <a:custGeom>
                <a:avLst/>
                <a:gdLst/>
                <a:ahLst/>
                <a:cxnLst/>
                <a:rect l="l" t="t" r="r" b="b"/>
                <a:pathLst>
                  <a:path w="250228" h="267563">
                    <a:moveTo>
                      <a:pt x="247609" y="186169"/>
                    </a:moveTo>
                    <a:cubicBezTo>
                      <a:pt x="250228" y="190714"/>
                      <a:pt x="248679" y="196522"/>
                      <a:pt x="244144" y="199159"/>
                    </a:cubicBezTo>
                    <a:lnTo>
                      <a:pt x="129844" y="265834"/>
                    </a:lnTo>
                    <a:cubicBezTo>
                      <a:pt x="126879" y="267563"/>
                      <a:pt x="123213" y="267563"/>
                      <a:pt x="120248" y="265834"/>
                    </a:cubicBezTo>
                    <a:lnTo>
                      <a:pt x="5948" y="199159"/>
                    </a:lnTo>
                    <a:cubicBezTo>
                      <a:pt x="1480" y="196474"/>
                      <a:pt x="0" y="190698"/>
                      <a:pt x="2626" y="186196"/>
                    </a:cubicBezTo>
                    <a:cubicBezTo>
                      <a:pt x="5251" y="181694"/>
                      <a:pt x="11008" y="180138"/>
                      <a:pt x="15544" y="182704"/>
                    </a:cubicBezTo>
                    <a:lnTo>
                      <a:pt x="125081" y="246581"/>
                    </a:lnTo>
                    <a:lnTo>
                      <a:pt x="234619" y="182704"/>
                    </a:lnTo>
                    <a:cubicBezTo>
                      <a:pt x="239164" y="180085"/>
                      <a:pt x="244972" y="181634"/>
                      <a:pt x="247609" y="186169"/>
                    </a:cubicBezTo>
                    <a:close/>
                    <a:moveTo>
                      <a:pt x="234619" y="125554"/>
                    </a:moveTo>
                    <a:lnTo>
                      <a:pt x="125081" y="189431"/>
                    </a:lnTo>
                    <a:lnTo>
                      <a:pt x="15544" y="125554"/>
                    </a:lnTo>
                    <a:cubicBezTo>
                      <a:pt x="11043" y="123313"/>
                      <a:pt x="5574" y="124957"/>
                      <a:pt x="3055" y="129309"/>
                    </a:cubicBezTo>
                    <a:cubicBezTo>
                      <a:pt x="536" y="133661"/>
                      <a:pt x="1834" y="139221"/>
                      <a:pt x="6019" y="142009"/>
                    </a:cubicBezTo>
                    <a:lnTo>
                      <a:pt x="120319" y="208684"/>
                    </a:lnTo>
                    <a:cubicBezTo>
                      <a:pt x="123284" y="210413"/>
                      <a:pt x="126950" y="210413"/>
                      <a:pt x="129915" y="208684"/>
                    </a:cubicBezTo>
                    <a:lnTo>
                      <a:pt x="244215" y="142009"/>
                    </a:lnTo>
                    <a:cubicBezTo>
                      <a:pt x="247203" y="140318"/>
                      <a:pt x="249050" y="137151"/>
                      <a:pt x="249050" y="133718"/>
                    </a:cubicBezTo>
                    <a:cubicBezTo>
                      <a:pt x="249050" y="130286"/>
                      <a:pt x="247203" y="127118"/>
                      <a:pt x="244215" y="125428"/>
                    </a:cubicBezTo>
                    <a:cubicBezTo>
                      <a:pt x="241227" y="123738"/>
                      <a:pt x="237561" y="123786"/>
                      <a:pt x="234619" y="125554"/>
                    </a:cubicBezTo>
                    <a:close/>
                    <a:moveTo>
                      <a:pt x="1256" y="76631"/>
                    </a:moveTo>
                    <a:cubicBezTo>
                      <a:pt x="1264" y="73236"/>
                      <a:pt x="3079" y="70102"/>
                      <a:pt x="6019" y="68404"/>
                    </a:cubicBezTo>
                    <a:lnTo>
                      <a:pt x="120319" y="1729"/>
                    </a:lnTo>
                    <a:cubicBezTo>
                      <a:pt x="123284" y="0"/>
                      <a:pt x="126950" y="0"/>
                      <a:pt x="129915" y="1729"/>
                    </a:cubicBezTo>
                    <a:lnTo>
                      <a:pt x="244215" y="68404"/>
                    </a:lnTo>
                    <a:cubicBezTo>
                      <a:pt x="247141" y="70111"/>
                      <a:pt x="248941" y="73244"/>
                      <a:pt x="248941" y="76631"/>
                    </a:cubicBezTo>
                    <a:cubicBezTo>
                      <a:pt x="248941" y="80019"/>
                      <a:pt x="247141" y="83152"/>
                      <a:pt x="244215" y="84859"/>
                    </a:cubicBezTo>
                    <a:lnTo>
                      <a:pt x="129915" y="151534"/>
                    </a:lnTo>
                    <a:cubicBezTo>
                      <a:pt x="126950" y="153263"/>
                      <a:pt x="123284" y="153263"/>
                      <a:pt x="120319" y="151534"/>
                    </a:cubicBezTo>
                    <a:lnTo>
                      <a:pt x="6019" y="84859"/>
                    </a:lnTo>
                    <a:cubicBezTo>
                      <a:pt x="3079" y="83161"/>
                      <a:pt x="1264" y="80027"/>
                      <a:pt x="1256" y="76631"/>
                    </a:cubicBezTo>
                    <a:close/>
                    <a:moveTo>
                      <a:pt x="29689" y="76631"/>
                    </a:moveTo>
                    <a:lnTo>
                      <a:pt x="125081" y="132281"/>
                    </a:lnTo>
                    <a:lnTo>
                      <a:pt x="220474" y="76631"/>
                    </a:lnTo>
                    <a:lnTo>
                      <a:pt x="125081" y="20982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817239" y="4267200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合同/法规检索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62043" y="4567238"/>
              <a:ext cx="92416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LEGAL &amp; CONTRACTS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72258" y="4879181"/>
              <a:ext cx="13037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上传合同/法规 PDF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718489" y="5117306"/>
              <a:ext cx="16112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快速查找条款/合规要求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926669" y="53716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标注来源页码可溯源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400550" y="3600450"/>
            <a:ext cx="3524250" cy="2381250"/>
            <a:chOff x="4400550" y="3600450"/>
            <a:chExt cx="3524250" cy="2381250"/>
          </a:xfrm>
        </p:grpSpPr>
        <p:sp>
          <p:nvSpPr>
            <p:cNvPr id="51" name="Rectangle 51"/>
            <p:cNvSpPr/>
            <p:nvPr/>
          </p:nvSpPr>
          <p:spPr>
            <a:xfrm>
              <a:off x="4400550" y="360045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400550" y="360045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033400" y="3930961"/>
              <a:ext cx="276006" cy="253684"/>
              <a:chOff x="6033400" y="3930961"/>
              <a:chExt cx="276006" cy="253684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129409" y="4000643"/>
                <a:ext cx="170234" cy="174618"/>
              </a:xfrm>
              <a:custGeom>
                <a:avLst/>
                <a:gdLst/>
                <a:ahLst/>
                <a:cxnLst/>
                <a:rect l="l" t="t" r="r" b="b"/>
                <a:pathLst>
                  <a:path w="170234" h="174618">
                    <a:moveTo>
                      <a:pt x="166330" y="162187"/>
                    </a:moveTo>
                    <a:cubicBezTo>
                      <a:pt x="167045" y="164683"/>
                      <a:pt x="166350" y="167369"/>
                      <a:pt x="164514" y="169205"/>
                    </a:cubicBezTo>
                    <a:cubicBezTo>
                      <a:pt x="162678" y="171041"/>
                      <a:pt x="159992" y="171736"/>
                      <a:pt x="157496" y="171021"/>
                    </a:cubicBezTo>
                    <a:lnTo>
                      <a:pt x="121932" y="160865"/>
                    </a:lnTo>
                    <a:cubicBezTo>
                      <a:pt x="99854" y="172886"/>
                      <a:pt x="73615" y="174618"/>
                      <a:pt x="50149" y="165604"/>
                    </a:cubicBezTo>
                    <a:cubicBezTo>
                      <a:pt x="26683" y="156589"/>
                      <a:pt x="8352" y="137736"/>
                      <a:pt x="0" y="114026"/>
                    </a:cubicBezTo>
                    <a:lnTo>
                      <a:pt x="0" y="114026"/>
                    </a:lnTo>
                    <a:cubicBezTo>
                      <a:pt x="1548" y="114110"/>
                      <a:pt x="3108" y="114157"/>
                      <a:pt x="4679" y="114157"/>
                    </a:cubicBezTo>
                    <a:cubicBezTo>
                      <a:pt x="32483" y="114159"/>
                      <a:pt x="58561" y="100677"/>
                      <a:pt x="74634" y="77990"/>
                    </a:cubicBezTo>
                    <a:cubicBezTo>
                      <a:pt x="90708" y="55303"/>
                      <a:pt x="94780" y="26230"/>
                      <a:pt x="85558" y="0"/>
                    </a:cubicBezTo>
                    <a:lnTo>
                      <a:pt x="85558" y="0"/>
                    </a:lnTo>
                    <a:cubicBezTo>
                      <a:pt x="114935" y="1603"/>
                      <a:pt x="141438" y="18160"/>
                      <a:pt x="155763" y="43858"/>
                    </a:cubicBezTo>
                    <a:cubicBezTo>
                      <a:pt x="170088" y="69555"/>
                      <a:pt x="170234" y="100804"/>
                      <a:pt x="156150" y="12663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033400" y="3930961"/>
                <a:ext cx="276006" cy="253684"/>
              </a:xfrm>
              <a:custGeom>
                <a:avLst/>
                <a:gdLst/>
                <a:ahLst/>
                <a:cxnLst/>
                <a:rect l="l" t="t" r="r" b="b"/>
                <a:pathLst>
                  <a:path w="276006" h="253684">
                    <a:moveTo>
                      <a:pt x="262375" y="197329"/>
                    </a:moveTo>
                    <a:cubicBezTo>
                      <a:pt x="276006" y="169621"/>
                      <a:pt x="275359" y="137024"/>
                      <a:pt x="260639" y="109879"/>
                    </a:cubicBezTo>
                    <a:cubicBezTo>
                      <a:pt x="245919" y="82733"/>
                      <a:pt x="218953" y="64408"/>
                      <a:pt x="188295" y="60717"/>
                    </a:cubicBezTo>
                    <a:cubicBezTo>
                      <a:pt x="174653" y="28918"/>
                      <a:pt x="144840" y="7017"/>
                      <a:pt x="110417" y="3508"/>
                    </a:cubicBezTo>
                    <a:cubicBezTo>
                      <a:pt x="75993" y="0"/>
                      <a:pt x="42375" y="15435"/>
                      <a:pt x="22599" y="43829"/>
                    </a:cubicBezTo>
                    <a:cubicBezTo>
                      <a:pt x="2823" y="72222"/>
                      <a:pt x="0" y="109107"/>
                      <a:pt x="15225" y="140179"/>
                    </a:cubicBezTo>
                    <a:lnTo>
                      <a:pt x="6105" y="172112"/>
                    </a:lnTo>
                    <a:cubicBezTo>
                      <a:pt x="4448" y="177929"/>
                      <a:pt x="6072" y="184188"/>
                      <a:pt x="10349" y="188465"/>
                    </a:cubicBezTo>
                    <a:cubicBezTo>
                      <a:pt x="14627" y="192742"/>
                      <a:pt x="20885" y="194367"/>
                      <a:pt x="26703" y="192710"/>
                    </a:cubicBezTo>
                    <a:lnTo>
                      <a:pt x="58636" y="183589"/>
                    </a:lnTo>
                    <a:cubicBezTo>
                      <a:pt x="68271" y="188320"/>
                      <a:pt x="78636" y="191392"/>
                      <a:pt x="89294" y="192674"/>
                    </a:cubicBezTo>
                    <a:cubicBezTo>
                      <a:pt x="99561" y="216729"/>
                      <a:pt x="119268" y="235504"/>
                      <a:pt x="143792" y="244594"/>
                    </a:cubicBezTo>
                    <a:cubicBezTo>
                      <a:pt x="168316" y="253684"/>
                      <a:pt x="195499" y="252290"/>
                      <a:pt x="218965" y="240739"/>
                    </a:cubicBezTo>
                    <a:lnTo>
                      <a:pt x="250898" y="249860"/>
                    </a:lnTo>
                    <a:cubicBezTo>
                      <a:pt x="256715" y="251517"/>
                      <a:pt x="262974" y="249892"/>
                      <a:pt x="267251" y="245615"/>
                    </a:cubicBezTo>
                    <a:cubicBezTo>
                      <a:pt x="271528" y="241338"/>
                      <a:pt x="273153" y="235079"/>
                      <a:pt x="271495" y="229262"/>
                    </a:cubicBezTo>
                    <a:close/>
                    <a:moveTo>
                      <a:pt x="59659" y="163873"/>
                    </a:moveTo>
                    <a:cubicBezTo>
                      <a:pt x="58774" y="163873"/>
                      <a:pt x="57893" y="163993"/>
                      <a:pt x="57040" y="164230"/>
                    </a:cubicBezTo>
                    <a:lnTo>
                      <a:pt x="25596" y="173219"/>
                    </a:lnTo>
                    <a:lnTo>
                      <a:pt x="34585" y="141775"/>
                    </a:lnTo>
                    <a:cubicBezTo>
                      <a:pt x="35259" y="139379"/>
                      <a:pt x="34968" y="136815"/>
                      <a:pt x="33775" y="134631"/>
                    </a:cubicBezTo>
                    <a:cubicBezTo>
                      <a:pt x="15670" y="101392"/>
                      <a:pt x="24730" y="59900"/>
                      <a:pt x="55043" y="37233"/>
                    </a:cubicBezTo>
                    <a:cubicBezTo>
                      <a:pt x="85355" y="14566"/>
                      <a:pt x="127715" y="17607"/>
                      <a:pt x="154480" y="44371"/>
                    </a:cubicBezTo>
                    <a:cubicBezTo>
                      <a:pt x="181244" y="71135"/>
                      <a:pt x="184284" y="113495"/>
                      <a:pt x="161617" y="143808"/>
                    </a:cubicBezTo>
                    <a:cubicBezTo>
                      <a:pt x="138951" y="174120"/>
                      <a:pt x="97459" y="183180"/>
                      <a:pt x="64220" y="165075"/>
                    </a:cubicBezTo>
                    <a:cubicBezTo>
                      <a:pt x="62826" y="164295"/>
                      <a:pt x="61257" y="163882"/>
                      <a:pt x="59659" y="163873"/>
                    </a:cubicBezTo>
                    <a:close/>
                    <a:moveTo>
                      <a:pt x="243016" y="198925"/>
                    </a:moveTo>
                    <a:lnTo>
                      <a:pt x="252005" y="230369"/>
                    </a:lnTo>
                    <a:lnTo>
                      <a:pt x="220561" y="221380"/>
                    </a:lnTo>
                    <a:cubicBezTo>
                      <a:pt x="218165" y="220706"/>
                      <a:pt x="215601" y="220997"/>
                      <a:pt x="213417" y="222189"/>
                    </a:cubicBezTo>
                    <a:cubicBezTo>
                      <a:pt x="176889" y="242062"/>
                      <a:pt x="131175" y="229013"/>
                      <a:pt x="110642" y="192852"/>
                    </a:cubicBezTo>
                    <a:cubicBezTo>
                      <a:pt x="137009" y="190106"/>
                      <a:pt x="161036" y="176487"/>
                      <a:pt x="176935" y="155274"/>
                    </a:cubicBezTo>
                    <a:cubicBezTo>
                      <a:pt x="192834" y="134062"/>
                      <a:pt x="199165" y="107179"/>
                      <a:pt x="194402" y="81100"/>
                    </a:cubicBezTo>
                    <a:cubicBezTo>
                      <a:pt x="217538" y="86553"/>
                      <a:pt x="236804" y="102488"/>
                      <a:pt x="246498" y="124191"/>
                    </a:cubicBezTo>
                    <a:cubicBezTo>
                      <a:pt x="256192" y="145893"/>
                      <a:pt x="255203" y="170876"/>
                      <a:pt x="243825" y="191745"/>
                    </a:cubicBezTo>
                    <a:cubicBezTo>
                      <a:pt x="242623" y="193939"/>
                      <a:pt x="242332" y="196518"/>
                      <a:pt x="243016" y="198925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618559" y="426720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私有化部署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70615" y="4567238"/>
              <a:ext cx="58412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ON-PREMISE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548312" y="4879181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数据不出企业内网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173266" y="51173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纯本地 CPU 嵌入 + ChromaDB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490460" y="5371624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仅 LLM 调用需外网 API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39100" y="3600450"/>
            <a:ext cx="3390900" cy="2381250"/>
            <a:chOff x="8039100" y="3600450"/>
            <a:chExt cx="3390900" cy="2381250"/>
          </a:xfrm>
        </p:grpSpPr>
        <p:sp>
          <p:nvSpPr>
            <p:cNvPr id="62" name="Rectangle 62"/>
            <p:cNvSpPr/>
            <p:nvPr/>
          </p:nvSpPr>
          <p:spPr>
            <a:xfrm>
              <a:off x="8039100" y="3600450"/>
              <a:ext cx="33909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39100" y="360045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676588" y="3913430"/>
              <a:ext cx="230225" cy="268045"/>
              <a:chOff x="9676588" y="3913430"/>
              <a:chExt cx="230225" cy="26804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9686509" y="4037302"/>
                <a:ext cx="210383" cy="125669"/>
              </a:xfrm>
              <a:custGeom>
                <a:avLst/>
                <a:gdLst/>
                <a:ahLst/>
                <a:cxnLst/>
                <a:rect l="l" t="t" r="r" b="b"/>
                <a:pathLst>
                  <a:path w="210383" h="125669">
                    <a:moveTo>
                      <a:pt x="65675" y="96548"/>
                    </a:moveTo>
                    <a:lnTo>
                      <a:pt x="30611" y="123027"/>
                    </a:lnTo>
                    <a:cubicBezTo>
                      <a:pt x="28043" y="125083"/>
                      <a:pt x="24597" y="125669"/>
                      <a:pt x="21494" y="124577"/>
                    </a:cubicBezTo>
                    <a:cubicBezTo>
                      <a:pt x="18391" y="123484"/>
                      <a:pt x="16072" y="120869"/>
                      <a:pt x="15359" y="117658"/>
                    </a:cubicBezTo>
                    <a:lnTo>
                      <a:pt x="643" y="51423"/>
                    </a:lnTo>
                    <a:cubicBezTo>
                      <a:pt x="0" y="48541"/>
                      <a:pt x="730" y="45524"/>
                      <a:pt x="2619" y="43255"/>
                    </a:cubicBezTo>
                    <a:lnTo>
                      <a:pt x="38707" y="0"/>
                    </a:lnTo>
                    <a:cubicBezTo>
                      <a:pt x="37326" y="27789"/>
                      <a:pt x="44112" y="60150"/>
                      <a:pt x="65675" y="96548"/>
                    </a:cubicBezTo>
                    <a:close/>
                    <a:moveTo>
                      <a:pt x="207764" y="43255"/>
                    </a:moveTo>
                    <a:lnTo>
                      <a:pt x="171676" y="0"/>
                    </a:lnTo>
                    <a:cubicBezTo>
                      <a:pt x="173117" y="27789"/>
                      <a:pt x="166271" y="60150"/>
                      <a:pt x="144708" y="96548"/>
                    </a:cubicBezTo>
                    <a:lnTo>
                      <a:pt x="179772" y="123027"/>
                    </a:lnTo>
                    <a:cubicBezTo>
                      <a:pt x="182340" y="125083"/>
                      <a:pt x="185786" y="125669"/>
                      <a:pt x="188889" y="124577"/>
                    </a:cubicBezTo>
                    <a:cubicBezTo>
                      <a:pt x="191991" y="123484"/>
                      <a:pt x="194311" y="120869"/>
                      <a:pt x="195024" y="117658"/>
                    </a:cubicBezTo>
                    <a:lnTo>
                      <a:pt x="209740" y="51423"/>
                    </a:lnTo>
                    <a:cubicBezTo>
                      <a:pt x="210383" y="48541"/>
                      <a:pt x="209653" y="45524"/>
                      <a:pt x="207764" y="43255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676588" y="3913430"/>
                <a:ext cx="230225" cy="268045"/>
              </a:xfrm>
              <a:custGeom>
                <a:avLst/>
                <a:gdLst/>
                <a:ahLst/>
                <a:cxnLst/>
                <a:rect l="l" t="t" r="r" b="b"/>
                <a:pathLst>
                  <a:path w="230225" h="268045">
                    <a:moveTo>
                      <a:pt x="143687" y="258520"/>
                    </a:moveTo>
                    <a:cubicBezTo>
                      <a:pt x="143687" y="263781"/>
                      <a:pt x="139423" y="268045"/>
                      <a:pt x="134162" y="268045"/>
                    </a:cubicBezTo>
                    <a:lnTo>
                      <a:pt x="96062" y="268045"/>
                    </a:lnTo>
                    <a:cubicBezTo>
                      <a:pt x="90802" y="268045"/>
                      <a:pt x="86537" y="263781"/>
                      <a:pt x="86537" y="258520"/>
                    </a:cubicBezTo>
                    <a:cubicBezTo>
                      <a:pt x="86537" y="253260"/>
                      <a:pt x="90802" y="248995"/>
                      <a:pt x="96062" y="248995"/>
                    </a:cubicBezTo>
                    <a:lnTo>
                      <a:pt x="134162" y="248995"/>
                    </a:lnTo>
                    <a:cubicBezTo>
                      <a:pt x="139423" y="248995"/>
                      <a:pt x="143687" y="253260"/>
                      <a:pt x="143687" y="258520"/>
                    </a:cubicBezTo>
                    <a:close/>
                    <a:moveTo>
                      <a:pt x="115112" y="125170"/>
                    </a:moveTo>
                    <a:cubicBezTo>
                      <a:pt x="123003" y="125170"/>
                      <a:pt x="129400" y="118774"/>
                      <a:pt x="129400" y="110883"/>
                    </a:cubicBezTo>
                    <a:cubicBezTo>
                      <a:pt x="129400" y="102992"/>
                      <a:pt x="123003" y="96595"/>
                      <a:pt x="115112" y="96595"/>
                    </a:cubicBezTo>
                    <a:cubicBezTo>
                      <a:pt x="107222" y="96595"/>
                      <a:pt x="100825" y="102992"/>
                      <a:pt x="100825" y="110883"/>
                    </a:cubicBezTo>
                    <a:cubicBezTo>
                      <a:pt x="100825" y="118774"/>
                      <a:pt x="107222" y="125170"/>
                      <a:pt x="115112" y="125170"/>
                    </a:cubicBezTo>
                    <a:close/>
                    <a:moveTo>
                      <a:pt x="228960" y="177355"/>
                    </a:moveTo>
                    <a:lnTo>
                      <a:pt x="214244" y="243590"/>
                    </a:lnTo>
                    <a:cubicBezTo>
                      <a:pt x="212825" y="249983"/>
                      <a:pt x="208221" y="255200"/>
                      <a:pt x="202053" y="257402"/>
                    </a:cubicBezTo>
                    <a:cubicBezTo>
                      <a:pt x="195886" y="259605"/>
                      <a:pt x="189019" y="258485"/>
                      <a:pt x="183871" y="254437"/>
                    </a:cubicBezTo>
                    <a:lnTo>
                      <a:pt x="151438" y="229945"/>
                    </a:lnTo>
                    <a:lnTo>
                      <a:pt x="78810" y="229945"/>
                    </a:lnTo>
                    <a:lnTo>
                      <a:pt x="46354" y="254437"/>
                    </a:lnTo>
                    <a:cubicBezTo>
                      <a:pt x="41206" y="258485"/>
                      <a:pt x="34339" y="259605"/>
                      <a:pt x="28172" y="257402"/>
                    </a:cubicBezTo>
                    <a:cubicBezTo>
                      <a:pt x="22004" y="255200"/>
                      <a:pt x="17400" y="249983"/>
                      <a:pt x="15981" y="243590"/>
                    </a:cubicBezTo>
                    <a:lnTo>
                      <a:pt x="1265" y="177355"/>
                    </a:lnTo>
                    <a:cubicBezTo>
                      <a:pt x="0" y="171596"/>
                      <a:pt x="1458" y="165575"/>
                      <a:pt x="5218" y="161032"/>
                    </a:cubicBezTo>
                    <a:lnTo>
                      <a:pt x="39222" y="120241"/>
                    </a:lnTo>
                    <a:cubicBezTo>
                      <a:pt x="40363" y="105250"/>
                      <a:pt x="43805" y="90525"/>
                      <a:pt x="49426" y="76581"/>
                    </a:cubicBezTo>
                    <a:cubicBezTo>
                      <a:pt x="64785" y="38076"/>
                      <a:pt x="92288" y="13918"/>
                      <a:pt x="103444" y="5322"/>
                    </a:cubicBezTo>
                    <a:cubicBezTo>
                      <a:pt x="110313" y="0"/>
                      <a:pt x="119912" y="0"/>
                      <a:pt x="126781" y="5322"/>
                    </a:cubicBezTo>
                    <a:cubicBezTo>
                      <a:pt x="137901" y="13918"/>
                      <a:pt x="165440" y="38076"/>
                      <a:pt x="180799" y="76581"/>
                    </a:cubicBezTo>
                    <a:cubicBezTo>
                      <a:pt x="186420" y="90525"/>
                      <a:pt x="189862" y="105250"/>
                      <a:pt x="191003" y="120241"/>
                    </a:cubicBezTo>
                    <a:lnTo>
                      <a:pt x="225007" y="161032"/>
                    </a:lnTo>
                    <a:cubicBezTo>
                      <a:pt x="228767" y="165575"/>
                      <a:pt x="230225" y="171596"/>
                      <a:pt x="228960" y="177355"/>
                    </a:cubicBezTo>
                    <a:close/>
                    <a:moveTo>
                      <a:pt x="81096" y="210895"/>
                    </a:moveTo>
                    <a:lnTo>
                      <a:pt x="149129" y="210895"/>
                    </a:lnTo>
                    <a:cubicBezTo>
                      <a:pt x="174275" y="166199"/>
                      <a:pt x="178978" y="123408"/>
                      <a:pt x="163107" y="83641"/>
                    </a:cubicBezTo>
                    <a:cubicBezTo>
                      <a:pt x="149105" y="48542"/>
                      <a:pt x="122840" y="26348"/>
                      <a:pt x="115112" y="20395"/>
                    </a:cubicBezTo>
                    <a:cubicBezTo>
                      <a:pt x="107361" y="26348"/>
                      <a:pt x="81096" y="48542"/>
                      <a:pt x="67095" y="83641"/>
                    </a:cubicBezTo>
                    <a:cubicBezTo>
                      <a:pt x="51247" y="123408"/>
                      <a:pt x="55950" y="166199"/>
                      <a:pt x="81096" y="210895"/>
                    </a:cubicBezTo>
                    <a:close/>
                    <a:moveTo>
                      <a:pt x="63237" y="217861"/>
                    </a:moveTo>
                    <a:cubicBezTo>
                      <a:pt x="50418" y="194564"/>
                      <a:pt x="42639" y="171668"/>
                      <a:pt x="39901" y="149173"/>
                    </a:cubicBezTo>
                    <a:lnTo>
                      <a:pt x="19862" y="173224"/>
                    </a:lnTo>
                    <a:lnTo>
                      <a:pt x="34579" y="239470"/>
                    </a:lnTo>
                    <a:lnTo>
                      <a:pt x="34793" y="239316"/>
                    </a:lnTo>
                    <a:close/>
                    <a:moveTo>
                      <a:pt x="210362" y="173224"/>
                    </a:moveTo>
                    <a:lnTo>
                      <a:pt x="190324" y="149173"/>
                    </a:lnTo>
                    <a:cubicBezTo>
                      <a:pt x="187610" y="171621"/>
                      <a:pt x="179847" y="194516"/>
                      <a:pt x="167036" y="217861"/>
                    </a:cubicBezTo>
                    <a:lnTo>
                      <a:pt x="195432" y="239292"/>
                    </a:lnTo>
                    <a:lnTo>
                      <a:pt x="195646" y="239447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085421" y="426720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快速原型验证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17474" y="4567238"/>
              <a:ext cx="83415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RAPID PROTOTYPE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01435" y="4879181"/>
              <a:ext cx="12662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最小可行 RAG 系统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45178" y="51173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分钟级搭建验证概念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72086" y="537162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再决定是否上生产平台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3" name="Rectangle 73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50" grpId="0"/>
      <p:bldP spid="61" grpId="0"/>
      <p:bldP spid="7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3719823" cy="574834"/>
            <a:chOff x="762000" y="280035"/>
            <a:chExt cx="3719823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运行与部署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35417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RUN &amp; DEPLOY — COMMANDS · CONFIGURATION · DATA PATHS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1000125"/>
            <a:ext cx="5238750" cy="5238750"/>
            <a:chOff x="762000" y="1000125"/>
            <a:chExt cx="5238750" cy="5238750"/>
          </a:xfrm>
        </p:grpSpPr>
        <p:sp>
          <p:nvSpPr>
            <p:cNvPr id="7" name="Rectangle 7"/>
            <p:cNvSpPr/>
            <p:nvPr/>
          </p:nvSpPr>
          <p:spPr>
            <a:xfrm>
              <a:off x="762000" y="1000125"/>
              <a:ext cx="5238750" cy="5238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00125"/>
              <a:ext cx="52387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2753" y="1298972"/>
              <a:ext cx="216694" cy="183356"/>
              <a:chOff x="1072753" y="1298972"/>
              <a:chExt cx="216694" cy="18335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1088" y="1307306"/>
                <a:ext cx="2000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66688">
                    <a:moveTo>
                      <a:pt x="200025" y="8334"/>
                    </a:moveTo>
                    <a:lnTo>
                      <a:pt x="200025" y="158353"/>
                    </a:lnTo>
                    <a:cubicBezTo>
                      <a:pt x="200025" y="162956"/>
                      <a:pt x="196294" y="166688"/>
                      <a:pt x="191691" y="166688"/>
                    </a:cubicBezTo>
                    <a:lnTo>
                      <a:pt x="8334" y="166688"/>
                    </a:lnTo>
                    <a:cubicBezTo>
                      <a:pt x="3731" y="166688"/>
                      <a:pt x="0" y="162956"/>
                      <a:pt x="0" y="158353"/>
                    </a:cubicBezTo>
                    <a:lnTo>
                      <a:pt x="0" y="8334"/>
                    </a:lnTo>
                    <a:cubicBezTo>
                      <a:pt x="0" y="3731"/>
                      <a:pt x="3731" y="0"/>
                      <a:pt x="8334" y="0"/>
                    </a:cubicBezTo>
                    <a:lnTo>
                      <a:pt x="191691" y="0"/>
                    </a:lnTo>
                    <a:cubicBezTo>
                      <a:pt x="196294" y="0"/>
                      <a:pt x="200025" y="3731"/>
                      <a:pt x="200025" y="833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2753" y="1298972"/>
                <a:ext cx="216694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183356">
                    <a:moveTo>
                      <a:pt x="108347" y="91678"/>
                    </a:moveTo>
                    <a:cubicBezTo>
                      <a:pt x="108348" y="94211"/>
                      <a:pt x="107198" y="96607"/>
                      <a:pt x="105221" y="98189"/>
                    </a:cubicBezTo>
                    <a:lnTo>
                      <a:pt x="63550" y="131527"/>
                    </a:lnTo>
                    <a:cubicBezTo>
                      <a:pt x="59954" y="134404"/>
                      <a:pt x="54706" y="133821"/>
                      <a:pt x="51829" y="130225"/>
                    </a:cubicBezTo>
                    <a:cubicBezTo>
                      <a:pt x="48953" y="126629"/>
                      <a:pt x="49536" y="121381"/>
                      <a:pt x="53132" y="118504"/>
                    </a:cubicBezTo>
                    <a:lnTo>
                      <a:pt x="86667" y="91678"/>
                    </a:lnTo>
                    <a:lnTo>
                      <a:pt x="53132" y="64852"/>
                    </a:lnTo>
                    <a:cubicBezTo>
                      <a:pt x="49536" y="61975"/>
                      <a:pt x="48953" y="56728"/>
                      <a:pt x="51829" y="53132"/>
                    </a:cubicBezTo>
                    <a:cubicBezTo>
                      <a:pt x="54706" y="49536"/>
                      <a:pt x="59954" y="48953"/>
                      <a:pt x="63550" y="51829"/>
                    </a:cubicBezTo>
                    <a:lnTo>
                      <a:pt x="105221" y="85167"/>
                    </a:lnTo>
                    <a:cubicBezTo>
                      <a:pt x="107198" y="86750"/>
                      <a:pt x="108348" y="89146"/>
                      <a:pt x="108347" y="91678"/>
                    </a:cubicBezTo>
                    <a:close/>
                    <a:moveTo>
                      <a:pt x="158353" y="116681"/>
                    </a:moveTo>
                    <a:lnTo>
                      <a:pt x="116681" y="116681"/>
                    </a:lnTo>
                    <a:cubicBezTo>
                      <a:pt x="112078" y="116681"/>
                      <a:pt x="108347" y="120413"/>
                      <a:pt x="108347" y="125016"/>
                    </a:cubicBezTo>
                    <a:cubicBezTo>
                      <a:pt x="108347" y="129619"/>
                      <a:pt x="112078" y="133350"/>
                      <a:pt x="116681" y="133350"/>
                    </a:cubicBezTo>
                    <a:lnTo>
                      <a:pt x="158353" y="133350"/>
                    </a:lnTo>
                    <a:cubicBezTo>
                      <a:pt x="162956" y="133350"/>
                      <a:pt x="166688" y="129619"/>
                      <a:pt x="166688" y="125016"/>
                    </a:cubicBezTo>
                    <a:cubicBezTo>
                      <a:pt x="166688" y="120413"/>
                      <a:pt x="162956" y="116681"/>
                      <a:pt x="158353" y="116681"/>
                    </a:cubicBezTo>
                    <a:close/>
                    <a:moveTo>
                      <a:pt x="216694" y="16669"/>
                    </a:moveTo>
                    <a:lnTo>
                      <a:pt x="216694" y="166688"/>
                    </a:lnTo>
                    <a:cubicBezTo>
                      <a:pt x="216694" y="175893"/>
                      <a:pt x="209231" y="183356"/>
                      <a:pt x="200025" y="183356"/>
                    </a:cubicBezTo>
                    <a:lnTo>
                      <a:pt x="16669" y="183356"/>
                    </a:lnTo>
                    <a:cubicBezTo>
                      <a:pt x="7463" y="183356"/>
                      <a:pt x="0" y="175893"/>
                      <a:pt x="0" y="166688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200025" y="0"/>
                    </a:lnTo>
                    <a:cubicBezTo>
                      <a:pt x="209231" y="0"/>
                      <a:pt x="216694" y="7463"/>
                      <a:pt x="216694" y="16669"/>
                    </a:cubicBezTo>
                    <a:close/>
                    <a:moveTo>
                      <a:pt x="200025" y="166688"/>
                    </a:moveTo>
                    <a:lnTo>
                      <a:pt x="200025" y="16669"/>
                    </a:lnTo>
                    <a:lnTo>
                      <a:pt x="16669" y="16669"/>
                    </a:lnTo>
                    <a:lnTo>
                      <a:pt x="16669" y="166688"/>
                    </a:lnTo>
                    <a:lnTo>
                      <a:pt x="200025" y="166688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9700" y="1285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命令速查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28700" y="1666875"/>
              <a:ext cx="4705350" cy="742950"/>
              <a:chOff x="1028700" y="1666875"/>
              <a:chExt cx="4705350" cy="7429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28700" y="1666875"/>
                <a:ext cx="4705350" cy="742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1028700" y="1666875"/>
                <a:ext cx="38100" cy="742950"/>
              </a:xfrm>
              <a:prstGeom prst="rect">
                <a:avLst/>
              </a:prstGeom>
              <a:solidFill>
                <a:srgbClr val="00C853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05865" y="18107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C853"/>
                    </a:solidFill>
                    <a:latin typeface="Arial"/>
                    <a:ea typeface="Microsoft YaHei"/>
                    <a:cs typeface="Arial"/>
                  </a:rPr>
                  <a:t>安装依赖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219200" y="203835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58265" y="2125028"/>
                <a:ext cx="21619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pip install -r requirements.txt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28700" y="2524125"/>
              <a:ext cx="4705350" cy="742950"/>
              <a:chOff x="1028700" y="2524125"/>
              <a:chExt cx="4705350" cy="742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028700" y="2524125"/>
                <a:ext cx="4705350" cy="742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028700" y="2524125"/>
                <a:ext cx="38100" cy="7429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05865" y="26679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启动应用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1219200" y="289560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358265" y="2982278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streamlit run app.py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028700" y="3381375"/>
              <a:ext cx="4705350" cy="742950"/>
              <a:chOff x="1028700" y="3381375"/>
              <a:chExt cx="4705350" cy="7429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028700" y="3381375"/>
                <a:ext cx="4705350" cy="742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028700" y="3381375"/>
                <a:ext cx="38100" cy="7429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05865" y="35252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Arial"/>
                    <a:ea typeface="Microsoft YaHei"/>
                    <a:cs typeface="Arial"/>
                  </a:rPr>
                  <a:t>运行测试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219200" y="375285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358265" y="3839528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 -v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028700" y="4238625"/>
              <a:ext cx="4705350" cy="742950"/>
              <a:chOff x="1028700" y="4238625"/>
              <a:chExt cx="4705350" cy="7429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1028700" y="4238625"/>
                <a:ext cx="4705350" cy="742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1028700" y="4238625"/>
                <a:ext cx="38100" cy="74295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05865" y="43824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Arial"/>
                    <a:ea typeface="Microsoft YaHei"/>
                    <a:cs typeface="Arial"/>
                  </a:rPr>
                  <a:t>单独测试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1219200" y="461010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359218" y="4704874"/>
                <a:ext cx="30411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tests/test_agent.py -k test_retriever</a:t>
                </a:r>
              </a:p>
            </p:txBody>
          </p:sp>
        </p:grpSp>
        <p:sp>
          <p:nvSpPr>
            <p:cNvPr id="37" name="Rectangle 37"/>
            <p:cNvSpPr/>
            <p:nvPr/>
          </p:nvSpPr>
          <p:spPr>
            <a:xfrm>
              <a:off x="1028700" y="5191125"/>
              <a:ext cx="470535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05865" y="5334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测试覆盖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06818" y="5562124"/>
              <a:ext cx="37367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test_e2e.py: 文件加载 → 向量存储 → 搜索 → Agent 创建 → 记忆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06818" y="5752624"/>
              <a:ext cx="39447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tempfile.TemporaryDirectory 隔离 · store.close() 释放文件锁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172200" y="1000125"/>
            <a:ext cx="5257800" cy="5238750"/>
            <a:chOff x="6172200" y="1000125"/>
            <a:chExt cx="5257800" cy="5238750"/>
          </a:xfrm>
        </p:grpSpPr>
        <p:sp>
          <p:nvSpPr>
            <p:cNvPr id="42" name="Rectangle 42"/>
            <p:cNvSpPr/>
            <p:nvPr/>
          </p:nvSpPr>
          <p:spPr>
            <a:xfrm>
              <a:off x="6172200" y="1000125"/>
              <a:ext cx="5257800" cy="5238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72200" y="1000125"/>
              <a:ext cx="5257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81884" y="1281234"/>
              <a:ext cx="218862" cy="218862"/>
              <a:chOff x="6481884" y="1281234"/>
              <a:chExt cx="218862" cy="2188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90642" y="1289971"/>
                <a:ext cx="201411" cy="201421"/>
              </a:xfrm>
              <a:custGeom>
                <a:avLst/>
                <a:gdLst/>
                <a:ahLst/>
                <a:cxnLst/>
                <a:rect l="l" t="t" r="r" b="b"/>
                <a:pathLst>
                  <a:path w="201411" h="201421">
                    <a:moveTo>
                      <a:pt x="183856" y="95658"/>
                    </a:moveTo>
                    <a:lnTo>
                      <a:pt x="201338" y="73780"/>
                    </a:lnTo>
                    <a:cubicBezTo>
                      <a:pt x="198980" y="64917"/>
                      <a:pt x="195452" y="56407"/>
                      <a:pt x="190847" y="48475"/>
                    </a:cubicBezTo>
                    <a:lnTo>
                      <a:pt x="163031" y="45349"/>
                    </a:lnTo>
                    <a:cubicBezTo>
                      <a:pt x="160809" y="42846"/>
                      <a:pt x="158440" y="40477"/>
                      <a:pt x="155936" y="38255"/>
                    </a:cubicBezTo>
                    <a:lnTo>
                      <a:pt x="152811" y="10428"/>
                    </a:lnTo>
                    <a:cubicBezTo>
                      <a:pt x="144870" y="5851"/>
                      <a:pt x="136357" y="2348"/>
                      <a:pt x="127495" y="10"/>
                    </a:cubicBezTo>
                    <a:lnTo>
                      <a:pt x="105617" y="17481"/>
                    </a:lnTo>
                    <a:cubicBezTo>
                      <a:pt x="102273" y="17283"/>
                      <a:pt x="98919" y="17283"/>
                      <a:pt x="95574" y="17481"/>
                    </a:cubicBezTo>
                    <a:lnTo>
                      <a:pt x="73697" y="0"/>
                    </a:lnTo>
                    <a:cubicBezTo>
                      <a:pt x="64862" y="2365"/>
                      <a:pt x="56381" y="5893"/>
                      <a:pt x="48475" y="10491"/>
                    </a:cubicBezTo>
                    <a:lnTo>
                      <a:pt x="45349" y="38307"/>
                    </a:lnTo>
                    <a:cubicBezTo>
                      <a:pt x="42846" y="40529"/>
                      <a:pt x="40477" y="42898"/>
                      <a:pt x="38255" y="45402"/>
                    </a:cubicBezTo>
                    <a:lnTo>
                      <a:pt x="10428" y="48527"/>
                    </a:lnTo>
                    <a:cubicBezTo>
                      <a:pt x="5851" y="56467"/>
                      <a:pt x="2348" y="64980"/>
                      <a:pt x="10" y="73843"/>
                    </a:cubicBezTo>
                    <a:lnTo>
                      <a:pt x="17481" y="95720"/>
                    </a:lnTo>
                    <a:cubicBezTo>
                      <a:pt x="17283" y="99065"/>
                      <a:pt x="17283" y="102419"/>
                      <a:pt x="17481" y="105763"/>
                    </a:cubicBezTo>
                    <a:lnTo>
                      <a:pt x="0" y="127641"/>
                    </a:lnTo>
                    <a:cubicBezTo>
                      <a:pt x="2358" y="136504"/>
                      <a:pt x="5886" y="145014"/>
                      <a:pt x="10491" y="152946"/>
                    </a:cubicBezTo>
                    <a:lnTo>
                      <a:pt x="38307" y="156072"/>
                    </a:lnTo>
                    <a:cubicBezTo>
                      <a:pt x="40529" y="158575"/>
                      <a:pt x="42898" y="160944"/>
                      <a:pt x="45402" y="163166"/>
                    </a:cubicBezTo>
                    <a:lnTo>
                      <a:pt x="48527" y="190993"/>
                    </a:lnTo>
                    <a:cubicBezTo>
                      <a:pt x="56467" y="195570"/>
                      <a:pt x="64980" y="199073"/>
                      <a:pt x="73843" y="201411"/>
                    </a:cubicBezTo>
                    <a:lnTo>
                      <a:pt x="95720" y="183940"/>
                    </a:lnTo>
                    <a:cubicBezTo>
                      <a:pt x="99065" y="184138"/>
                      <a:pt x="102419" y="184138"/>
                      <a:pt x="105763" y="183940"/>
                    </a:cubicBezTo>
                    <a:lnTo>
                      <a:pt x="127641" y="201421"/>
                    </a:lnTo>
                    <a:cubicBezTo>
                      <a:pt x="136504" y="199063"/>
                      <a:pt x="145014" y="195535"/>
                      <a:pt x="152946" y="190930"/>
                    </a:cubicBezTo>
                    <a:lnTo>
                      <a:pt x="156072" y="163114"/>
                    </a:lnTo>
                    <a:cubicBezTo>
                      <a:pt x="158575" y="160892"/>
                      <a:pt x="160944" y="158523"/>
                      <a:pt x="163166" y="156019"/>
                    </a:cubicBezTo>
                    <a:lnTo>
                      <a:pt x="190993" y="152894"/>
                    </a:lnTo>
                    <a:cubicBezTo>
                      <a:pt x="195570" y="144954"/>
                      <a:pt x="199073" y="136441"/>
                      <a:pt x="201411" y="127578"/>
                    </a:cubicBezTo>
                    <a:lnTo>
                      <a:pt x="183940" y="105701"/>
                    </a:lnTo>
                    <a:cubicBezTo>
                      <a:pt x="184110" y="102354"/>
                      <a:pt x="184082" y="99001"/>
                      <a:pt x="183856" y="95658"/>
                    </a:cubicBezTo>
                    <a:close/>
                    <a:moveTo>
                      <a:pt x="100658" y="142351"/>
                    </a:moveTo>
                    <a:cubicBezTo>
                      <a:pt x="77644" y="142351"/>
                      <a:pt x="58987" y="123694"/>
                      <a:pt x="58987" y="100679"/>
                    </a:cubicBezTo>
                    <a:cubicBezTo>
                      <a:pt x="58987" y="77665"/>
                      <a:pt x="77644" y="59007"/>
                      <a:pt x="100658" y="59007"/>
                    </a:cubicBezTo>
                    <a:cubicBezTo>
                      <a:pt x="123673" y="59007"/>
                      <a:pt x="142330" y="77665"/>
                      <a:pt x="142330" y="100679"/>
                    </a:cubicBezTo>
                    <a:cubicBezTo>
                      <a:pt x="142330" y="123694"/>
                      <a:pt x="123673" y="142351"/>
                      <a:pt x="100658" y="14235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81884" y="1281234"/>
                <a:ext cx="218862" cy="218862"/>
              </a:xfrm>
              <a:custGeom>
                <a:avLst/>
                <a:gdLst/>
                <a:ahLst/>
                <a:cxnLst/>
                <a:rect l="l" t="t" r="r" b="b"/>
                <a:pathLst>
                  <a:path w="218862" h="218862">
                    <a:moveTo>
                      <a:pt x="109416" y="59409"/>
                    </a:moveTo>
                    <a:cubicBezTo>
                      <a:pt x="81798" y="59409"/>
                      <a:pt x="59409" y="81798"/>
                      <a:pt x="59409" y="109416"/>
                    </a:cubicBezTo>
                    <a:cubicBezTo>
                      <a:pt x="59409" y="137033"/>
                      <a:pt x="81798" y="159422"/>
                      <a:pt x="109416" y="159422"/>
                    </a:cubicBezTo>
                    <a:cubicBezTo>
                      <a:pt x="137033" y="159422"/>
                      <a:pt x="159422" y="137033"/>
                      <a:pt x="159422" y="109416"/>
                    </a:cubicBezTo>
                    <a:cubicBezTo>
                      <a:pt x="159393" y="81810"/>
                      <a:pt x="137021" y="59438"/>
                      <a:pt x="109416" y="59409"/>
                    </a:cubicBezTo>
                    <a:close/>
                    <a:moveTo>
                      <a:pt x="109416" y="142753"/>
                    </a:moveTo>
                    <a:cubicBezTo>
                      <a:pt x="91004" y="142753"/>
                      <a:pt x="76078" y="127827"/>
                      <a:pt x="76078" y="109416"/>
                    </a:cubicBezTo>
                    <a:cubicBezTo>
                      <a:pt x="76078" y="91004"/>
                      <a:pt x="91004" y="76078"/>
                      <a:pt x="109416" y="76078"/>
                    </a:cubicBezTo>
                    <a:cubicBezTo>
                      <a:pt x="127827" y="76078"/>
                      <a:pt x="142753" y="91004"/>
                      <a:pt x="142753" y="109416"/>
                    </a:cubicBezTo>
                    <a:cubicBezTo>
                      <a:pt x="142753" y="127827"/>
                      <a:pt x="127827" y="142753"/>
                      <a:pt x="109416" y="142753"/>
                    </a:cubicBezTo>
                    <a:close/>
                    <a:moveTo>
                      <a:pt x="201094" y="111666"/>
                    </a:moveTo>
                    <a:cubicBezTo>
                      <a:pt x="201135" y="110166"/>
                      <a:pt x="201135" y="108666"/>
                      <a:pt x="201094" y="107165"/>
                    </a:cubicBezTo>
                    <a:lnTo>
                      <a:pt x="216637" y="87746"/>
                    </a:lnTo>
                    <a:cubicBezTo>
                      <a:pt x="218290" y="85679"/>
                      <a:pt x="218862" y="82949"/>
                      <a:pt x="218179" y="80391"/>
                    </a:cubicBezTo>
                    <a:cubicBezTo>
                      <a:pt x="215627" y="70814"/>
                      <a:pt x="211815" y="61619"/>
                      <a:pt x="206844" y="53044"/>
                    </a:cubicBezTo>
                    <a:cubicBezTo>
                      <a:pt x="205524" y="50769"/>
                      <a:pt x="203207" y="49252"/>
                      <a:pt x="200594" y="48950"/>
                    </a:cubicBezTo>
                    <a:lnTo>
                      <a:pt x="175882" y="46199"/>
                    </a:lnTo>
                    <a:cubicBezTo>
                      <a:pt x="174854" y="45116"/>
                      <a:pt x="173813" y="44074"/>
                      <a:pt x="172757" y="43074"/>
                    </a:cubicBezTo>
                    <a:lnTo>
                      <a:pt x="169840" y="18300"/>
                    </a:lnTo>
                    <a:cubicBezTo>
                      <a:pt x="169536" y="15685"/>
                      <a:pt x="168014" y="13368"/>
                      <a:pt x="165735" y="12049"/>
                    </a:cubicBezTo>
                    <a:cubicBezTo>
                      <a:pt x="157161" y="7082"/>
                      <a:pt x="147965" y="3278"/>
                      <a:pt x="138388" y="735"/>
                    </a:cubicBezTo>
                    <a:cubicBezTo>
                      <a:pt x="135831" y="52"/>
                      <a:pt x="133101" y="624"/>
                      <a:pt x="131033" y="2277"/>
                    </a:cubicBezTo>
                    <a:lnTo>
                      <a:pt x="111666" y="17737"/>
                    </a:lnTo>
                    <a:cubicBezTo>
                      <a:pt x="110166" y="17737"/>
                      <a:pt x="108666" y="17737"/>
                      <a:pt x="107165" y="17737"/>
                    </a:cubicBezTo>
                    <a:lnTo>
                      <a:pt x="87746" y="2225"/>
                    </a:lnTo>
                    <a:cubicBezTo>
                      <a:pt x="85679" y="572"/>
                      <a:pt x="82949" y="0"/>
                      <a:pt x="80391" y="683"/>
                    </a:cubicBezTo>
                    <a:cubicBezTo>
                      <a:pt x="70814" y="3236"/>
                      <a:pt x="61619" y="7047"/>
                      <a:pt x="53044" y="12018"/>
                    </a:cubicBezTo>
                    <a:cubicBezTo>
                      <a:pt x="50769" y="13339"/>
                      <a:pt x="49252" y="15656"/>
                      <a:pt x="48950" y="18269"/>
                    </a:cubicBezTo>
                    <a:lnTo>
                      <a:pt x="46199" y="43022"/>
                    </a:lnTo>
                    <a:cubicBezTo>
                      <a:pt x="45116" y="44057"/>
                      <a:pt x="44074" y="45099"/>
                      <a:pt x="43074" y="46147"/>
                    </a:cubicBezTo>
                    <a:lnTo>
                      <a:pt x="18300" y="48991"/>
                    </a:lnTo>
                    <a:cubicBezTo>
                      <a:pt x="15685" y="49296"/>
                      <a:pt x="13368" y="50817"/>
                      <a:pt x="12049" y="53096"/>
                    </a:cubicBezTo>
                    <a:cubicBezTo>
                      <a:pt x="7084" y="61672"/>
                      <a:pt x="3276" y="70867"/>
                      <a:pt x="725" y="80443"/>
                    </a:cubicBezTo>
                    <a:cubicBezTo>
                      <a:pt x="45" y="83002"/>
                      <a:pt x="621" y="85732"/>
                      <a:pt x="2277" y="87798"/>
                    </a:cubicBezTo>
                    <a:lnTo>
                      <a:pt x="17737" y="107165"/>
                    </a:lnTo>
                    <a:cubicBezTo>
                      <a:pt x="17737" y="108666"/>
                      <a:pt x="17737" y="110166"/>
                      <a:pt x="17737" y="111666"/>
                    </a:cubicBezTo>
                    <a:lnTo>
                      <a:pt x="2225" y="131085"/>
                    </a:lnTo>
                    <a:cubicBezTo>
                      <a:pt x="572" y="133153"/>
                      <a:pt x="0" y="135883"/>
                      <a:pt x="683" y="138440"/>
                    </a:cubicBezTo>
                    <a:cubicBezTo>
                      <a:pt x="3236" y="148017"/>
                      <a:pt x="7047" y="157213"/>
                      <a:pt x="12018" y="165787"/>
                    </a:cubicBezTo>
                    <a:cubicBezTo>
                      <a:pt x="13339" y="168062"/>
                      <a:pt x="15656" y="169580"/>
                      <a:pt x="18269" y="169881"/>
                    </a:cubicBezTo>
                    <a:lnTo>
                      <a:pt x="42980" y="172632"/>
                    </a:lnTo>
                    <a:cubicBezTo>
                      <a:pt x="44015" y="173715"/>
                      <a:pt x="45057" y="174757"/>
                      <a:pt x="46106" y="175757"/>
                    </a:cubicBezTo>
                    <a:lnTo>
                      <a:pt x="48991" y="200531"/>
                    </a:lnTo>
                    <a:cubicBezTo>
                      <a:pt x="49296" y="203146"/>
                      <a:pt x="50817" y="205464"/>
                      <a:pt x="53096" y="206782"/>
                    </a:cubicBezTo>
                    <a:cubicBezTo>
                      <a:pt x="61672" y="211748"/>
                      <a:pt x="70867" y="215556"/>
                      <a:pt x="80443" y="218106"/>
                    </a:cubicBezTo>
                    <a:cubicBezTo>
                      <a:pt x="83002" y="218787"/>
                      <a:pt x="85732" y="218210"/>
                      <a:pt x="87798" y="216554"/>
                    </a:cubicBezTo>
                    <a:lnTo>
                      <a:pt x="107165" y="201094"/>
                    </a:lnTo>
                    <a:cubicBezTo>
                      <a:pt x="108666" y="201135"/>
                      <a:pt x="110166" y="201135"/>
                      <a:pt x="111666" y="201094"/>
                    </a:cubicBezTo>
                    <a:lnTo>
                      <a:pt x="131085" y="216637"/>
                    </a:lnTo>
                    <a:cubicBezTo>
                      <a:pt x="133153" y="218290"/>
                      <a:pt x="135883" y="218862"/>
                      <a:pt x="138440" y="218179"/>
                    </a:cubicBezTo>
                    <a:cubicBezTo>
                      <a:pt x="148018" y="215631"/>
                      <a:pt x="157215" y="211819"/>
                      <a:pt x="165787" y="206844"/>
                    </a:cubicBezTo>
                    <a:cubicBezTo>
                      <a:pt x="168062" y="205524"/>
                      <a:pt x="169580" y="203207"/>
                      <a:pt x="169881" y="200594"/>
                    </a:cubicBezTo>
                    <a:lnTo>
                      <a:pt x="172632" y="175882"/>
                    </a:lnTo>
                    <a:cubicBezTo>
                      <a:pt x="173715" y="174854"/>
                      <a:pt x="174757" y="173813"/>
                      <a:pt x="175757" y="172757"/>
                    </a:cubicBezTo>
                    <a:lnTo>
                      <a:pt x="200531" y="169840"/>
                    </a:lnTo>
                    <a:cubicBezTo>
                      <a:pt x="203146" y="169536"/>
                      <a:pt x="205464" y="168014"/>
                      <a:pt x="206782" y="165735"/>
                    </a:cubicBezTo>
                    <a:cubicBezTo>
                      <a:pt x="211748" y="157159"/>
                      <a:pt x="215556" y="147964"/>
                      <a:pt x="218106" y="138388"/>
                    </a:cubicBezTo>
                    <a:cubicBezTo>
                      <a:pt x="218787" y="135829"/>
                      <a:pt x="218210" y="133099"/>
                      <a:pt x="216554" y="131033"/>
                    </a:cubicBezTo>
                    <a:close/>
                    <a:moveTo>
                      <a:pt x="184321" y="104894"/>
                    </a:moveTo>
                    <a:cubicBezTo>
                      <a:pt x="184498" y="107906"/>
                      <a:pt x="184498" y="110925"/>
                      <a:pt x="184321" y="113937"/>
                    </a:cubicBezTo>
                    <a:cubicBezTo>
                      <a:pt x="184197" y="115999"/>
                      <a:pt x="184843" y="118033"/>
                      <a:pt x="186134" y="119646"/>
                    </a:cubicBezTo>
                    <a:lnTo>
                      <a:pt x="200917" y="138117"/>
                    </a:lnTo>
                    <a:cubicBezTo>
                      <a:pt x="199220" y="143508"/>
                      <a:pt x="197048" y="148738"/>
                      <a:pt x="194426" y="153744"/>
                    </a:cubicBezTo>
                    <a:lnTo>
                      <a:pt x="170882" y="156411"/>
                    </a:lnTo>
                    <a:cubicBezTo>
                      <a:pt x="168831" y="156639"/>
                      <a:pt x="166938" y="157619"/>
                      <a:pt x="165568" y="159161"/>
                    </a:cubicBezTo>
                    <a:cubicBezTo>
                      <a:pt x="163563" y="161417"/>
                      <a:pt x="161427" y="163553"/>
                      <a:pt x="159172" y="165558"/>
                    </a:cubicBezTo>
                    <a:cubicBezTo>
                      <a:pt x="157629" y="166928"/>
                      <a:pt x="156649" y="168821"/>
                      <a:pt x="156421" y="170871"/>
                    </a:cubicBezTo>
                    <a:lnTo>
                      <a:pt x="153807" y="194395"/>
                    </a:lnTo>
                    <a:cubicBezTo>
                      <a:pt x="148801" y="197018"/>
                      <a:pt x="143571" y="199190"/>
                      <a:pt x="138180" y="200885"/>
                    </a:cubicBezTo>
                    <a:lnTo>
                      <a:pt x="119698" y="186102"/>
                    </a:lnTo>
                    <a:cubicBezTo>
                      <a:pt x="118219" y="184921"/>
                      <a:pt x="116382" y="184278"/>
                      <a:pt x="114489" y="184279"/>
                    </a:cubicBezTo>
                    <a:lnTo>
                      <a:pt x="113989" y="184279"/>
                    </a:lnTo>
                    <a:cubicBezTo>
                      <a:pt x="110977" y="184456"/>
                      <a:pt x="107958" y="184456"/>
                      <a:pt x="104946" y="184279"/>
                    </a:cubicBezTo>
                    <a:cubicBezTo>
                      <a:pt x="102885" y="184161"/>
                      <a:pt x="100853" y="184806"/>
                      <a:pt x="99237" y="186092"/>
                    </a:cubicBezTo>
                    <a:lnTo>
                      <a:pt x="80714" y="200885"/>
                    </a:lnTo>
                    <a:cubicBezTo>
                      <a:pt x="75323" y="199189"/>
                      <a:pt x="70094" y="197017"/>
                      <a:pt x="65087" y="194395"/>
                    </a:cubicBezTo>
                    <a:lnTo>
                      <a:pt x="62420" y="170882"/>
                    </a:lnTo>
                    <a:cubicBezTo>
                      <a:pt x="62193" y="168831"/>
                      <a:pt x="61213" y="166938"/>
                      <a:pt x="59670" y="165568"/>
                    </a:cubicBezTo>
                    <a:cubicBezTo>
                      <a:pt x="57414" y="163563"/>
                      <a:pt x="55279" y="161427"/>
                      <a:pt x="53273" y="159172"/>
                    </a:cubicBezTo>
                    <a:cubicBezTo>
                      <a:pt x="51904" y="157629"/>
                      <a:pt x="50010" y="156649"/>
                      <a:pt x="47960" y="156421"/>
                    </a:cubicBezTo>
                    <a:lnTo>
                      <a:pt x="24436" y="153796"/>
                    </a:lnTo>
                    <a:cubicBezTo>
                      <a:pt x="21813" y="148790"/>
                      <a:pt x="19641" y="143561"/>
                      <a:pt x="17946" y="138169"/>
                    </a:cubicBezTo>
                    <a:lnTo>
                      <a:pt x="32729" y="119688"/>
                    </a:lnTo>
                    <a:cubicBezTo>
                      <a:pt x="34020" y="118075"/>
                      <a:pt x="34666" y="116041"/>
                      <a:pt x="34542" y="113979"/>
                    </a:cubicBezTo>
                    <a:cubicBezTo>
                      <a:pt x="34365" y="110967"/>
                      <a:pt x="34365" y="107948"/>
                      <a:pt x="34542" y="104936"/>
                    </a:cubicBezTo>
                    <a:cubicBezTo>
                      <a:pt x="34666" y="102874"/>
                      <a:pt x="34020" y="100839"/>
                      <a:pt x="32729" y="99227"/>
                    </a:cubicBezTo>
                    <a:lnTo>
                      <a:pt x="17946" y="80714"/>
                    </a:lnTo>
                    <a:cubicBezTo>
                      <a:pt x="19642" y="75323"/>
                      <a:pt x="21814" y="70094"/>
                      <a:pt x="24436" y="65087"/>
                    </a:cubicBezTo>
                    <a:lnTo>
                      <a:pt x="47950" y="62420"/>
                    </a:lnTo>
                    <a:cubicBezTo>
                      <a:pt x="50000" y="62193"/>
                      <a:pt x="51893" y="61213"/>
                      <a:pt x="53263" y="59670"/>
                    </a:cubicBezTo>
                    <a:cubicBezTo>
                      <a:pt x="55268" y="57414"/>
                      <a:pt x="57404" y="55279"/>
                      <a:pt x="59659" y="53273"/>
                    </a:cubicBezTo>
                    <a:cubicBezTo>
                      <a:pt x="61208" y="51903"/>
                      <a:pt x="62192" y="50005"/>
                      <a:pt x="62420" y="47950"/>
                    </a:cubicBezTo>
                    <a:lnTo>
                      <a:pt x="65035" y="24436"/>
                    </a:lnTo>
                    <a:cubicBezTo>
                      <a:pt x="70041" y="21813"/>
                      <a:pt x="75271" y="19641"/>
                      <a:pt x="80662" y="17946"/>
                    </a:cubicBezTo>
                    <a:lnTo>
                      <a:pt x="99143" y="32729"/>
                    </a:lnTo>
                    <a:cubicBezTo>
                      <a:pt x="100756" y="34020"/>
                      <a:pt x="102791" y="34666"/>
                      <a:pt x="104853" y="34542"/>
                    </a:cubicBezTo>
                    <a:cubicBezTo>
                      <a:pt x="107864" y="34365"/>
                      <a:pt x="110884" y="34365"/>
                      <a:pt x="113895" y="34542"/>
                    </a:cubicBezTo>
                    <a:cubicBezTo>
                      <a:pt x="115956" y="34660"/>
                      <a:pt x="117989" y="34014"/>
                      <a:pt x="119604" y="32729"/>
                    </a:cubicBezTo>
                    <a:lnTo>
                      <a:pt x="138117" y="17946"/>
                    </a:lnTo>
                    <a:cubicBezTo>
                      <a:pt x="143508" y="19642"/>
                      <a:pt x="148738" y="21814"/>
                      <a:pt x="153744" y="24436"/>
                    </a:cubicBezTo>
                    <a:lnTo>
                      <a:pt x="156411" y="47950"/>
                    </a:lnTo>
                    <a:cubicBezTo>
                      <a:pt x="156639" y="50000"/>
                      <a:pt x="157619" y="51893"/>
                      <a:pt x="159161" y="53263"/>
                    </a:cubicBezTo>
                    <a:cubicBezTo>
                      <a:pt x="161417" y="55268"/>
                      <a:pt x="163553" y="57404"/>
                      <a:pt x="165558" y="59659"/>
                    </a:cubicBezTo>
                    <a:cubicBezTo>
                      <a:pt x="166928" y="61202"/>
                      <a:pt x="168821" y="62182"/>
                      <a:pt x="170871" y="62410"/>
                    </a:cubicBezTo>
                    <a:lnTo>
                      <a:pt x="194395" y="65025"/>
                    </a:lnTo>
                    <a:cubicBezTo>
                      <a:pt x="197018" y="70030"/>
                      <a:pt x="199190" y="75260"/>
                      <a:pt x="200885" y="80652"/>
                    </a:cubicBezTo>
                    <a:lnTo>
                      <a:pt x="186102" y="99133"/>
                    </a:lnTo>
                    <a:cubicBezTo>
                      <a:pt x="184799" y="100759"/>
                      <a:pt x="184152" y="102815"/>
                      <a:pt x="184290" y="104894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819900" y="1285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环境配置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38900" y="1666875"/>
              <a:ext cx="4724400" cy="1333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16065" y="1791652"/>
              <a:ext cx="6882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.env 文件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29400" y="2038350"/>
              <a:ext cx="4343400" cy="809625"/>
            </a:xfrm>
            <a:prstGeom prst="rect">
              <a:avLst/>
            </a:prstGeom>
            <a:solidFill>
              <a:srgbClr val="EDEFF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9420" y="21507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ANTHROPIC_AUTH_TOKEN=sk-xxx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89420" y="2341245"/>
              <a:ext cx="3479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ANTHROPIC_BASE_URL=https://api.deepseek.com/anthropic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89420" y="2531745"/>
              <a:ext cx="21111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ANTHROPIC_MODEL=deepseek-v4-pro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90372" y="2711291"/>
              <a:ext cx="20122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.env gitignored · python-dotenv 加载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38900" y="3143250"/>
              <a:ext cx="47244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15112" y="3259931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LLM 端点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17018" y="3495199"/>
              <a:ext cx="26380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 OpenAI-compatible /v1 endpoint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17970" y="3693795"/>
              <a:ext cx="3341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LLM_OPENAI_BASE_URL = "https://api.deepseek.com/v1"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38900" y="4048125"/>
              <a:ext cx="4724400" cy="904875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15112" y="4164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数据目录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7018" y="4419124"/>
              <a:ext cx="11234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data/chroma_db/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79118" y="44191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向量库持久化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17018" y="46191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79118" y="4619149"/>
              <a:ext cx="1136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原始文件 UUID 保存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17018" y="4819174"/>
              <a:ext cx="850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data/app.log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79118" y="4819174"/>
              <a:ext cx="16109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日志 UTF-8 · 侧边栏可查看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8" name="Rectangle 68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7150" cy="6858000"/>
            <a:chOff x="0" y="0"/>
            <a:chExt cx="57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667000"/>
              <a:ext cx="57150" cy="13335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04850" y="1038225"/>
            <a:ext cx="1374458" cy="914400"/>
            <a:chOff x="704850" y="1038225"/>
            <a:chExt cx="1374458" cy="914400"/>
          </a:xfrm>
        </p:grpSpPr>
        <p:sp>
          <p:nvSpPr>
            <p:cNvPr id="6" name="TextBox 6"/>
            <p:cNvSpPr txBox="1"/>
            <p:nvPr/>
          </p:nvSpPr>
          <p:spPr>
            <a:xfrm>
              <a:off x="704850" y="1038225"/>
              <a:ext cx="137445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1714500"/>
              <a:ext cx="571500" cy="28575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62000" y="2095500"/>
            <a:ext cx="10668000" cy="3333750"/>
            <a:chOff x="762000" y="2095500"/>
            <a:chExt cx="10668000" cy="3333750"/>
          </a:xfrm>
        </p:grpSpPr>
        <p:sp>
          <p:nvSpPr>
            <p:cNvPr id="9" name="Rectangle 9"/>
            <p:cNvSpPr/>
            <p:nvPr/>
          </p:nvSpPr>
          <p:spPr>
            <a:xfrm>
              <a:off x="762000" y="2095500"/>
              <a:ext cx="10668000" cy="3333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28700" y="2286000"/>
              <a:ext cx="10134600" cy="666750"/>
              <a:chOff x="1028700" y="2286000"/>
              <a:chExt cx="10134600" cy="666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028700" y="2286000"/>
                <a:ext cx="101346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21105" y="24450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619250" y="2381250"/>
                <a:ext cx="19050" cy="3810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809750" y="2428875"/>
                <a:ext cx="42886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Streamlit Web 界面，开箱即用 — 一条命令启动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15465" y="2706052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streamlit run app.py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028700" y="3028950"/>
              <a:ext cx="10134600" cy="666750"/>
              <a:chOff x="1028700" y="3028950"/>
              <a:chExt cx="10134600" cy="666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028700" y="3028950"/>
                <a:ext cx="10134600" cy="666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21105" y="31880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619250" y="3124200"/>
                <a:ext cx="19050" cy="3810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809750" y="3171825"/>
                <a:ext cx="36685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种格式 × 中文优化分块 × 本地嵌入模型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815465" y="3449002"/>
                <a:ext cx="30020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多格式文档一键上传 · 中文感知分割 · CPU 友好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3771900"/>
              <a:ext cx="10134600" cy="666750"/>
              <a:chOff x="1028700" y="3771900"/>
              <a:chExt cx="10134600" cy="666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1028700" y="3771900"/>
                <a:ext cx="101346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21105" y="39309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619250" y="3867150"/>
                <a:ext cx="19050" cy="3810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809750" y="3914775"/>
                <a:ext cx="42886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ReAct Agent 双工具编排，文档优先 + 智能回退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815465" y="4191952"/>
                <a:ext cx="30860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retriever → web_search · 失败保护 · 禁止编造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028700" y="4514850"/>
              <a:ext cx="10134600" cy="614362"/>
              <a:chOff x="1028700" y="4514850"/>
              <a:chExt cx="10134600" cy="614362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28700" y="4514850"/>
                <a:ext cx="1013460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21105" y="46739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1619250" y="4610100"/>
                <a:ext cx="19050" cy="3810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809750" y="4657725"/>
                <a:ext cx="36385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全流程可溯源，适合企业知识库问答场景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815465" y="4915852"/>
                <a:ext cx="20289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轻量高效 · 即装即用 · 中文优化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3228785" y="5806440"/>
            <a:ext cx="5734431" cy="651510"/>
            <a:chOff x="3228785" y="5806440"/>
            <a:chExt cx="5734431" cy="651510"/>
          </a:xfrm>
        </p:grpSpPr>
        <p:sp>
          <p:nvSpPr>
            <p:cNvPr id="35" name="TextBox 35"/>
            <p:cNvSpPr txBox="1"/>
            <p:nvPr/>
          </p:nvSpPr>
          <p:spPr>
            <a:xfrm>
              <a:off x="3228785" y="5806440"/>
              <a:ext cx="573443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智能客服系统 = RAG + LangGraph Agent + ChromaDB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48668" y="621411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感谢观看 · 欢迎提问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4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2026-06-14T09:00:42Z</dcterms:created>
  <dcterms:modified xsi:type="dcterms:W3CDTF">2026-06-14T09:00:42Z</dcterms:modified>
  <cp:category/>
  <cp:contentStatus/>
</cp:coreProperties>
</file>