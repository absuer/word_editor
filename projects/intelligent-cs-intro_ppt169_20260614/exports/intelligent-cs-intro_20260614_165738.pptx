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 xml:space="preserve"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98120"/>
            <a:ext cx="4690339" cy="506730"/>
            <a:chOff x="762000" y="198120"/>
            <a:chExt cx="4690339" cy="506730"/>
          </a:xfrm>
        </p:grpSpPr>
        <p:sp>
          <p:nvSpPr>
            <p:cNvPr id="3" name="Rectangle 3"/>
            <p:cNvSpPr/>
            <p:nvPr/>
          </p:nvSpPr>
          <p:spPr>
            <a:xfrm>
              <a:off x="762000" y="2667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198120"/>
              <a:ext cx="453031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 · 核心特性 · 对比优势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21970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· KEY FEATURES · WHY NOT DIFY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781050"/>
            <a:ext cx="3810000" cy="2857500"/>
            <a:chOff x="762000" y="781050"/>
            <a:chExt cx="3810000" cy="2857500"/>
          </a:xfrm>
        </p:grpSpPr>
        <p:sp>
          <p:nvSpPr>
            <p:cNvPr id="7" name="Rectangle 7"/>
            <p:cNvSpPr/>
            <p:nvPr/>
          </p:nvSpPr>
          <p:spPr>
            <a:xfrm>
              <a:off x="762000" y="781050"/>
              <a:ext cx="38100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781050"/>
              <a:ext cx="3810000" cy="3048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25161" y="867728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 TECH STACK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14400" y="1181100"/>
              <a:ext cx="1714500" cy="554831"/>
              <a:chOff x="914400" y="1181100"/>
              <a:chExt cx="1714500" cy="554831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118110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046559" y="1372791"/>
                <a:ext cx="154781" cy="142875"/>
                <a:chOff x="1046559" y="1372791"/>
                <a:chExt cx="154781" cy="14287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52512" y="1378744"/>
                  <a:ext cx="142875" cy="77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7391">
                      <a:moveTo>
                        <a:pt x="142875" y="11906"/>
                      </a:moveTo>
                      <a:lnTo>
                        <a:pt x="142875" y="77391"/>
                      </a:lnTo>
                      <a:lnTo>
                        <a:pt x="0" y="77391"/>
                      </a:lnTo>
                      <a:lnTo>
                        <a:pt x="0" y="11906"/>
                      </a:ln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130969" y="0"/>
                      </a:lnTo>
                      <a:cubicBezTo>
                        <a:pt x="137544" y="0"/>
                        <a:pt x="142875" y="5331"/>
                        <a:pt x="142875" y="1190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46559" y="1372791"/>
                  <a:ext cx="15478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42875">
                      <a:moveTo>
                        <a:pt x="136922" y="0"/>
                      </a:moveTo>
                      <a:lnTo>
                        <a:pt x="17859" y="0"/>
                      </a:lnTo>
                      <a:cubicBezTo>
                        <a:pt x="7996" y="0"/>
                        <a:pt x="0" y="7996"/>
                        <a:pt x="0" y="17859"/>
                      </a:cubicBezTo>
                      <a:lnTo>
                        <a:pt x="0" y="101203"/>
                      </a:lnTo>
                      <a:cubicBezTo>
                        <a:pt x="0" y="111067"/>
                        <a:pt x="7996" y="119062"/>
                        <a:pt x="17859" y="119062"/>
                      </a:cubicBezTo>
                      <a:lnTo>
                        <a:pt x="71438" y="119062"/>
                      </a:lnTo>
                      <a:lnTo>
                        <a:pt x="71438" y="130969"/>
                      </a:lnTo>
                      <a:lnTo>
                        <a:pt x="53578" y="130969"/>
                      </a:lnTo>
                      <a:cubicBezTo>
                        <a:pt x="50290" y="130969"/>
                        <a:pt x="47625" y="133634"/>
                        <a:pt x="47625" y="136922"/>
                      </a:cubicBezTo>
                      <a:cubicBezTo>
                        <a:pt x="47625" y="140210"/>
                        <a:pt x="50290" y="142875"/>
                        <a:pt x="53578" y="142875"/>
                      </a:cubicBezTo>
                      <a:lnTo>
                        <a:pt x="101203" y="142875"/>
                      </a:lnTo>
                      <a:cubicBezTo>
                        <a:pt x="104491" y="142875"/>
                        <a:pt x="107156" y="140210"/>
                        <a:pt x="107156" y="136922"/>
                      </a:cubicBezTo>
                      <a:cubicBezTo>
                        <a:pt x="107156" y="133634"/>
                        <a:pt x="104491" y="130969"/>
                        <a:pt x="101203" y="130969"/>
                      </a:cubicBezTo>
                      <a:lnTo>
                        <a:pt x="83344" y="130969"/>
                      </a:lnTo>
                      <a:lnTo>
                        <a:pt x="83344" y="119062"/>
                      </a:lnTo>
                      <a:lnTo>
                        <a:pt x="136922" y="119062"/>
                      </a:lnTo>
                      <a:cubicBezTo>
                        <a:pt x="146785" y="119062"/>
                        <a:pt x="154781" y="111067"/>
                        <a:pt x="154781" y="101203"/>
                      </a:cubicBezTo>
                      <a:lnTo>
                        <a:pt x="154781" y="17859"/>
                      </a:lnTo>
                      <a:cubicBezTo>
                        <a:pt x="154781" y="7996"/>
                        <a:pt x="146785" y="0"/>
                        <a:pt x="136922" y="0"/>
                      </a:cubicBezTo>
                      <a:close/>
                      <a:moveTo>
                        <a:pt x="17859" y="11906"/>
                      </a:moveTo>
                      <a:lnTo>
                        <a:pt x="136922" y="11906"/>
                      </a:lnTo>
                      <a:cubicBezTo>
                        <a:pt x="140210" y="11906"/>
                        <a:pt x="142875" y="14572"/>
                        <a:pt x="142875" y="17859"/>
                      </a:cubicBezTo>
                      <a:lnTo>
                        <a:pt x="142875" y="77391"/>
                      </a:lnTo>
                      <a:lnTo>
                        <a:pt x="11906" y="77391"/>
                      </a:lnTo>
                      <a:lnTo>
                        <a:pt x="11906" y="17859"/>
                      </a:lnTo>
                      <a:cubicBezTo>
                        <a:pt x="11906" y="14572"/>
                        <a:pt x="14572" y="11906"/>
                        <a:pt x="17859" y="11906"/>
                      </a:cubicBezTo>
                      <a:close/>
                      <a:moveTo>
                        <a:pt x="136922" y="107156"/>
                      </a:moveTo>
                      <a:lnTo>
                        <a:pt x="17859" y="107156"/>
                      </a:lnTo>
                      <a:cubicBezTo>
                        <a:pt x="14572" y="107156"/>
                        <a:pt x="11906" y="104491"/>
                        <a:pt x="11906" y="101203"/>
                      </a:cubicBezTo>
                      <a:lnTo>
                        <a:pt x="11906" y="89297"/>
                      </a:lnTo>
                      <a:lnTo>
                        <a:pt x="142875" y="89297"/>
                      </a:lnTo>
                      <a:lnTo>
                        <a:pt x="142875" y="101203"/>
                      </a:lnTo>
                      <a:cubicBezTo>
                        <a:pt x="142875" y="104491"/>
                        <a:pt x="140210" y="107156"/>
                        <a:pt x="136922" y="107156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282065" y="1391602"/>
                <a:ext cx="7103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84922" y="1568291"/>
                <a:ext cx="60402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 UI 框架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705100" y="1181100"/>
              <a:ext cx="1714500" cy="554831"/>
              <a:chOff x="2705100" y="1181100"/>
              <a:chExt cx="1714500" cy="554831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705100" y="118110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2835143" y="1358379"/>
                <a:ext cx="159279" cy="154017"/>
                <a:chOff x="2835143" y="1358379"/>
                <a:chExt cx="159279" cy="154017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2896791" y="1420416"/>
                  <a:ext cx="35719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35719">
                      <a:moveTo>
                        <a:pt x="35719" y="17859"/>
                      </a:moveTo>
                      <a:cubicBezTo>
                        <a:pt x="35719" y="27723"/>
                        <a:pt x="27723" y="35719"/>
                        <a:pt x="17859" y="35719"/>
                      </a:cubicBezTo>
                      <a:cubicBezTo>
                        <a:pt x="7996" y="35719"/>
                        <a:pt x="0" y="27723"/>
                        <a:pt x="0" y="17859"/>
                      </a:cubicBezTo>
                      <a:cubicBezTo>
                        <a:pt x="0" y="7996"/>
                        <a:pt x="7996" y="0"/>
                        <a:pt x="17859" y="0"/>
                      </a:cubicBezTo>
                      <a:cubicBezTo>
                        <a:pt x="27723" y="0"/>
                        <a:pt x="35719" y="7996"/>
                        <a:pt x="35719" y="17859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835143" y="1358379"/>
                  <a:ext cx="159279" cy="154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279" h="154017">
                      <a:moveTo>
                        <a:pt x="133085" y="97756"/>
                      </a:moveTo>
                      <a:cubicBezTo>
                        <a:pt x="127823" y="97753"/>
                        <a:pt x="122710" y="99502"/>
                        <a:pt x="118552" y="102727"/>
                      </a:cubicBezTo>
                      <a:lnTo>
                        <a:pt x="101355" y="89332"/>
                      </a:lnTo>
                      <a:cubicBezTo>
                        <a:pt x="102653" y="86356"/>
                        <a:pt x="103322" y="83143"/>
                        <a:pt x="103319" y="79896"/>
                      </a:cubicBezTo>
                      <a:cubicBezTo>
                        <a:pt x="103319" y="79346"/>
                        <a:pt x="103319" y="78795"/>
                        <a:pt x="103260" y="78252"/>
                      </a:cubicBezTo>
                      <a:lnTo>
                        <a:pt x="113105" y="74970"/>
                      </a:lnTo>
                      <a:cubicBezTo>
                        <a:pt x="119543" y="84900"/>
                        <a:pt x="132298" y="88595"/>
                        <a:pt x="143047" y="83644"/>
                      </a:cubicBezTo>
                      <a:cubicBezTo>
                        <a:pt x="153797" y="78692"/>
                        <a:pt x="159279" y="66597"/>
                        <a:pt x="155916" y="55250"/>
                      </a:cubicBezTo>
                      <a:cubicBezTo>
                        <a:pt x="152554" y="43903"/>
                        <a:pt x="141368" y="36747"/>
                        <a:pt x="129656" y="38451"/>
                      </a:cubicBezTo>
                      <a:cubicBezTo>
                        <a:pt x="117944" y="40155"/>
                        <a:pt x="109262" y="50202"/>
                        <a:pt x="109272" y="62037"/>
                      </a:cubicBezTo>
                      <a:cubicBezTo>
                        <a:pt x="109272" y="62588"/>
                        <a:pt x="109272" y="63138"/>
                        <a:pt x="109332" y="63681"/>
                      </a:cubicBezTo>
                      <a:lnTo>
                        <a:pt x="99487" y="66963"/>
                      </a:lnTo>
                      <a:cubicBezTo>
                        <a:pt x="95102" y="60184"/>
                        <a:pt x="87580" y="56089"/>
                        <a:pt x="79507" y="56084"/>
                      </a:cubicBezTo>
                      <a:cubicBezTo>
                        <a:pt x="78193" y="56087"/>
                        <a:pt x="76881" y="56196"/>
                        <a:pt x="75585" y="56411"/>
                      </a:cubicBezTo>
                      <a:lnTo>
                        <a:pt x="70495" y="44922"/>
                      </a:lnTo>
                      <a:cubicBezTo>
                        <a:pt x="79570" y="37671"/>
                        <a:pt x="82089" y="24930"/>
                        <a:pt x="76456" y="14771"/>
                      </a:cubicBezTo>
                      <a:cubicBezTo>
                        <a:pt x="70824" y="4612"/>
                        <a:pt x="58683" y="0"/>
                        <a:pt x="47726" y="3856"/>
                      </a:cubicBezTo>
                      <a:cubicBezTo>
                        <a:pt x="36768" y="7712"/>
                        <a:pt x="30193" y="18912"/>
                        <a:pt x="32164" y="30359"/>
                      </a:cubicBezTo>
                      <a:cubicBezTo>
                        <a:pt x="34135" y="41807"/>
                        <a:pt x="44078" y="50162"/>
                        <a:pt x="55694" y="50131"/>
                      </a:cubicBezTo>
                      <a:cubicBezTo>
                        <a:pt x="57008" y="50128"/>
                        <a:pt x="58320" y="50018"/>
                        <a:pt x="59616" y="49803"/>
                      </a:cubicBezTo>
                      <a:lnTo>
                        <a:pt x="64706" y="61263"/>
                      </a:lnTo>
                      <a:cubicBezTo>
                        <a:pt x="55804" y="68308"/>
                        <a:pt x="53132" y="80668"/>
                        <a:pt x="58328" y="90761"/>
                      </a:cubicBezTo>
                      <a:lnTo>
                        <a:pt x="39197" y="107757"/>
                      </a:lnTo>
                      <a:cubicBezTo>
                        <a:pt x="29235" y="101041"/>
                        <a:pt x="15834" y="102781"/>
                        <a:pt x="7917" y="111816"/>
                      </a:cubicBezTo>
                      <a:cubicBezTo>
                        <a:pt x="0" y="120852"/>
                        <a:pt x="37" y="134365"/>
                        <a:pt x="8003" y="143358"/>
                      </a:cubicBezTo>
                      <a:cubicBezTo>
                        <a:pt x="15969" y="152351"/>
                        <a:pt x="29379" y="154017"/>
                        <a:pt x="39304" y="147248"/>
                      </a:cubicBezTo>
                      <a:cubicBezTo>
                        <a:pt x="49228" y="140479"/>
                        <a:pt x="52572" y="127385"/>
                        <a:pt x="47107" y="116687"/>
                      </a:cubicBezTo>
                      <a:lnTo>
                        <a:pt x="66239" y="99690"/>
                      </a:lnTo>
                      <a:cubicBezTo>
                        <a:pt x="74735" y="105411"/>
                        <a:pt x="85942" y="105039"/>
                        <a:pt x="94040" y="98768"/>
                      </a:cubicBezTo>
                      <a:lnTo>
                        <a:pt x="111237" y="112162"/>
                      </a:lnTo>
                      <a:cubicBezTo>
                        <a:pt x="109943" y="115129"/>
                        <a:pt x="109274" y="118331"/>
                        <a:pt x="109272" y="121568"/>
                      </a:cubicBezTo>
                      <a:cubicBezTo>
                        <a:pt x="109272" y="134719"/>
                        <a:pt x="119934" y="145381"/>
                        <a:pt x="133085" y="145381"/>
                      </a:cubicBezTo>
                      <a:cubicBezTo>
                        <a:pt x="146236" y="145381"/>
                        <a:pt x="156897" y="134719"/>
                        <a:pt x="156897" y="121568"/>
                      </a:cubicBezTo>
                      <a:cubicBezTo>
                        <a:pt x="156897" y="108417"/>
                        <a:pt x="146236" y="97756"/>
                        <a:pt x="133085" y="97756"/>
                      </a:cubicBezTo>
                      <a:close/>
                      <a:moveTo>
                        <a:pt x="133085" y="50131"/>
                      </a:moveTo>
                      <a:cubicBezTo>
                        <a:pt x="139660" y="50131"/>
                        <a:pt x="144991" y="55461"/>
                        <a:pt x="144991" y="62037"/>
                      </a:cubicBezTo>
                      <a:cubicBezTo>
                        <a:pt x="144991" y="68613"/>
                        <a:pt x="139660" y="73943"/>
                        <a:pt x="133085" y="73943"/>
                      </a:cubicBezTo>
                      <a:cubicBezTo>
                        <a:pt x="126509" y="73943"/>
                        <a:pt x="121179" y="68613"/>
                        <a:pt x="121179" y="62037"/>
                      </a:cubicBezTo>
                      <a:cubicBezTo>
                        <a:pt x="121179" y="55461"/>
                        <a:pt x="126509" y="50131"/>
                        <a:pt x="133085" y="50131"/>
                      </a:cubicBezTo>
                      <a:close/>
                      <a:moveTo>
                        <a:pt x="43788" y="26318"/>
                      </a:moveTo>
                      <a:cubicBezTo>
                        <a:pt x="43788" y="19743"/>
                        <a:pt x="49119" y="14412"/>
                        <a:pt x="55694" y="14412"/>
                      </a:cubicBezTo>
                      <a:cubicBezTo>
                        <a:pt x="62270" y="14412"/>
                        <a:pt x="67600" y="19743"/>
                        <a:pt x="67600" y="26318"/>
                      </a:cubicBezTo>
                      <a:cubicBezTo>
                        <a:pt x="67600" y="32894"/>
                        <a:pt x="62270" y="38224"/>
                        <a:pt x="55694" y="38224"/>
                      </a:cubicBezTo>
                      <a:cubicBezTo>
                        <a:pt x="49119" y="38224"/>
                        <a:pt x="43788" y="32894"/>
                        <a:pt x="43788" y="26318"/>
                      </a:cubicBezTo>
                      <a:close/>
                      <a:moveTo>
                        <a:pt x="25929" y="139428"/>
                      </a:moveTo>
                      <a:cubicBezTo>
                        <a:pt x="19353" y="139428"/>
                        <a:pt x="14022" y="134097"/>
                        <a:pt x="14022" y="127521"/>
                      </a:cubicBezTo>
                      <a:cubicBezTo>
                        <a:pt x="14022" y="120946"/>
                        <a:pt x="19353" y="115615"/>
                        <a:pt x="25929" y="115615"/>
                      </a:cubicBezTo>
                      <a:cubicBezTo>
                        <a:pt x="32504" y="115615"/>
                        <a:pt x="37835" y="120946"/>
                        <a:pt x="37835" y="127521"/>
                      </a:cubicBezTo>
                      <a:cubicBezTo>
                        <a:pt x="37835" y="134097"/>
                        <a:pt x="32504" y="139428"/>
                        <a:pt x="25929" y="139428"/>
                      </a:cubicBezTo>
                      <a:close/>
                      <a:moveTo>
                        <a:pt x="67600" y="79896"/>
                      </a:moveTo>
                      <a:cubicBezTo>
                        <a:pt x="67600" y="73321"/>
                        <a:pt x="72931" y="67990"/>
                        <a:pt x="79507" y="67990"/>
                      </a:cubicBezTo>
                      <a:cubicBezTo>
                        <a:pt x="86082" y="67990"/>
                        <a:pt x="91413" y="73321"/>
                        <a:pt x="91413" y="79896"/>
                      </a:cubicBezTo>
                      <a:cubicBezTo>
                        <a:pt x="91413" y="86472"/>
                        <a:pt x="86082" y="91803"/>
                        <a:pt x="79507" y="91803"/>
                      </a:cubicBezTo>
                      <a:cubicBezTo>
                        <a:pt x="72931" y="91803"/>
                        <a:pt x="67600" y="86472"/>
                        <a:pt x="67600" y="79896"/>
                      </a:cubicBezTo>
                      <a:close/>
                      <a:moveTo>
                        <a:pt x="133085" y="133474"/>
                      </a:moveTo>
                      <a:cubicBezTo>
                        <a:pt x="126509" y="133474"/>
                        <a:pt x="121179" y="128144"/>
                        <a:pt x="121179" y="121568"/>
                      </a:cubicBezTo>
                      <a:cubicBezTo>
                        <a:pt x="121179" y="114993"/>
                        <a:pt x="126509" y="109662"/>
                        <a:pt x="133085" y="109662"/>
                      </a:cubicBezTo>
                      <a:cubicBezTo>
                        <a:pt x="139660" y="109662"/>
                        <a:pt x="144991" y="114993"/>
                        <a:pt x="144991" y="121568"/>
                      </a:cubicBezTo>
                      <a:cubicBezTo>
                        <a:pt x="144991" y="128144"/>
                        <a:pt x="139660" y="133474"/>
                        <a:pt x="133085" y="13347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072765" y="1391602"/>
                <a:ext cx="7544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LangGraph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075622" y="1568291"/>
                <a:ext cx="65903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ReAct Agent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14400" y="1771650"/>
              <a:ext cx="1714500" cy="554831"/>
              <a:chOff x="914400" y="1771650"/>
              <a:chExt cx="1714500" cy="554831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14400" y="177165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052512" y="1951434"/>
                <a:ext cx="142875" cy="154781"/>
                <a:chOff x="1052512" y="1951434"/>
                <a:chExt cx="142875" cy="154781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1058466" y="1957388"/>
                  <a:ext cx="130969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71438">
                      <a:moveTo>
                        <a:pt x="130969" y="35719"/>
                      </a:moveTo>
                      <a:cubicBezTo>
                        <a:pt x="130969" y="55446"/>
                        <a:pt x="101650" y="71438"/>
                        <a:pt x="65484" y="71438"/>
                      </a:cubicBezTo>
                      <a:cubicBezTo>
                        <a:pt x="29319" y="71438"/>
                        <a:pt x="0" y="55446"/>
                        <a:pt x="0" y="35719"/>
                      </a:cubicBezTo>
                      <a:cubicBezTo>
                        <a:pt x="0" y="15992"/>
                        <a:pt x="29319" y="0"/>
                        <a:pt x="65484" y="0"/>
                      </a:cubicBezTo>
                      <a:cubicBezTo>
                        <a:pt x="101650" y="0"/>
                        <a:pt x="130969" y="15992"/>
                        <a:pt x="130969" y="35719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52512" y="1951434"/>
                  <a:ext cx="142875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4781">
                      <a:moveTo>
                        <a:pt x="71438" y="0"/>
                      </a:moveTo>
                      <a:cubicBezTo>
                        <a:pt x="31380" y="0"/>
                        <a:pt x="0" y="18306"/>
                        <a:pt x="0" y="41672"/>
                      </a:cubicBezTo>
                      <a:lnTo>
                        <a:pt x="0" y="113109"/>
                      </a:lnTo>
                      <a:cubicBezTo>
                        <a:pt x="0" y="136475"/>
                        <a:pt x="31380" y="154781"/>
                        <a:pt x="71438" y="154781"/>
                      </a:cubicBezTo>
                      <a:cubicBezTo>
                        <a:pt x="111495" y="154781"/>
                        <a:pt x="142875" y="136475"/>
                        <a:pt x="142875" y="113109"/>
                      </a:cubicBezTo>
                      <a:lnTo>
                        <a:pt x="142875" y="41672"/>
                      </a:lnTo>
                      <a:cubicBezTo>
                        <a:pt x="142875" y="18306"/>
                        <a:pt x="111495" y="0"/>
                        <a:pt x="71438" y="0"/>
                      </a:cubicBezTo>
                      <a:close/>
                      <a:moveTo>
                        <a:pt x="130969" y="77391"/>
                      </a:moveTo>
                      <a:cubicBezTo>
                        <a:pt x="130969" y="84549"/>
                        <a:pt x="125105" y="91849"/>
                        <a:pt x="114888" y="97423"/>
                      </a:cubicBezTo>
                      <a:cubicBezTo>
                        <a:pt x="103383" y="103696"/>
                        <a:pt x="87950" y="107156"/>
                        <a:pt x="71438" y="107156"/>
                      </a:cubicBezTo>
                      <a:cubicBezTo>
                        <a:pt x="54925" y="107156"/>
                        <a:pt x="39492" y="103696"/>
                        <a:pt x="27987" y="97423"/>
                      </a:cubicBezTo>
                      <a:cubicBezTo>
                        <a:pt x="17770" y="91849"/>
                        <a:pt x="11906" y="84549"/>
                        <a:pt x="11906" y="77391"/>
                      </a:cubicBezTo>
                      <a:lnTo>
                        <a:pt x="11906" y="65008"/>
                      </a:lnTo>
                      <a:cubicBezTo>
                        <a:pt x="24601" y="76170"/>
                        <a:pt x="46308" y="83344"/>
                        <a:pt x="71438" y="83344"/>
                      </a:cubicBezTo>
                      <a:cubicBezTo>
                        <a:pt x="96567" y="83344"/>
                        <a:pt x="118274" y="76140"/>
                        <a:pt x="130969" y="65008"/>
                      </a:cubicBezTo>
                      <a:close/>
                      <a:moveTo>
                        <a:pt x="27987" y="21640"/>
                      </a:moveTo>
                      <a:cubicBezTo>
                        <a:pt x="39492" y="15367"/>
                        <a:pt x="54925" y="11906"/>
                        <a:pt x="71438" y="11906"/>
                      </a:cubicBezTo>
                      <a:cubicBezTo>
                        <a:pt x="87950" y="11906"/>
                        <a:pt x="103383" y="15367"/>
                        <a:pt x="114888" y="21640"/>
                      </a:cubicBezTo>
                      <a:cubicBezTo>
                        <a:pt x="125105" y="27213"/>
                        <a:pt x="130969" y="34513"/>
                        <a:pt x="130969" y="41672"/>
                      </a:cubicBezTo>
                      <a:cubicBezTo>
                        <a:pt x="130969" y="48831"/>
                        <a:pt x="125105" y="56131"/>
                        <a:pt x="114888" y="61704"/>
                      </a:cubicBezTo>
                      <a:cubicBezTo>
                        <a:pt x="103383" y="67977"/>
                        <a:pt x="87950" y="71438"/>
                        <a:pt x="71438" y="71438"/>
                      </a:cubicBezTo>
                      <a:cubicBezTo>
                        <a:pt x="54925" y="71438"/>
                        <a:pt x="39492" y="67977"/>
                        <a:pt x="27987" y="61704"/>
                      </a:cubicBezTo>
                      <a:cubicBezTo>
                        <a:pt x="17770" y="56131"/>
                        <a:pt x="11906" y="48831"/>
                        <a:pt x="11906" y="41672"/>
                      </a:cubicBezTo>
                      <a:cubicBezTo>
                        <a:pt x="11906" y="34513"/>
                        <a:pt x="17770" y="27213"/>
                        <a:pt x="27987" y="21640"/>
                      </a:cubicBezTo>
                      <a:close/>
                      <a:moveTo>
                        <a:pt x="114888" y="133142"/>
                      </a:moveTo>
                      <a:cubicBezTo>
                        <a:pt x="103383" y="139415"/>
                        <a:pt x="87950" y="142875"/>
                        <a:pt x="71438" y="142875"/>
                      </a:cubicBezTo>
                      <a:cubicBezTo>
                        <a:pt x="54925" y="142875"/>
                        <a:pt x="39492" y="139415"/>
                        <a:pt x="27987" y="133142"/>
                      </a:cubicBezTo>
                      <a:cubicBezTo>
                        <a:pt x="17770" y="127568"/>
                        <a:pt x="11906" y="120268"/>
                        <a:pt x="11906" y="113109"/>
                      </a:cubicBezTo>
                      <a:lnTo>
                        <a:pt x="11906" y="100727"/>
                      </a:lnTo>
                      <a:cubicBezTo>
                        <a:pt x="24601" y="111889"/>
                        <a:pt x="46308" y="119062"/>
                        <a:pt x="71438" y="119062"/>
                      </a:cubicBezTo>
                      <a:cubicBezTo>
                        <a:pt x="96567" y="119062"/>
                        <a:pt x="118274" y="111859"/>
                        <a:pt x="130969" y="100727"/>
                      </a:cubicBezTo>
                      <a:lnTo>
                        <a:pt x="130969" y="113109"/>
                      </a:lnTo>
                      <a:cubicBezTo>
                        <a:pt x="130969" y="120268"/>
                        <a:pt x="125105" y="127568"/>
                        <a:pt x="114888" y="13314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282065" y="1982152"/>
                <a:ext cx="702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84922" y="215884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向量数据库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05100" y="1771650"/>
              <a:ext cx="1714500" cy="554831"/>
              <a:chOff x="2705100" y="1771650"/>
              <a:chExt cx="1714500" cy="554831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2705100" y="177165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2831306" y="1945481"/>
                <a:ext cx="166688" cy="166688"/>
                <a:chOff x="2831306" y="1945481"/>
                <a:chExt cx="166688" cy="166688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2855119" y="19692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113109" y="0"/>
                      </a:moveTo>
                      <a:lnTo>
                        <a:pt x="5953" y="0"/>
                      </a:lnTo>
                      <a:cubicBezTo>
                        <a:pt x="2665" y="0"/>
                        <a:pt x="0" y="2665"/>
                        <a:pt x="0" y="5953"/>
                      </a:cubicBezTo>
                      <a:lnTo>
                        <a:pt x="0" y="113109"/>
                      </a:lnTo>
                      <a:cubicBezTo>
                        <a:pt x="0" y="116397"/>
                        <a:pt x="2665" y="119062"/>
                        <a:pt x="5953" y="119062"/>
                      </a:cubicBezTo>
                      <a:lnTo>
                        <a:pt x="113109" y="119062"/>
                      </a:lnTo>
                      <a:cubicBezTo>
                        <a:pt x="116397" y="119062"/>
                        <a:pt x="119062" y="116397"/>
                        <a:pt x="119062" y="113109"/>
                      </a:cubicBezTo>
                      <a:lnTo>
                        <a:pt x="119062" y="5953"/>
                      </a:lnTo>
                      <a:cubicBezTo>
                        <a:pt x="119062" y="2665"/>
                        <a:pt x="116397" y="0"/>
                        <a:pt x="113109" y="0"/>
                      </a:cubicBezTo>
                      <a:close/>
                      <a:moveTo>
                        <a:pt x="77391" y="77391"/>
                      </a:moveTo>
                      <a:lnTo>
                        <a:pt x="41672" y="77391"/>
                      </a:lnTo>
                      <a:lnTo>
                        <a:pt x="41672" y="41672"/>
                      </a:lnTo>
                      <a:lnTo>
                        <a:pt x="77391" y="41672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2831306" y="1945481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101203" y="59531"/>
                      </a:moveTo>
                      <a:lnTo>
                        <a:pt x="65484" y="59531"/>
                      </a:lnTo>
                      <a:cubicBezTo>
                        <a:pt x="62197" y="59531"/>
                        <a:pt x="59531" y="62197"/>
                        <a:pt x="59531" y="65484"/>
                      </a:cubicBezTo>
                      <a:lnTo>
                        <a:pt x="59531" y="101203"/>
                      </a:lnTo>
                      <a:cubicBezTo>
                        <a:pt x="59531" y="104491"/>
                        <a:pt x="62197" y="107156"/>
                        <a:pt x="65484" y="107156"/>
                      </a:cubicBezTo>
                      <a:lnTo>
                        <a:pt x="101203" y="107156"/>
                      </a:lnTo>
                      <a:cubicBezTo>
                        <a:pt x="104491" y="107156"/>
                        <a:pt x="107156" y="104491"/>
                        <a:pt x="107156" y="101203"/>
                      </a:cubicBezTo>
                      <a:lnTo>
                        <a:pt x="107156" y="65484"/>
                      </a:lnTo>
                      <a:cubicBezTo>
                        <a:pt x="107156" y="62197"/>
                        <a:pt x="104491" y="59531"/>
                        <a:pt x="101203" y="59531"/>
                      </a:cubicBezTo>
                      <a:close/>
                      <a:moveTo>
                        <a:pt x="95250" y="95250"/>
                      </a:moveTo>
                      <a:lnTo>
                        <a:pt x="71438" y="95250"/>
                      </a:lnTo>
                      <a:lnTo>
                        <a:pt x="71438" y="71438"/>
                      </a:lnTo>
                      <a:lnTo>
                        <a:pt x="95250" y="71438"/>
                      </a:lnTo>
                      <a:close/>
                      <a:moveTo>
                        <a:pt x="160734" y="95250"/>
                      </a:moveTo>
                      <a:lnTo>
                        <a:pt x="148828" y="95250"/>
                      </a:lnTo>
                      <a:lnTo>
                        <a:pt x="148828" y="71438"/>
                      </a:lnTo>
                      <a:lnTo>
                        <a:pt x="160734" y="71438"/>
                      </a:lnTo>
                      <a:cubicBezTo>
                        <a:pt x="164022" y="71438"/>
                        <a:pt x="166688" y="68772"/>
                        <a:pt x="166688" y="65484"/>
                      </a:cubicBezTo>
                      <a:cubicBezTo>
                        <a:pt x="166688" y="62197"/>
                        <a:pt x="164022" y="59531"/>
                        <a:pt x="160734" y="59531"/>
                      </a:cubicBezTo>
                      <a:lnTo>
                        <a:pt x="148828" y="59531"/>
                      </a:lnTo>
                      <a:lnTo>
                        <a:pt x="148828" y="29766"/>
                      </a:lnTo>
                      <a:cubicBezTo>
                        <a:pt x="148828" y="23190"/>
                        <a:pt x="143498" y="17859"/>
                        <a:pt x="136922" y="17859"/>
                      </a:cubicBezTo>
                      <a:lnTo>
                        <a:pt x="107156" y="17859"/>
                      </a:lnTo>
                      <a:lnTo>
                        <a:pt x="107156" y="5953"/>
                      </a:lnTo>
                      <a:cubicBezTo>
                        <a:pt x="107156" y="2665"/>
                        <a:pt x="104491" y="0"/>
                        <a:pt x="101203" y="0"/>
                      </a:cubicBezTo>
                      <a:cubicBezTo>
                        <a:pt x="97915" y="0"/>
                        <a:pt x="95250" y="2665"/>
                        <a:pt x="95250" y="5953"/>
                      </a:cubicBezTo>
                      <a:lnTo>
                        <a:pt x="95250" y="17859"/>
                      </a:lnTo>
                      <a:lnTo>
                        <a:pt x="71438" y="17859"/>
                      </a:lnTo>
                      <a:lnTo>
                        <a:pt x="71438" y="5953"/>
                      </a:lnTo>
                      <a:cubicBezTo>
                        <a:pt x="71438" y="2665"/>
                        <a:pt x="68772" y="0"/>
                        <a:pt x="65484" y="0"/>
                      </a:cubicBezTo>
                      <a:cubicBezTo>
                        <a:pt x="62197" y="0"/>
                        <a:pt x="59531" y="2665"/>
                        <a:pt x="59531" y="5953"/>
                      </a:cubicBezTo>
                      <a:lnTo>
                        <a:pt x="59531" y="17859"/>
                      </a:lnTo>
                      <a:lnTo>
                        <a:pt x="29766" y="17859"/>
                      </a:lnTo>
                      <a:cubicBezTo>
                        <a:pt x="23190" y="17859"/>
                        <a:pt x="17859" y="23190"/>
                        <a:pt x="17859" y="29766"/>
                      </a:cubicBezTo>
                      <a:lnTo>
                        <a:pt x="17859" y="59531"/>
                      </a:lnTo>
                      <a:lnTo>
                        <a:pt x="5953" y="59531"/>
                      </a:lnTo>
                      <a:cubicBezTo>
                        <a:pt x="2665" y="59531"/>
                        <a:pt x="0" y="62197"/>
                        <a:pt x="0" y="65484"/>
                      </a:cubicBezTo>
                      <a:cubicBezTo>
                        <a:pt x="0" y="68772"/>
                        <a:pt x="2665" y="71438"/>
                        <a:pt x="5953" y="71438"/>
                      </a:cubicBezTo>
                      <a:lnTo>
                        <a:pt x="17859" y="71438"/>
                      </a:lnTo>
                      <a:lnTo>
                        <a:pt x="17859" y="95250"/>
                      </a:lnTo>
                      <a:lnTo>
                        <a:pt x="5953" y="95250"/>
                      </a:lnTo>
                      <a:cubicBezTo>
                        <a:pt x="2665" y="95250"/>
                        <a:pt x="0" y="97915"/>
                        <a:pt x="0" y="101203"/>
                      </a:cubicBezTo>
                      <a:cubicBezTo>
                        <a:pt x="0" y="104491"/>
                        <a:pt x="2665" y="107156"/>
                        <a:pt x="5953" y="107156"/>
                      </a:cubicBezTo>
                      <a:lnTo>
                        <a:pt x="17859" y="107156"/>
                      </a:lnTo>
                      <a:lnTo>
                        <a:pt x="17859" y="136922"/>
                      </a:lnTo>
                      <a:cubicBezTo>
                        <a:pt x="17859" y="143498"/>
                        <a:pt x="23190" y="148828"/>
                        <a:pt x="29766" y="148828"/>
                      </a:cubicBezTo>
                      <a:lnTo>
                        <a:pt x="59531" y="148828"/>
                      </a:lnTo>
                      <a:lnTo>
                        <a:pt x="59531" y="160734"/>
                      </a:lnTo>
                      <a:cubicBezTo>
                        <a:pt x="59531" y="164022"/>
                        <a:pt x="62197" y="166688"/>
                        <a:pt x="65484" y="166688"/>
                      </a:cubicBezTo>
                      <a:cubicBezTo>
                        <a:pt x="68772" y="166688"/>
                        <a:pt x="71438" y="164022"/>
                        <a:pt x="71438" y="160734"/>
                      </a:cubicBezTo>
                      <a:lnTo>
                        <a:pt x="71438" y="148828"/>
                      </a:lnTo>
                      <a:lnTo>
                        <a:pt x="95250" y="148828"/>
                      </a:lnTo>
                      <a:lnTo>
                        <a:pt x="95250" y="160734"/>
                      </a:lnTo>
                      <a:cubicBezTo>
                        <a:pt x="95250" y="164022"/>
                        <a:pt x="97915" y="166688"/>
                        <a:pt x="101203" y="166688"/>
                      </a:cubicBezTo>
                      <a:cubicBezTo>
                        <a:pt x="104491" y="166688"/>
                        <a:pt x="107156" y="164022"/>
                        <a:pt x="107156" y="160734"/>
                      </a:cubicBezTo>
                      <a:lnTo>
                        <a:pt x="107156" y="148828"/>
                      </a:lnTo>
                      <a:lnTo>
                        <a:pt x="136922" y="148828"/>
                      </a:lnTo>
                      <a:cubicBezTo>
                        <a:pt x="143498" y="148828"/>
                        <a:pt x="148828" y="143498"/>
                        <a:pt x="148828" y="136922"/>
                      </a:cubicBezTo>
                      <a:lnTo>
                        <a:pt x="148828" y="107156"/>
                      </a:lnTo>
                      <a:lnTo>
                        <a:pt x="160734" y="107156"/>
                      </a:lnTo>
                      <a:cubicBezTo>
                        <a:pt x="164022" y="107156"/>
                        <a:pt x="166688" y="104491"/>
                        <a:pt x="166688" y="101203"/>
                      </a:cubicBezTo>
                      <a:cubicBezTo>
                        <a:pt x="166688" y="97915"/>
                        <a:pt x="164022" y="95250"/>
                        <a:pt x="160734" y="95250"/>
                      </a:cubicBezTo>
                      <a:close/>
                      <a:moveTo>
                        <a:pt x="136922" y="136922"/>
                      </a:moveTo>
                      <a:lnTo>
                        <a:pt x="29766" y="136922"/>
                      </a:lnTo>
                      <a:lnTo>
                        <a:pt x="29766" y="29766"/>
                      </a:lnTo>
                      <a:lnTo>
                        <a:pt x="136922" y="29766"/>
                      </a:lnTo>
                      <a:lnTo>
                        <a:pt x="136922" y="101106"/>
                      </a:lnTo>
                      <a:cubicBezTo>
                        <a:pt x="136922" y="101106"/>
                        <a:pt x="136922" y="101173"/>
                        <a:pt x="136922" y="101203"/>
                      </a:cubicBezTo>
                      <a:cubicBezTo>
                        <a:pt x="136922" y="101233"/>
                        <a:pt x="136922" y="101270"/>
                        <a:pt x="136922" y="101300"/>
                      </a:cubicBezTo>
                      <a:lnTo>
                        <a:pt x="136922" y="136922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3072765" y="198215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HuggingFace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075622" y="2158841"/>
                <a:ext cx="62053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Embeddings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14400" y="2362200"/>
              <a:ext cx="1714500" cy="554831"/>
              <a:chOff x="914400" y="2362200"/>
              <a:chExt cx="1714500" cy="554831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14400" y="236220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034648" y="2538993"/>
                <a:ext cx="178599" cy="154812"/>
                <a:chOff x="1034648" y="2538993"/>
                <a:chExt cx="178599" cy="154812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1040574" y="2547938"/>
                  <a:ext cx="166724" cy="136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24" h="136922">
                      <a:moveTo>
                        <a:pt x="166719" y="68461"/>
                      </a:moveTo>
                      <a:cubicBezTo>
                        <a:pt x="166724" y="83602"/>
                        <a:pt x="157182" y="97101"/>
                        <a:pt x="142907" y="102148"/>
                      </a:cubicBezTo>
                      <a:lnTo>
                        <a:pt x="142907" y="102148"/>
                      </a:lnTo>
                      <a:lnTo>
                        <a:pt x="142907" y="107156"/>
                      </a:lnTo>
                      <a:cubicBezTo>
                        <a:pt x="142907" y="123595"/>
                        <a:pt x="129580" y="136922"/>
                        <a:pt x="113141" y="136922"/>
                      </a:cubicBezTo>
                      <a:cubicBezTo>
                        <a:pt x="96702" y="136922"/>
                        <a:pt x="83376" y="123595"/>
                        <a:pt x="83376" y="107156"/>
                      </a:cubicBezTo>
                      <a:cubicBezTo>
                        <a:pt x="83376" y="123595"/>
                        <a:pt x="70049" y="136922"/>
                        <a:pt x="53610" y="136922"/>
                      </a:cubicBezTo>
                      <a:cubicBezTo>
                        <a:pt x="37171" y="136922"/>
                        <a:pt x="23844" y="123595"/>
                        <a:pt x="23844" y="107156"/>
                      </a:cubicBezTo>
                      <a:lnTo>
                        <a:pt x="23844" y="102148"/>
                      </a:lnTo>
                      <a:lnTo>
                        <a:pt x="23844" y="102148"/>
                      </a:lnTo>
                      <a:cubicBezTo>
                        <a:pt x="9557" y="97112"/>
                        <a:pt x="0" y="83610"/>
                        <a:pt x="0" y="68461"/>
                      </a:cubicBezTo>
                      <a:cubicBezTo>
                        <a:pt x="0" y="53311"/>
                        <a:pt x="9557" y="39810"/>
                        <a:pt x="23844" y="34774"/>
                      </a:cubicBezTo>
                      <a:lnTo>
                        <a:pt x="23844" y="29766"/>
                      </a:lnTo>
                      <a:cubicBezTo>
                        <a:pt x="23844" y="13327"/>
                        <a:pt x="37171" y="0"/>
                        <a:pt x="53610" y="0"/>
                      </a:cubicBezTo>
                      <a:cubicBezTo>
                        <a:pt x="70049" y="0"/>
                        <a:pt x="83376" y="13327"/>
                        <a:pt x="83376" y="29766"/>
                      </a:cubicBezTo>
                      <a:cubicBezTo>
                        <a:pt x="83376" y="13327"/>
                        <a:pt x="96702" y="0"/>
                        <a:pt x="113141" y="0"/>
                      </a:cubicBezTo>
                      <a:cubicBezTo>
                        <a:pt x="129580" y="0"/>
                        <a:pt x="142907" y="13327"/>
                        <a:pt x="142907" y="29766"/>
                      </a:cubicBezTo>
                      <a:lnTo>
                        <a:pt x="142907" y="34774"/>
                      </a:lnTo>
                      <a:cubicBezTo>
                        <a:pt x="157182" y="39821"/>
                        <a:pt x="166724" y="53320"/>
                        <a:pt x="166719" y="68461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34648" y="2538993"/>
                  <a:ext cx="178599" cy="154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9" h="154812">
                      <a:moveTo>
                        <a:pt x="178599" y="77406"/>
                      </a:moveTo>
                      <a:cubicBezTo>
                        <a:pt x="178583" y="61312"/>
                        <a:pt x="169319" y="46660"/>
                        <a:pt x="154787" y="39745"/>
                      </a:cubicBezTo>
                      <a:lnTo>
                        <a:pt x="154787" y="38710"/>
                      </a:lnTo>
                      <a:cubicBezTo>
                        <a:pt x="154773" y="22961"/>
                        <a:pt x="144445" y="9079"/>
                        <a:pt x="129364" y="4540"/>
                      </a:cubicBezTo>
                      <a:cubicBezTo>
                        <a:pt x="114283" y="0"/>
                        <a:pt x="98008" y="5874"/>
                        <a:pt x="89302" y="18998"/>
                      </a:cubicBezTo>
                      <a:cubicBezTo>
                        <a:pt x="80597" y="5874"/>
                        <a:pt x="64322" y="0"/>
                        <a:pt x="49241" y="4540"/>
                      </a:cubicBezTo>
                      <a:cubicBezTo>
                        <a:pt x="34160" y="9079"/>
                        <a:pt x="23832" y="22961"/>
                        <a:pt x="23818" y="38710"/>
                      </a:cubicBezTo>
                      <a:lnTo>
                        <a:pt x="23818" y="39745"/>
                      </a:lnTo>
                      <a:cubicBezTo>
                        <a:pt x="9272" y="46642"/>
                        <a:pt x="0" y="61300"/>
                        <a:pt x="0" y="77398"/>
                      </a:cubicBezTo>
                      <a:cubicBezTo>
                        <a:pt x="0" y="93496"/>
                        <a:pt x="9272" y="108155"/>
                        <a:pt x="23818" y="115052"/>
                      </a:cubicBezTo>
                      <a:lnTo>
                        <a:pt x="23818" y="116101"/>
                      </a:lnTo>
                      <a:cubicBezTo>
                        <a:pt x="23832" y="131851"/>
                        <a:pt x="34160" y="145732"/>
                        <a:pt x="49241" y="150272"/>
                      </a:cubicBezTo>
                      <a:cubicBezTo>
                        <a:pt x="64322" y="154812"/>
                        <a:pt x="80597" y="148938"/>
                        <a:pt x="89302" y="135813"/>
                      </a:cubicBezTo>
                      <a:cubicBezTo>
                        <a:pt x="98008" y="148938"/>
                        <a:pt x="114283" y="154812"/>
                        <a:pt x="129364" y="150272"/>
                      </a:cubicBezTo>
                      <a:cubicBezTo>
                        <a:pt x="144445" y="145732"/>
                        <a:pt x="154773" y="131851"/>
                        <a:pt x="154787" y="116101"/>
                      </a:cubicBezTo>
                      <a:lnTo>
                        <a:pt x="154787" y="115052"/>
                      </a:lnTo>
                      <a:cubicBezTo>
                        <a:pt x="169317" y="108142"/>
                        <a:pt x="178581" y="93495"/>
                        <a:pt x="178599" y="77406"/>
                      </a:cubicBezTo>
                      <a:close/>
                      <a:moveTo>
                        <a:pt x="59537" y="139914"/>
                      </a:moveTo>
                      <a:cubicBezTo>
                        <a:pt x="47378" y="139912"/>
                        <a:pt x="37173" y="130750"/>
                        <a:pt x="35866" y="118661"/>
                      </a:cubicBezTo>
                      <a:cubicBezTo>
                        <a:pt x="37791" y="118936"/>
                        <a:pt x="39733" y="119075"/>
                        <a:pt x="41677" y="119078"/>
                      </a:cubicBezTo>
                      <a:lnTo>
                        <a:pt x="47631" y="119078"/>
                      </a:lnTo>
                      <a:cubicBezTo>
                        <a:pt x="50918" y="119078"/>
                        <a:pt x="53584" y="116412"/>
                        <a:pt x="53584" y="113125"/>
                      </a:cubicBezTo>
                      <a:cubicBezTo>
                        <a:pt x="53584" y="109837"/>
                        <a:pt x="50918" y="107171"/>
                        <a:pt x="47631" y="107171"/>
                      </a:cubicBezTo>
                      <a:lnTo>
                        <a:pt x="41677" y="107171"/>
                      </a:lnTo>
                      <a:cubicBezTo>
                        <a:pt x="27166" y="107188"/>
                        <a:pt x="14758" y="96739"/>
                        <a:pt x="12305" y="82437"/>
                      </a:cubicBezTo>
                      <a:cubicBezTo>
                        <a:pt x="9853" y="68135"/>
                        <a:pt x="18071" y="54148"/>
                        <a:pt x="31758" y="49329"/>
                      </a:cubicBezTo>
                      <a:cubicBezTo>
                        <a:pt x="34135" y="48488"/>
                        <a:pt x="35724" y="46240"/>
                        <a:pt x="35724" y="43719"/>
                      </a:cubicBezTo>
                      <a:lnTo>
                        <a:pt x="35724" y="38710"/>
                      </a:lnTo>
                      <a:cubicBezTo>
                        <a:pt x="35724" y="25559"/>
                        <a:pt x="46386" y="14898"/>
                        <a:pt x="59537" y="14898"/>
                      </a:cubicBezTo>
                      <a:cubicBezTo>
                        <a:pt x="72688" y="14898"/>
                        <a:pt x="83349" y="25559"/>
                        <a:pt x="83349" y="38710"/>
                      </a:cubicBezTo>
                      <a:lnTo>
                        <a:pt x="83349" y="89506"/>
                      </a:lnTo>
                      <a:cubicBezTo>
                        <a:pt x="76812" y="83626"/>
                        <a:pt x="68329" y="80376"/>
                        <a:pt x="59537" y="80382"/>
                      </a:cubicBezTo>
                      <a:cubicBezTo>
                        <a:pt x="56249" y="80382"/>
                        <a:pt x="53584" y="83048"/>
                        <a:pt x="53584" y="86335"/>
                      </a:cubicBezTo>
                      <a:cubicBezTo>
                        <a:pt x="53584" y="89623"/>
                        <a:pt x="56249" y="92289"/>
                        <a:pt x="59537" y="92289"/>
                      </a:cubicBezTo>
                      <a:cubicBezTo>
                        <a:pt x="72688" y="92289"/>
                        <a:pt x="83349" y="102950"/>
                        <a:pt x="83349" y="116101"/>
                      </a:cubicBezTo>
                      <a:cubicBezTo>
                        <a:pt x="83349" y="129252"/>
                        <a:pt x="72688" y="139914"/>
                        <a:pt x="59537" y="139914"/>
                      </a:cubicBezTo>
                      <a:close/>
                      <a:moveTo>
                        <a:pt x="136927" y="107171"/>
                      </a:moveTo>
                      <a:lnTo>
                        <a:pt x="130974" y="107171"/>
                      </a:lnTo>
                      <a:cubicBezTo>
                        <a:pt x="127687" y="107171"/>
                        <a:pt x="125021" y="109837"/>
                        <a:pt x="125021" y="113125"/>
                      </a:cubicBezTo>
                      <a:cubicBezTo>
                        <a:pt x="125021" y="116412"/>
                        <a:pt x="127687" y="119078"/>
                        <a:pt x="130974" y="119078"/>
                      </a:cubicBezTo>
                      <a:lnTo>
                        <a:pt x="136927" y="119078"/>
                      </a:lnTo>
                      <a:cubicBezTo>
                        <a:pt x="138872" y="119075"/>
                        <a:pt x="140814" y="118936"/>
                        <a:pt x="142739" y="118661"/>
                      </a:cubicBezTo>
                      <a:cubicBezTo>
                        <a:pt x="141361" y="131406"/>
                        <a:pt x="130141" y="140772"/>
                        <a:pt x="117355" y="139852"/>
                      </a:cubicBezTo>
                      <a:cubicBezTo>
                        <a:pt x="104569" y="138932"/>
                        <a:pt x="94806" y="128055"/>
                        <a:pt x="95268" y="115244"/>
                      </a:cubicBezTo>
                      <a:cubicBezTo>
                        <a:pt x="95729" y="102433"/>
                        <a:pt x="106249" y="92287"/>
                        <a:pt x="119068" y="92289"/>
                      </a:cubicBezTo>
                      <a:cubicBezTo>
                        <a:pt x="122356" y="92289"/>
                        <a:pt x="125021" y="89623"/>
                        <a:pt x="125021" y="86335"/>
                      </a:cubicBezTo>
                      <a:cubicBezTo>
                        <a:pt x="125021" y="83048"/>
                        <a:pt x="122356" y="80382"/>
                        <a:pt x="119068" y="80382"/>
                      </a:cubicBezTo>
                      <a:cubicBezTo>
                        <a:pt x="110276" y="80376"/>
                        <a:pt x="101793" y="83626"/>
                        <a:pt x="95256" y="89506"/>
                      </a:cubicBezTo>
                      <a:lnTo>
                        <a:pt x="95256" y="38710"/>
                      </a:lnTo>
                      <a:cubicBezTo>
                        <a:pt x="95256" y="25559"/>
                        <a:pt x="105917" y="14898"/>
                        <a:pt x="119068" y="14898"/>
                      </a:cubicBezTo>
                      <a:cubicBezTo>
                        <a:pt x="132219" y="14898"/>
                        <a:pt x="142881" y="25559"/>
                        <a:pt x="142881" y="38710"/>
                      </a:cubicBezTo>
                      <a:lnTo>
                        <a:pt x="142881" y="43719"/>
                      </a:lnTo>
                      <a:cubicBezTo>
                        <a:pt x="142881" y="46240"/>
                        <a:pt x="144470" y="48488"/>
                        <a:pt x="146847" y="49329"/>
                      </a:cubicBezTo>
                      <a:cubicBezTo>
                        <a:pt x="160534" y="54148"/>
                        <a:pt x="168752" y="68135"/>
                        <a:pt x="166300" y="82437"/>
                      </a:cubicBezTo>
                      <a:cubicBezTo>
                        <a:pt x="163847" y="96739"/>
                        <a:pt x="151438" y="107188"/>
                        <a:pt x="136927" y="107171"/>
                      </a:cubicBezTo>
                      <a:close/>
                      <a:moveTo>
                        <a:pt x="148834" y="68476"/>
                      </a:moveTo>
                      <a:cubicBezTo>
                        <a:pt x="148834" y="71764"/>
                        <a:pt x="146168" y="74429"/>
                        <a:pt x="142881" y="74429"/>
                      </a:cubicBezTo>
                      <a:lnTo>
                        <a:pt x="139904" y="74429"/>
                      </a:lnTo>
                      <a:cubicBezTo>
                        <a:pt x="125109" y="74429"/>
                        <a:pt x="113115" y="62435"/>
                        <a:pt x="113115" y="47640"/>
                      </a:cubicBezTo>
                      <a:lnTo>
                        <a:pt x="113115" y="44664"/>
                      </a:lnTo>
                      <a:cubicBezTo>
                        <a:pt x="113115" y="41376"/>
                        <a:pt x="115780" y="38710"/>
                        <a:pt x="119068" y="38710"/>
                      </a:cubicBezTo>
                      <a:cubicBezTo>
                        <a:pt x="122356" y="38710"/>
                        <a:pt x="125021" y="41376"/>
                        <a:pt x="125021" y="44664"/>
                      </a:cubicBezTo>
                      <a:lnTo>
                        <a:pt x="125021" y="47640"/>
                      </a:lnTo>
                      <a:cubicBezTo>
                        <a:pt x="125021" y="55860"/>
                        <a:pt x="131684" y="62523"/>
                        <a:pt x="139904" y="62523"/>
                      </a:cubicBezTo>
                      <a:lnTo>
                        <a:pt x="142881" y="62523"/>
                      </a:lnTo>
                      <a:cubicBezTo>
                        <a:pt x="146168" y="62523"/>
                        <a:pt x="148834" y="65188"/>
                        <a:pt x="148834" y="68476"/>
                      </a:cubicBezTo>
                      <a:close/>
                      <a:moveTo>
                        <a:pt x="38701" y="74429"/>
                      </a:moveTo>
                      <a:lnTo>
                        <a:pt x="35724" y="74429"/>
                      </a:lnTo>
                      <a:cubicBezTo>
                        <a:pt x="32437" y="74429"/>
                        <a:pt x="29771" y="71764"/>
                        <a:pt x="29771" y="68476"/>
                      </a:cubicBezTo>
                      <a:cubicBezTo>
                        <a:pt x="29771" y="65188"/>
                        <a:pt x="32437" y="62523"/>
                        <a:pt x="35724" y="62523"/>
                      </a:cubicBezTo>
                      <a:lnTo>
                        <a:pt x="38701" y="62523"/>
                      </a:lnTo>
                      <a:cubicBezTo>
                        <a:pt x="46920" y="62523"/>
                        <a:pt x="53584" y="55860"/>
                        <a:pt x="53584" y="47640"/>
                      </a:cubicBezTo>
                      <a:lnTo>
                        <a:pt x="53584" y="44664"/>
                      </a:lnTo>
                      <a:cubicBezTo>
                        <a:pt x="53584" y="41376"/>
                        <a:pt x="56249" y="38710"/>
                        <a:pt x="59537" y="38710"/>
                      </a:cubicBezTo>
                      <a:cubicBezTo>
                        <a:pt x="62825" y="38710"/>
                        <a:pt x="65490" y="41376"/>
                        <a:pt x="65490" y="44664"/>
                      </a:cubicBezTo>
                      <a:lnTo>
                        <a:pt x="65490" y="47640"/>
                      </a:lnTo>
                      <a:cubicBezTo>
                        <a:pt x="65490" y="62435"/>
                        <a:pt x="53496" y="74429"/>
                        <a:pt x="38701" y="7442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282065" y="2572702"/>
                <a:ext cx="6735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DeepSeek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284922" y="2749391"/>
                <a:ext cx="5875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LLM 大模型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705100" y="2362200"/>
              <a:ext cx="1714500" cy="554831"/>
              <a:chOff x="2705100" y="2362200"/>
              <a:chExt cx="1714500" cy="554831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2705100" y="236220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2836221" y="2540823"/>
                <a:ext cx="155819" cy="155942"/>
                <a:chOff x="2836221" y="2540823"/>
                <a:chExt cx="155819" cy="15594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2836221" y="2540823"/>
                  <a:ext cx="143169" cy="136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169" h="136379">
                      <a:moveTo>
                        <a:pt x="143169" y="108846"/>
                      </a:moveTo>
                      <a:cubicBezTo>
                        <a:pt x="138035" y="119792"/>
                        <a:pt x="130217" y="129263"/>
                        <a:pt x="120443" y="136379"/>
                      </a:cubicBezTo>
                      <a:lnTo>
                        <a:pt x="113478" y="129406"/>
                      </a:lnTo>
                      <a:cubicBezTo>
                        <a:pt x="112732" y="128657"/>
                        <a:pt x="111799" y="128120"/>
                        <a:pt x="110777" y="127851"/>
                      </a:cubicBezTo>
                      <a:lnTo>
                        <a:pt x="94800" y="123639"/>
                      </a:lnTo>
                      <a:cubicBezTo>
                        <a:pt x="91868" y="122868"/>
                        <a:pt x="89984" y="120016"/>
                        <a:pt x="90424" y="117016"/>
                      </a:cubicBezTo>
                      <a:lnTo>
                        <a:pt x="92196" y="104961"/>
                      </a:lnTo>
                      <a:cubicBezTo>
                        <a:pt x="92500" y="102893"/>
                        <a:pt x="93867" y="101136"/>
                        <a:pt x="95797" y="100333"/>
                      </a:cubicBezTo>
                      <a:lnTo>
                        <a:pt x="118464" y="90912"/>
                      </a:lnTo>
                      <a:cubicBezTo>
                        <a:pt x="120602" y="90025"/>
                        <a:pt x="123060" y="90457"/>
                        <a:pt x="124767" y="92021"/>
                      </a:cubicBezTo>
                      <a:close/>
                      <a:moveTo>
                        <a:pt x="102160" y="61437"/>
                      </a:moveTo>
                      <a:lnTo>
                        <a:pt x="118657" y="42238"/>
                      </a:lnTo>
                      <a:cubicBezTo>
                        <a:pt x="119585" y="41162"/>
                        <a:pt x="120097" y="39789"/>
                        <a:pt x="120101" y="38368"/>
                      </a:cubicBezTo>
                      <a:lnTo>
                        <a:pt x="120101" y="20509"/>
                      </a:lnTo>
                      <a:cubicBezTo>
                        <a:pt x="91586" y="0"/>
                        <a:pt x="52392" y="3263"/>
                        <a:pt x="27661" y="28205"/>
                      </a:cubicBezTo>
                      <a:cubicBezTo>
                        <a:pt x="2930" y="53148"/>
                        <a:pt x="0" y="92368"/>
                        <a:pt x="20751" y="120707"/>
                      </a:cubicBezTo>
                      <a:lnTo>
                        <a:pt x="28132" y="115856"/>
                      </a:lnTo>
                      <a:cubicBezTo>
                        <a:pt x="29793" y="114759"/>
                        <a:pt x="30795" y="112905"/>
                        <a:pt x="30804" y="110915"/>
                      </a:cubicBezTo>
                      <a:lnTo>
                        <a:pt x="30960" y="83954"/>
                      </a:lnTo>
                      <a:cubicBezTo>
                        <a:pt x="30968" y="82786"/>
                        <a:pt x="31317" y="81645"/>
                        <a:pt x="31965" y="80673"/>
                      </a:cubicBezTo>
                      <a:lnTo>
                        <a:pt x="47547" y="57381"/>
                      </a:lnTo>
                      <a:cubicBezTo>
                        <a:pt x="48450" y="56041"/>
                        <a:pt x="49859" y="55125"/>
                        <a:pt x="51450" y="54845"/>
                      </a:cubicBezTo>
                      <a:cubicBezTo>
                        <a:pt x="53042" y="54564"/>
                        <a:pt x="54679" y="54942"/>
                        <a:pt x="55986" y="55893"/>
                      </a:cubicBezTo>
                      <a:lnTo>
                        <a:pt x="70727" y="65567"/>
                      </a:lnTo>
                      <a:cubicBezTo>
                        <a:pt x="71968" y="66461"/>
                        <a:pt x="73504" y="66847"/>
                        <a:pt x="75021" y="66646"/>
                      </a:cubicBezTo>
                      <a:lnTo>
                        <a:pt x="98431" y="63476"/>
                      </a:lnTo>
                      <a:cubicBezTo>
                        <a:pt x="99883" y="63278"/>
                        <a:pt x="101210" y="62552"/>
                        <a:pt x="102160" y="61437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837259" y="2541984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77391" y="0"/>
                      </a:moveTo>
                      <a:cubicBezTo>
                        <a:pt x="34649" y="0"/>
                        <a:pt x="0" y="34649"/>
                        <a:pt x="0" y="77391"/>
                      </a:cubicBezTo>
                      <a:cubicBezTo>
                        <a:pt x="0" y="120132"/>
                        <a:pt x="34649" y="154781"/>
                        <a:pt x="77391" y="154781"/>
                      </a:cubicBezTo>
                      <a:cubicBezTo>
                        <a:pt x="120132" y="154781"/>
                        <a:pt x="154781" y="120132"/>
                        <a:pt x="154781" y="77391"/>
                      </a:cubicBezTo>
                      <a:cubicBezTo>
                        <a:pt x="154736" y="34668"/>
                        <a:pt x="120114" y="45"/>
                        <a:pt x="77391" y="0"/>
                      </a:cubicBezTo>
                      <a:close/>
                      <a:moveTo>
                        <a:pt x="77391" y="11906"/>
                      </a:moveTo>
                      <a:cubicBezTo>
                        <a:pt x="90078" y="11893"/>
                        <a:pt x="102493" y="15586"/>
                        <a:pt x="113109" y="22533"/>
                      </a:cubicBezTo>
                      <a:lnTo>
                        <a:pt x="113109" y="37207"/>
                      </a:lnTo>
                      <a:lnTo>
                        <a:pt x="96612" y="56361"/>
                      </a:lnTo>
                      <a:lnTo>
                        <a:pt x="73194" y="59531"/>
                      </a:lnTo>
                      <a:lnTo>
                        <a:pt x="72963" y="59368"/>
                      </a:lnTo>
                      <a:lnTo>
                        <a:pt x="58326" y="49798"/>
                      </a:lnTo>
                      <a:cubicBezTo>
                        <a:pt x="55704" y="47951"/>
                        <a:pt x="52448" y="47240"/>
                        <a:pt x="49295" y="47826"/>
                      </a:cubicBezTo>
                      <a:cubicBezTo>
                        <a:pt x="46142" y="48411"/>
                        <a:pt x="43359" y="50244"/>
                        <a:pt x="41575" y="52908"/>
                      </a:cubicBezTo>
                      <a:lnTo>
                        <a:pt x="25993" y="76200"/>
                      </a:lnTo>
                      <a:cubicBezTo>
                        <a:pt x="24695" y="78141"/>
                        <a:pt x="23996" y="80421"/>
                        <a:pt x="23984" y="82756"/>
                      </a:cubicBezTo>
                      <a:lnTo>
                        <a:pt x="23812" y="109716"/>
                      </a:lnTo>
                      <a:lnTo>
                        <a:pt x="21379" y="111316"/>
                      </a:lnTo>
                      <a:cubicBezTo>
                        <a:pt x="9131" y="91095"/>
                        <a:pt x="8734" y="65842"/>
                        <a:pt x="20339" y="45245"/>
                      </a:cubicBezTo>
                      <a:cubicBezTo>
                        <a:pt x="31944" y="24649"/>
                        <a:pt x="53750" y="11906"/>
                        <a:pt x="77391" y="11906"/>
                      </a:cubicBezTo>
                      <a:close/>
                      <a:moveTo>
                        <a:pt x="28493" y="120901"/>
                      </a:moveTo>
                      <a:lnTo>
                        <a:pt x="30368" y="119673"/>
                      </a:lnTo>
                      <a:cubicBezTo>
                        <a:pt x="33694" y="117479"/>
                        <a:pt x="35702" y="113767"/>
                        <a:pt x="35719" y="109783"/>
                      </a:cubicBezTo>
                      <a:lnTo>
                        <a:pt x="35875" y="82823"/>
                      </a:lnTo>
                      <a:lnTo>
                        <a:pt x="51472" y="59531"/>
                      </a:lnTo>
                      <a:cubicBezTo>
                        <a:pt x="51549" y="59590"/>
                        <a:pt x="51628" y="59645"/>
                        <a:pt x="51710" y="59695"/>
                      </a:cubicBezTo>
                      <a:lnTo>
                        <a:pt x="66348" y="69272"/>
                      </a:lnTo>
                      <a:cubicBezTo>
                        <a:pt x="68801" y="71003"/>
                        <a:pt x="71819" y="71740"/>
                        <a:pt x="74794" y="71333"/>
                      </a:cubicBezTo>
                      <a:lnTo>
                        <a:pt x="98227" y="68156"/>
                      </a:lnTo>
                      <a:cubicBezTo>
                        <a:pt x="101116" y="67770"/>
                        <a:pt x="103764" y="66338"/>
                        <a:pt x="105668" y="64130"/>
                      </a:cubicBezTo>
                      <a:lnTo>
                        <a:pt x="122166" y="44961"/>
                      </a:lnTo>
                      <a:cubicBezTo>
                        <a:pt x="124011" y="42799"/>
                        <a:pt x="125021" y="40049"/>
                        <a:pt x="125016" y="37207"/>
                      </a:cubicBezTo>
                      <a:lnTo>
                        <a:pt x="125016" y="32497"/>
                      </a:lnTo>
                      <a:cubicBezTo>
                        <a:pt x="141416" y="49848"/>
                        <a:pt x="147056" y="74759"/>
                        <a:pt x="139727" y="97482"/>
                      </a:cubicBezTo>
                      <a:lnTo>
                        <a:pt x="127717" y="86499"/>
                      </a:lnTo>
                      <a:cubicBezTo>
                        <a:pt x="124308" y="83370"/>
                        <a:pt x="119395" y="82499"/>
                        <a:pt x="115119" y="84266"/>
                      </a:cubicBezTo>
                      <a:lnTo>
                        <a:pt x="92452" y="93680"/>
                      </a:lnTo>
                      <a:cubicBezTo>
                        <a:pt x="88597" y="95298"/>
                        <a:pt x="85867" y="98810"/>
                        <a:pt x="85249" y="102944"/>
                      </a:cubicBezTo>
                      <a:lnTo>
                        <a:pt x="83470" y="114992"/>
                      </a:lnTo>
                      <a:cubicBezTo>
                        <a:pt x="82585" y="120996"/>
                        <a:pt x="86358" y="126706"/>
                        <a:pt x="92229" y="128245"/>
                      </a:cubicBezTo>
                      <a:lnTo>
                        <a:pt x="108198" y="132457"/>
                      </a:lnTo>
                      <a:lnTo>
                        <a:pt x="109954" y="134221"/>
                      </a:lnTo>
                      <a:cubicBezTo>
                        <a:pt x="83074" y="149643"/>
                        <a:pt x="49061" y="144081"/>
                        <a:pt x="28493" y="120901"/>
                      </a:cubicBezTo>
                      <a:close/>
                      <a:moveTo>
                        <a:pt x="119807" y="127248"/>
                      </a:moveTo>
                      <a:lnTo>
                        <a:pt x="116607" y="124041"/>
                      </a:lnTo>
                      <a:cubicBezTo>
                        <a:pt x="115114" y="122543"/>
                        <a:pt x="113249" y="121469"/>
                        <a:pt x="111204" y="120930"/>
                      </a:cubicBezTo>
                      <a:lnTo>
                        <a:pt x="95250" y="116718"/>
                      </a:lnTo>
                      <a:lnTo>
                        <a:pt x="97028" y="104671"/>
                      </a:lnTo>
                      <a:lnTo>
                        <a:pt x="119688" y="95250"/>
                      </a:lnTo>
                      <a:lnTo>
                        <a:pt x="134689" y="109002"/>
                      </a:lnTo>
                      <a:cubicBezTo>
                        <a:pt x="130866" y="115929"/>
                        <a:pt x="125824" y="122110"/>
                        <a:pt x="119807" y="127248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3072765" y="2572702"/>
                <a:ext cx="8352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075622" y="27493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联网回退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14400" y="2952750"/>
              <a:ext cx="1714500" cy="554831"/>
              <a:chOff x="914400" y="2952750"/>
              <a:chExt cx="1714500" cy="554831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914400" y="295275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1046559" y="3132534"/>
                <a:ext cx="154781" cy="154781"/>
                <a:chOff x="1046559" y="3132534"/>
                <a:chExt cx="154781" cy="154781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1052512" y="3138488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046559" y="3132534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111368" y="55319"/>
                      </a:moveTo>
                      <a:cubicBezTo>
                        <a:pt x="112486" y="56436"/>
                        <a:pt x="113114" y="57951"/>
                        <a:pt x="113114" y="59531"/>
                      </a:cubicBezTo>
                      <a:cubicBezTo>
                        <a:pt x="113114" y="61111"/>
                        <a:pt x="112486" y="62626"/>
                        <a:pt x="111368" y="63743"/>
                      </a:cubicBezTo>
                      <a:lnTo>
                        <a:pt x="69696" y="105415"/>
                      </a:lnTo>
                      <a:cubicBezTo>
                        <a:pt x="68580" y="106533"/>
                        <a:pt x="67064" y="107161"/>
                        <a:pt x="65484" y="107161"/>
                      </a:cubicBezTo>
                      <a:cubicBezTo>
                        <a:pt x="63904" y="107161"/>
                        <a:pt x="62389" y="106533"/>
                        <a:pt x="61273" y="105415"/>
                      </a:cubicBezTo>
                      <a:lnTo>
                        <a:pt x="43413" y="87556"/>
                      </a:lnTo>
                      <a:cubicBezTo>
                        <a:pt x="41087" y="85229"/>
                        <a:pt x="41087" y="81458"/>
                        <a:pt x="43413" y="79132"/>
                      </a:cubicBezTo>
                      <a:cubicBezTo>
                        <a:pt x="45739" y="76806"/>
                        <a:pt x="49511" y="76806"/>
                        <a:pt x="51837" y="79132"/>
                      </a:cubicBezTo>
                      <a:lnTo>
                        <a:pt x="65484" y="92787"/>
                      </a:lnTo>
                      <a:lnTo>
                        <a:pt x="102944" y="55319"/>
                      </a:lnTo>
                      <a:cubicBezTo>
                        <a:pt x="104061" y="54202"/>
                        <a:pt x="105576" y="53573"/>
                        <a:pt x="107156" y="53573"/>
                      </a:cubicBezTo>
                      <a:cubicBezTo>
                        <a:pt x="108736" y="53573"/>
                        <a:pt x="110251" y="54202"/>
                        <a:pt x="111368" y="55319"/>
                      </a:cubicBezTo>
                      <a:close/>
                      <a:moveTo>
                        <a:pt x="154781" y="77391"/>
                      </a:moveTo>
                      <a:cubicBezTo>
                        <a:pt x="154781" y="120132"/>
                        <a:pt x="120132" y="154781"/>
                        <a:pt x="77391" y="154781"/>
                      </a:cubicBezTo>
                      <a:cubicBezTo>
                        <a:pt x="34649" y="154781"/>
                        <a:pt x="0" y="120132"/>
                        <a:pt x="0" y="77391"/>
                      </a:cubicBezTo>
                      <a:cubicBezTo>
                        <a:pt x="0" y="34649"/>
                        <a:pt x="34649" y="0"/>
                        <a:pt x="77391" y="0"/>
                      </a:cubicBezTo>
                      <a:cubicBezTo>
                        <a:pt x="120114" y="45"/>
                        <a:pt x="154736" y="34668"/>
                        <a:pt x="154781" y="77391"/>
                      </a:cubicBezTo>
                      <a:close/>
                      <a:moveTo>
                        <a:pt x="142875" y="77391"/>
                      </a:moveTo>
                      <a:cubicBezTo>
                        <a:pt x="142875" y="41225"/>
                        <a:pt x="113557" y="11906"/>
                        <a:pt x="77391" y="11906"/>
                      </a:cubicBezTo>
                      <a:cubicBezTo>
                        <a:pt x="41225" y="11906"/>
                        <a:pt x="11906" y="41225"/>
                        <a:pt x="11906" y="77391"/>
                      </a:cubicBezTo>
                      <a:cubicBezTo>
                        <a:pt x="11906" y="113557"/>
                        <a:pt x="41225" y="142875"/>
                        <a:pt x="77391" y="142875"/>
                      </a:cubicBezTo>
                      <a:cubicBezTo>
                        <a:pt x="113540" y="142834"/>
                        <a:pt x="142834" y="113540"/>
                        <a:pt x="142875" y="7739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282065" y="3163252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pytest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284922" y="3339941"/>
                <a:ext cx="5490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测试 + E2E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2705100" y="2952750"/>
              <a:ext cx="1714500" cy="554831"/>
              <a:chOff x="2705100" y="2952750"/>
              <a:chExt cx="1714500" cy="554831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2705100" y="295275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2836496" y="3131771"/>
                <a:ext cx="156330" cy="156330"/>
                <a:chOff x="2836496" y="3131771"/>
                <a:chExt cx="156330" cy="15633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2842751" y="3138011"/>
                  <a:ext cx="143865" cy="14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65" h="143872">
                      <a:moveTo>
                        <a:pt x="131326" y="68327"/>
                      </a:moveTo>
                      <a:lnTo>
                        <a:pt x="143813" y="52700"/>
                      </a:lnTo>
                      <a:cubicBezTo>
                        <a:pt x="142128" y="46369"/>
                        <a:pt x="139608" y="40290"/>
                        <a:pt x="136319" y="34625"/>
                      </a:cubicBezTo>
                      <a:lnTo>
                        <a:pt x="116451" y="32392"/>
                      </a:lnTo>
                      <a:cubicBezTo>
                        <a:pt x="114863" y="30604"/>
                        <a:pt x="113171" y="28912"/>
                        <a:pt x="111383" y="27325"/>
                      </a:cubicBezTo>
                      <a:lnTo>
                        <a:pt x="109151" y="7449"/>
                      </a:lnTo>
                      <a:cubicBezTo>
                        <a:pt x="103479" y="4179"/>
                        <a:pt x="97398" y="1677"/>
                        <a:pt x="91068" y="7"/>
                      </a:cubicBezTo>
                      <a:lnTo>
                        <a:pt x="75441" y="12487"/>
                      </a:lnTo>
                      <a:cubicBezTo>
                        <a:pt x="73052" y="12345"/>
                        <a:pt x="70657" y="12345"/>
                        <a:pt x="68267" y="12487"/>
                      </a:cubicBezTo>
                      <a:lnTo>
                        <a:pt x="52641" y="0"/>
                      </a:lnTo>
                      <a:cubicBezTo>
                        <a:pt x="46330" y="1689"/>
                        <a:pt x="40272" y="4209"/>
                        <a:pt x="34625" y="7493"/>
                      </a:cubicBezTo>
                      <a:lnTo>
                        <a:pt x="32392" y="27362"/>
                      </a:lnTo>
                      <a:cubicBezTo>
                        <a:pt x="30604" y="28949"/>
                        <a:pt x="28912" y="30641"/>
                        <a:pt x="27325" y="32430"/>
                      </a:cubicBezTo>
                      <a:lnTo>
                        <a:pt x="7449" y="34662"/>
                      </a:lnTo>
                      <a:cubicBezTo>
                        <a:pt x="4179" y="40334"/>
                        <a:pt x="1677" y="46414"/>
                        <a:pt x="7" y="52745"/>
                      </a:cubicBezTo>
                      <a:lnTo>
                        <a:pt x="12487" y="68372"/>
                      </a:lnTo>
                      <a:cubicBezTo>
                        <a:pt x="12345" y="70761"/>
                        <a:pt x="12345" y="73156"/>
                        <a:pt x="12487" y="75545"/>
                      </a:cubicBezTo>
                      <a:lnTo>
                        <a:pt x="0" y="91172"/>
                      </a:lnTo>
                      <a:cubicBezTo>
                        <a:pt x="1684" y="97503"/>
                        <a:pt x="4204" y="103582"/>
                        <a:pt x="7493" y="109247"/>
                      </a:cubicBezTo>
                      <a:lnTo>
                        <a:pt x="27362" y="111480"/>
                      </a:lnTo>
                      <a:cubicBezTo>
                        <a:pt x="28949" y="113268"/>
                        <a:pt x="30641" y="114960"/>
                        <a:pt x="32430" y="116547"/>
                      </a:cubicBezTo>
                      <a:lnTo>
                        <a:pt x="34662" y="136423"/>
                      </a:lnTo>
                      <a:cubicBezTo>
                        <a:pt x="40334" y="139693"/>
                        <a:pt x="46414" y="142195"/>
                        <a:pt x="52745" y="143865"/>
                      </a:cubicBezTo>
                      <a:lnTo>
                        <a:pt x="68372" y="131385"/>
                      </a:lnTo>
                      <a:cubicBezTo>
                        <a:pt x="70761" y="131527"/>
                        <a:pt x="73156" y="131527"/>
                        <a:pt x="75545" y="131385"/>
                      </a:cubicBezTo>
                      <a:lnTo>
                        <a:pt x="91172" y="143872"/>
                      </a:lnTo>
                      <a:cubicBezTo>
                        <a:pt x="97503" y="142188"/>
                        <a:pt x="103582" y="139668"/>
                        <a:pt x="109247" y="136379"/>
                      </a:cubicBezTo>
                      <a:lnTo>
                        <a:pt x="111480" y="116510"/>
                      </a:lnTo>
                      <a:cubicBezTo>
                        <a:pt x="113268" y="114923"/>
                        <a:pt x="114960" y="113231"/>
                        <a:pt x="116547" y="111442"/>
                      </a:cubicBezTo>
                      <a:lnTo>
                        <a:pt x="136423" y="109210"/>
                      </a:lnTo>
                      <a:cubicBezTo>
                        <a:pt x="139693" y="103538"/>
                        <a:pt x="142195" y="97458"/>
                        <a:pt x="143865" y="91127"/>
                      </a:cubicBezTo>
                      <a:lnTo>
                        <a:pt x="131385" y="75501"/>
                      </a:lnTo>
                      <a:cubicBezTo>
                        <a:pt x="131507" y="73110"/>
                        <a:pt x="131487" y="70715"/>
                        <a:pt x="131326" y="68327"/>
                      </a:cubicBezTo>
                      <a:close/>
                      <a:moveTo>
                        <a:pt x="71899" y="101679"/>
                      </a:moveTo>
                      <a:cubicBezTo>
                        <a:pt x="55460" y="101679"/>
                        <a:pt x="42133" y="88353"/>
                        <a:pt x="42133" y="71914"/>
                      </a:cubicBezTo>
                      <a:cubicBezTo>
                        <a:pt x="42133" y="55475"/>
                        <a:pt x="55460" y="42148"/>
                        <a:pt x="71899" y="42148"/>
                      </a:cubicBezTo>
                      <a:cubicBezTo>
                        <a:pt x="88338" y="42148"/>
                        <a:pt x="101664" y="55475"/>
                        <a:pt x="101664" y="71914"/>
                      </a:cubicBezTo>
                      <a:cubicBezTo>
                        <a:pt x="101664" y="88353"/>
                        <a:pt x="88338" y="101679"/>
                        <a:pt x="71899" y="10167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2836496" y="3131771"/>
                  <a:ext cx="156330" cy="156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330" h="156330">
                      <a:moveTo>
                        <a:pt x="78154" y="42435"/>
                      </a:moveTo>
                      <a:cubicBezTo>
                        <a:pt x="58427" y="42435"/>
                        <a:pt x="42435" y="58427"/>
                        <a:pt x="42435" y="78154"/>
                      </a:cubicBezTo>
                      <a:cubicBezTo>
                        <a:pt x="42435" y="97881"/>
                        <a:pt x="58427" y="113873"/>
                        <a:pt x="78154" y="113873"/>
                      </a:cubicBezTo>
                      <a:cubicBezTo>
                        <a:pt x="97881" y="113873"/>
                        <a:pt x="113873" y="97881"/>
                        <a:pt x="113873" y="78154"/>
                      </a:cubicBezTo>
                      <a:cubicBezTo>
                        <a:pt x="113852" y="58436"/>
                        <a:pt x="97872" y="42456"/>
                        <a:pt x="78154" y="42435"/>
                      </a:cubicBezTo>
                      <a:close/>
                      <a:moveTo>
                        <a:pt x="78154" y="101966"/>
                      </a:moveTo>
                      <a:cubicBezTo>
                        <a:pt x="65003" y="101966"/>
                        <a:pt x="54341" y="91305"/>
                        <a:pt x="54341" y="78154"/>
                      </a:cubicBezTo>
                      <a:cubicBezTo>
                        <a:pt x="54341" y="65003"/>
                        <a:pt x="65003" y="54341"/>
                        <a:pt x="78154" y="54341"/>
                      </a:cubicBezTo>
                      <a:cubicBezTo>
                        <a:pt x="91305" y="54341"/>
                        <a:pt x="101966" y="65003"/>
                        <a:pt x="101966" y="78154"/>
                      </a:cubicBezTo>
                      <a:cubicBezTo>
                        <a:pt x="101966" y="91305"/>
                        <a:pt x="91305" y="101966"/>
                        <a:pt x="78154" y="101966"/>
                      </a:cubicBezTo>
                      <a:close/>
                      <a:moveTo>
                        <a:pt x="143638" y="79761"/>
                      </a:moveTo>
                      <a:cubicBezTo>
                        <a:pt x="143668" y="78690"/>
                        <a:pt x="143668" y="77618"/>
                        <a:pt x="143638" y="76547"/>
                      </a:cubicBezTo>
                      <a:lnTo>
                        <a:pt x="154741" y="62676"/>
                      </a:lnTo>
                      <a:cubicBezTo>
                        <a:pt x="155922" y="61199"/>
                        <a:pt x="156330" y="59249"/>
                        <a:pt x="155842" y="57422"/>
                      </a:cubicBezTo>
                      <a:cubicBezTo>
                        <a:pt x="154019" y="50582"/>
                        <a:pt x="151296" y="44013"/>
                        <a:pt x="147746" y="37889"/>
                      </a:cubicBezTo>
                      <a:cubicBezTo>
                        <a:pt x="146803" y="36264"/>
                        <a:pt x="145148" y="35180"/>
                        <a:pt x="143281" y="34964"/>
                      </a:cubicBezTo>
                      <a:lnTo>
                        <a:pt x="125630" y="33000"/>
                      </a:lnTo>
                      <a:cubicBezTo>
                        <a:pt x="124896" y="32226"/>
                        <a:pt x="124152" y="31481"/>
                        <a:pt x="123398" y="30767"/>
                      </a:cubicBezTo>
                      <a:lnTo>
                        <a:pt x="121314" y="13071"/>
                      </a:lnTo>
                      <a:cubicBezTo>
                        <a:pt x="121097" y="11204"/>
                        <a:pt x="120010" y="9548"/>
                        <a:pt x="118382" y="8607"/>
                      </a:cubicBezTo>
                      <a:cubicBezTo>
                        <a:pt x="112258" y="5059"/>
                        <a:pt x="105689" y="2341"/>
                        <a:pt x="98849" y="525"/>
                      </a:cubicBezTo>
                      <a:cubicBezTo>
                        <a:pt x="97022" y="37"/>
                        <a:pt x="95072" y="446"/>
                        <a:pt x="93595" y="1627"/>
                      </a:cubicBezTo>
                      <a:lnTo>
                        <a:pt x="79761" y="12670"/>
                      </a:lnTo>
                      <a:cubicBezTo>
                        <a:pt x="78690" y="12670"/>
                        <a:pt x="77618" y="12670"/>
                        <a:pt x="76547" y="12670"/>
                      </a:cubicBezTo>
                      <a:lnTo>
                        <a:pt x="62676" y="1589"/>
                      </a:lnTo>
                      <a:cubicBezTo>
                        <a:pt x="61199" y="409"/>
                        <a:pt x="59249" y="0"/>
                        <a:pt x="57422" y="488"/>
                      </a:cubicBezTo>
                      <a:cubicBezTo>
                        <a:pt x="50582" y="2311"/>
                        <a:pt x="44013" y="5034"/>
                        <a:pt x="37889" y="8584"/>
                      </a:cubicBezTo>
                      <a:cubicBezTo>
                        <a:pt x="36264" y="9528"/>
                        <a:pt x="35180" y="11183"/>
                        <a:pt x="34964" y="13049"/>
                      </a:cubicBezTo>
                      <a:lnTo>
                        <a:pt x="33000" y="30730"/>
                      </a:lnTo>
                      <a:cubicBezTo>
                        <a:pt x="32226" y="31469"/>
                        <a:pt x="31481" y="32213"/>
                        <a:pt x="30767" y="32962"/>
                      </a:cubicBezTo>
                      <a:lnTo>
                        <a:pt x="13071" y="34994"/>
                      </a:lnTo>
                      <a:cubicBezTo>
                        <a:pt x="11204" y="35211"/>
                        <a:pt x="9548" y="36298"/>
                        <a:pt x="8607" y="37926"/>
                      </a:cubicBezTo>
                      <a:cubicBezTo>
                        <a:pt x="5060" y="44051"/>
                        <a:pt x="2340" y="50620"/>
                        <a:pt x="518" y="57459"/>
                      </a:cubicBezTo>
                      <a:cubicBezTo>
                        <a:pt x="32" y="59287"/>
                        <a:pt x="443" y="61237"/>
                        <a:pt x="1627" y="62713"/>
                      </a:cubicBezTo>
                      <a:lnTo>
                        <a:pt x="12670" y="76547"/>
                      </a:lnTo>
                      <a:cubicBezTo>
                        <a:pt x="12670" y="77618"/>
                        <a:pt x="12670" y="78690"/>
                        <a:pt x="12670" y="79761"/>
                      </a:cubicBezTo>
                      <a:lnTo>
                        <a:pt x="1589" y="93632"/>
                      </a:lnTo>
                      <a:cubicBezTo>
                        <a:pt x="409" y="95109"/>
                        <a:pt x="0" y="97059"/>
                        <a:pt x="488" y="98886"/>
                      </a:cubicBezTo>
                      <a:cubicBezTo>
                        <a:pt x="2311" y="105726"/>
                        <a:pt x="5034" y="112295"/>
                        <a:pt x="8584" y="118419"/>
                      </a:cubicBezTo>
                      <a:cubicBezTo>
                        <a:pt x="9528" y="120044"/>
                        <a:pt x="11183" y="121128"/>
                        <a:pt x="13049" y="121344"/>
                      </a:cubicBezTo>
                      <a:lnTo>
                        <a:pt x="30700" y="123308"/>
                      </a:lnTo>
                      <a:cubicBezTo>
                        <a:pt x="31439" y="124082"/>
                        <a:pt x="32183" y="124826"/>
                        <a:pt x="32933" y="125541"/>
                      </a:cubicBezTo>
                      <a:lnTo>
                        <a:pt x="34994" y="143237"/>
                      </a:lnTo>
                      <a:cubicBezTo>
                        <a:pt x="35211" y="145104"/>
                        <a:pt x="36298" y="146760"/>
                        <a:pt x="37926" y="147701"/>
                      </a:cubicBezTo>
                      <a:cubicBezTo>
                        <a:pt x="44051" y="151248"/>
                        <a:pt x="50620" y="153968"/>
                        <a:pt x="57459" y="155790"/>
                      </a:cubicBezTo>
                      <a:cubicBezTo>
                        <a:pt x="59287" y="156276"/>
                        <a:pt x="61237" y="155865"/>
                        <a:pt x="62713" y="154681"/>
                      </a:cubicBezTo>
                      <a:lnTo>
                        <a:pt x="76547" y="143638"/>
                      </a:lnTo>
                      <a:cubicBezTo>
                        <a:pt x="77618" y="143668"/>
                        <a:pt x="78690" y="143668"/>
                        <a:pt x="79761" y="143638"/>
                      </a:cubicBezTo>
                      <a:lnTo>
                        <a:pt x="93632" y="154741"/>
                      </a:lnTo>
                      <a:cubicBezTo>
                        <a:pt x="95109" y="155922"/>
                        <a:pt x="97059" y="156330"/>
                        <a:pt x="98886" y="155842"/>
                      </a:cubicBezTo>
                      <a:cubicBezTo>
                        <a:pt x="105727" y="154022"/>
                        <a:pt x="112296" y="151300"/>
                        <a:pt x="118419" y="147746"/>
                      </a:cubicBezTo>
                      <a:cubicBezTo>
                        <a:pt x="120044" y="146803"/>
                        <a:pt x="121128" y="145148"/>
                        <a:pt x="121344" y="143281"/>
                      </a:cubicBezTo>
                      <a:lnTo>
                        <a:pt x="123308" y="125630"/>
                      </a:lnTo>
                      <a:cubicBezTo>
                        <a:pt x="124082" y="124896"/>
                        <a:pt x="124826" y="124152"/>
                        <a:pt x="125541" y="123398"/>
                      </a:cubicBezTo>
                      <a:lnTo>
                        <a:pt x="143237" y="121314"/>
                      </a:lnTo>
                      <a:cubicBezTo>
                        <a:pt x="145104" y="121097"/>
                        <a:pt x="146760" y="120010"/>
                        <a:pt x="147701" y="118382"/>
                      </a:cubicBezTo>
                      <a:cubicBezTo>
                        <a:pt x="151248" y="112257"/>
                        <a:pt x="153968" y="105688"/>
                        <a:pt x="155790" y="98849"/>
                      </a:cubicBezTo>
                      <a:cubicBezTo>
                        <a:pt x="156276" y="97021"/>
                        <a:pt x="155865" y="95071"/>
                        <a:pt x="154681" y="93595"/>
                      </a:cubicBezTo>
                      <a:close/>
                      <a:moveTo>
                        <a:pt x="131658" y="74924"/>
                      </a:moveTo>
                      <a:cubicBezTo>
                        <a:pt x="131784" y="77076"/>
                        <a:pt x="131784" y="79232"/>
                        <a:pt x="131658" y="81384"/>
                      </a:cubicBezTo>
                      <a:cubicBezTo>
                        <a:pt x="131569" y="82856"/>
                        <a:pt x="132030" y="84310"/>
                        <a:pt x="132953" y="85461"/>
                      </a:cubicBezTo>
                      <a:lnTo>
                        <a:pt x="143512" y="98655"/>
                      </a:lnTo>
                      <a:cubicBezTo>
                        <a:pt x="142300" y="102506"/>
                        <a:pt x="140749" y="106241"/>
                        <a:pt x="138876" y="109817"/>
                      </a:cubicBezTo>
                      <a:lnTo>
                        <a:pt x="122058" y="111722"/>
                      </a:lnTo>
                      <a:cubicBezTo>
                        <a:pt x="120594" y="111885"/>
                        <a:pt x="119241" y="112585"/>
                        <a:pt x="118263" y="113687"/>
                      </a:cubicBezTo>
                      <a:cubicBezTo>
                        <a:pt x="116831" y="115298"/>
                        <a:pt x="115305" y="116823"/>
                        <a:pt x="113694" y="118256"/>
                      </a:cubicBezTo>
                      <a:cubicBezTo>
                        <a:pt x="112592" y="119234"/>
                        <a:pt x="111892" y="120586"/>
                        <a:pt x="111730" y="122051"/>
                      </a:cubicBezTo>
                      <a:lnTo>
                        <a:pt x="109862" y="138854"/>
                      </a:lnTo>
                      <a:cubicBezTo>
                        <a:pt x="106286" y="140727"/>
                        <a:pt x="102551" y="142279"/>
                        <a:pt x="98700" y="143490"/>
                      </a:cubicBezTo>
                      <a:lnTo>
                        <a:pt x="85499" y="132930"/>
                      </a:lnTo>
                      <a:cubicBezTo>
                        <a:pt x="84442" y="132086"/>
                        <a:pt x="83130" y="131627"/>
                        <a:pt x="81778" y="131628"/>
                      </a:cubicBezTo>
                      <a:lnTo>
                        <a:pt x="81421" y="131628"/>
                      </a:lnTo>
                      <a:cubicBezTo>
                        <a:pt x="79270" y="131754"/>
                        <a:pt x="77113" y="131754"/>
                        <a:pt x="74962" y="131628"/>
                      </a:cubicBezTo>
                      <a:cubicBezTo>
                        <a:pt x="73489" y="131544"/>
                        <a:pt x="72038" y="132005"/>
                        <a:pt x="70884" y="132923"/>
                      </a:cubicBezTo>
                      <a:lnTo>
                        <a:pt x="57653" y="143490"/>
                      </a:lnTo>
                      <a:cubicBezTo>
                        <a:pt x="53802" y="142278"/>
                        <a:pt x="50067" y="140726"/>
                        <a:pt x="46491" y="138854"/>
                      </a:cubicBezTo>
                      <a:lnTo>
                        <a:pt x="44586" y="122058"/>
                      </a:lnTo>
                      <a:cubicBezTo>
                        <a:pt x="44423" y="120594"/>
                        <a:pt x="43723" y="119241"/>
                        <a:pt x="42621" y="118263"/>
                      </a:cubicBezTo>
                      <a:cubicBezTo>
                        <a:pt x="41010" y="116831"/>
                        <a:pt x="39485" y="115305"/>
                        <a:pt x="38052" y="113694"/>
                      </a:cubicBezTo>
                      <a:cubicBezTo>
                        <a:pt x="37074" y="112592"/>
                        <a:pt x="35722" y="111892"/>
                        <a:pt x="34257" y="111730"/>
                      </a:cubicBezTo>
                      <a:lnTo>
                        <a:pt x="17454" y="109854"/>
                      </a:lnTo>
                      <a:cubicBezTo>
                        <a:pt x="15581" y="106279"/>
                        <a:pt x="14029" y="102543"/>
                        <a:pt x="12818" y="98692"/>
                      </a:cubicBezTo>
                      <a:lnTo>
                        <a:pt x="23378" y="85491"/>
                      </a:lnTo>
                      <a:cubicBezTo>
                        <a:pt x="24300" y="84339"/>
                        <a:pt x="24761" y="82886"/>
                        <a:pt x="24673" y="81413"/>
                      </a:cubicBezTo>
                      <a:cubicBezTo>
                        <a:pt x="24546" y="79262"/>
                        <a:pt x="24546" y="77105"/>
                        <a:pt x="24673" y="74954"/>
                      </a:cubicBezTo>
                      <a:cubicBezTo>
                        <a:pt x="24761" y="73481"/>
                        <a:pt x="24300" y="72028"/>
                        <a:pt x="23378" y="70876"/>
                      </a:cubicBezTo>
                      <a:lnTo>
                        <a:pt x="12818" y="57653"/>
                      </a:lnTo>
                      <a:cubicBezTo>
                        <a:pt x="14030" y="53802"/>
                        <a:pt x="15582" y="50067"/>
                        <a:pt x="17454" y="46491"/>
                      </a:cubicBezTo>
                      <a:lnTo>
                        <a:pt x="34250" y="44586"/>
                      </a:lnTo>
                      <a:cubicBezTo>
                        <a:pt x="35714" y="44423"/>
                        <a:pt x="37067" y="43723"/>
                        <a:pt x="38045" y="42621"/>
                      </a:cubicBezTo>
                      <a:cubicBezTo>
                        <a:pt x="39477" y="41010"/>
                        <a:pt x="41003" y="39485"/>
                        <a:pt x="42614" y="38052"/>
                      </a:cubicBezTo>
                      <a:cubicBezTo>
                        <a:pt x="43720" y="37073"/>
                        <a:pt x="44423" y="35718"/>
                        <a:pt x="44586" y="34250"/>
                      </a:cubicBezTo>
                      <a:lnTo>
                        <a:pt x="46454" y="17454"/>
                      </a:lnTo>
                      <a:cubicBezTo>
                        <a:pt x="50029" y="15581"/>
                        <a:pt x="53765" y="14029"/>
                        <a:pt x="57616" y="12818"/>
                      </a:cubicBezTo>
                      <a:lnTo>
                        <a:pt x="70817" y="23378"/>
                      </a:lnTo>
                      <a:cubicBezTo>
                        <a:pt x="71969" y="24300"/>
                        <a:pt x="73422" y="24761"/>
                        <a:pt x="74895" y="24673"/>
                      </a:cubicBezTo>
                      <a:cubicBezTo>
                        <a:pt x="77046" y="24546"/>
                        <a:pt x="79203" y="24546"/>
                        <a:pt x="81354" y="24673"/>
                      </a:cubicBezTo>
                      <a:cubicBezTo>
                        <a:pt x="82826" y="24757"/>
                        <a:pt x="84278" y="24296"/>
                        <a:pt x="85432" y="23378"/>
                      </a:cubicBezTo>
                      <a:lnTo>
                        <a:pt x="98655" y="12818"/>
                      </a:lnTo>
                      <a:cubicBezTo>
                        <a:pt x="102506" y="14030"/>
                        <a:pt x="106241" y="15582"/>
                        <a:pt x="109817" y="17454"/>
                      </a:cubicBezTo>
                      <a:lnTo>
                        <a:pt x="111722" y="34250"/>
                      </a:lnTo>
                      <a:cubicBezTo>
                        <a:pt x="111885" y="35714"/>
                        <a:pt x="112585" y="37067"/>
                        <a:pt x="113687" y="38045"/>
                      </a:cubicBezTo>
                      <a:cubicBezTo>
                        <a:pt x="115298" y="39477"/>
                        <a:pt x="116823" y="41003"/>
                        <a:pt x="118256" y="42614"/>
                      </a:cubicBezTo>
                      <a:cubicBezTo>
                        <a:pt x="119234" y="43716"/>
                        <a:pt x="120586" y="44416"/>
                        <a:pt x="122051" y="44578"/>
                      </a:cubicBezTo>
                      <a:lnTo>
                        <a:pt x="138854" y="46446"/>
                      </a:lnTo>
                      <a:cubicBezTo>
                        <a:pt x="140727" y="50022"/>
                        <a:pt x="142279" y="53757"/>
                        <a:pt x="143490" y="57608"/>
                      </a:cubicBezTo>
                      <a:lnTo>
                        <a:pt x="132930" y="70809"/>
                      </a:lnTo>
                      <a:cubicBezTo>
                        <a:pt x="131999" y="71971"/>
                        <a:pt x="131537" y="73439"/>
                        <a:pt x="131635" y="74924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3072765" y="3163252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dotenv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3075622" y="333994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配置管理</a:t>
                </a:r>
              </a:p>
            </p:txBody>
          </p:sp>
        </p:grpSp>
      </p:grpSp>
      <p:grpSp>
        <p:nvGrpSpPr>
          <p:cNvPr id="112" name="Group 112"/>
          <p:cNvGrpSpPr/>
          <p:nvPr/>
        </p:nvGrpSpPr>
        <p:grpSpPr>
          <a:xfrm>
            <a:off x="4724400" y="781050"/>
            <a:ext cx="3429000" cy="2857500"/>
            <a:chOff x="4724400" y="781050"/>
            <a:chExt cx="3429000" cy="2857500"/>
          </a:xfrm>
        </p:grpSpPr>
        <p:sp>
          <p:nvSpPr>
            <p:cNvPr id="67" name="Rectangle 67"/>
            <p:cNvSpPr/>
            <p:nvPr/>
          </p:nvSpPr>
          <p:spPr>
            <a:xfrm>
              <a:off x="4724400" y="781050"/>
              <a:ext cx="34290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4724400" y="781050"/>
              <a:ext cx="3429000" cy="3048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42692" y="867728"/>
              <a:ext cx="1592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核心特性 KEY FEATURES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4838700" y="1181100"/>
              <a:ext cx="3308223" cy="361950"/>
              <a:chOff x="4838700" y="1181100"/>
              <a:chExt cx="3308223" cy="3619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4838700" y="1181100"/>
                <a:ext cx="3200400" cy="361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4952702" y="1292422"/>
                <a:ext cx="131825" cy="128589"/>
                <a:chOff x="4952702" y="1292422"/>
                <a:chExt cx="131825" cy="128589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5035748" y="1297781"/>
                  <a:ext cx="37505" cy="37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05" h="37505">
                      <a:moveTo>
                        <a:pt x="37505" y="37505"/>
                      </a:moveTo>
                      <a:lnTo>
                        <a:pt x="0" y="3750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4952702" y="1292422"/>
                  <a:ext cx="131825" cy="128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25" h="128589">
                      <a:moveTo>
                        <a:pt x="16073" y="80368"/>
                      </a:moveTo>
                      <a:lnTo>
                        <a:pt x="5358" y="80368"/>
                      </a:lnTo>
                      <a:cubicBezTo>
                        <a:pt x="2399" y="80368"/>
                        <a:pt x="0" y="82767"/>
                        <a:pt x="0" y="85726"/>
                      </a:cubicBezTo>
                      <a:lnTo>
                        <a:pt x="0" y="123231"/>
                      </a:lnTo>
                      <a:cubicBezTo>
                        <a:pt x="0" y="126190"/>
                        <a:pt x="2399" y="128589"/>
                        <a:pt x="5358" y="128589"/>
                      </a:cubicBezTo>
                      <a:lnTo>
                        <a:pt x="16073" y="128589"/>
                      </a:lnTo>
                      <a:cubicBezTo>
                        <a:pt x="29389" y="128589"/>
                        <a:pt x="40184" y="117794"/>
                        <a:pt x="40184" y="104478"/>
                      </a:cubicBezTo>
                      <a:cubicBezTo>
                        <a:pt x="40184" y="91163"/>
                        <a:pt x="29389" y="80368"/>
                        <a:pt x="16073" y="80368"/>
                      </a:cubicBezTo>
                      <a:close/>
                      <a:moveTo>
                        <a:pt x="16073" y="117873"/>
                      </a:moveTo>
                      <a:lnTo>
                        <a:pt x="10716" y="117873"/>
                      </a:lnTo>
                      <a:lnTo>
                        <a:pt x="10716" y="91084"/>
                      </a:lnTo>
                      <a:lnTo>
                        <a:pt x="16073" y="91084"/>
                      </a:lnTo>
                      <a:cubicBezTo>
                        <a:pt x="23471" y="91084"/>
                        <a:pt x="29468" y="97081"/>
                        <a:pt x="29468" y="104478"/>
                      </a:cubicBezTo>
                      <a:cubicBezTo>
                        <a:pt x="29468" y="111876"/>
                        <a:pt x="23471" y="117873"/>
                        <a:pt x="16073" y="117873"/>
                      </a:cubicBezTo>
                      <a:close/>
                      <a:moveTo>
                        <a:pt x="129612" y="114585"/>
                      </a:moveTo>
                      <a:cubicBezTo>
                        <a:pt x="131750" y="116630"/>
                        <a:pt x="131825" y="120021"/>
                        <a:pt x="129780" y="122159"/>
                      </a:cubicBezTo>
                      <a:cubicBezTo>
                        <a:pt x="126009" y="126218"/>
                        <a:pt x="120733" y="128544"/>
                        <a:pt x="115193" y="128589"/>
                      </a:cubicBezTo>
                      <a:cubicBezTo>
                        <a:pt x="103372" y="128589"/>
                        <a:pt x="93762" y="117773"/>
                        <a:pt x="93762" y="104478"/>
                      </a:cubicBezTo>
                      <a:cubicBezTo>
                        <a:pt x="93762" y="91184"/>
                        <a:pt x="103372" y="80368"/>
                        <a:pt x="115193" y="80368"/>
                      </a:cubicBezTo>
                      <a:cubicBezTo>
                        <a:pt x="120733" y="80413"/>
                        <a:pt x="126009" y="82739"/>
                        <a:pt x="129780" y="86798"/>
                      </a:cubicBezTo>
                      <a:cubicBezTo>
                        <a:pt x="131779" y="88942"/>
                        <a:pt x="131683" y="92296"/>
                        <a:pt x="129565" y="94323"/>
                      </a:cubicBezTo>
                      <a:cubicBezTo>
                        <a:pt x="127446" y="96349"/>
                        <a:pt x="124092" y="96297"/>
                        <a:pt x="122038" y="94205"/>
                      </a:cubicBezTo>
                      <a:cubicBezTo>
                        <a:pt x="120280" y="92271"/>
                        <a:pt x="117806" y="91142"/>
                        <a:pt x="115193" y="91084"/>
                      </a:cubicBezTo>
                      <a:cubicBezTo>
                        <a:pt x="109286" y="91084"/>
                        <a:pt x="104477" y="97111"/>
                        <a:pt x="104477" y="104478"/>
                      </a:cubicBezTo>
                      <a:cubicBezTo>
                        <a:pt x="104477" y="111845"/>
                        <a:pt x="109286" y="117873"/>
                        <a:pt x="115193" y="117873"/>
                      </a:cubicBezTo>
                      <a:cubicBezTo>
                        <a:pt x="117807" y="117819"/>
                        <a:pt x="120283" y="116690"/>
                        <a:pt x="122038" y="114752"/>
                      </a:cubicBezTo>
                      <a:cubicBezTo>
                        <a:pt x="124083" y="112614"/>
                        <a:pt x="127474" y="112539"/>
                        <a:pt x="129612" y="114585"/>
                      </a:cubicBezTo>
                      <a:close/>
                      <a:moveTo>
                        <a:pt x="66973" y="80368"/>
                      </a:moveTo>
                      <a:cubicBezTo>
                        <a:pt x="55159" y="80368"/>
                        <a:pt x="45541" y="91184"/>
                        <a:pt x="45541" y="104478"/>
                      </a:cubicBezTo>
                      <a:cubicBezTo>
                        <a:pt x="45541" y="117773"/>
                        <a:pt x="55159" y="128589"/>
                        <a:pt x="66973" y="128589"/>
                      </a:cubicBezTo>
                      <a:cubicBezTo>
                        <a:pt x="78787" y="128589"/>
                        <a:pt x="88404" y="117773"/>
                        <a:pt x="88404" y="104478"/>
                      </a:cubicBezTo>
                      <a:cubicBezTo>
                        <a:pt x="88404" y="91184"/>
                        <a:pt x="78787" y="80368"/>
                        <a:pt x="66973" y="80368"/>
                      </a:cubicBezTo>
                      <a:close/>
                      <a:moveTo>
                        <a:pt x="66973" y="117873"/>
                      </a:moveTo>
                      <a:cubicBezTo>
                        <a:pt x="61066" y="117873"/>
                        <a:pt x="56257" y="111845"/>
                        <a:pt x="56257" y="104478"/>
                      </a:cubicBezTo>
                      <a:cubicBezTo>
                        <a:pt x="56257" y="97111"/>
                        <a:pt x="61066" y="91084"/>
                        <a:pt x="66973" y="91084"/>
                      </a:cubicBezTo>
                      <a:cubicBezTo>
                        <a:pt x="72880" y="91084"/>
                        <a:pt x="77688" y="97111"/>
                        <a:pt x="77688" y="104478"/>
                      </a:cubicBezTo>
                      <a:cubicBezTo>
                        <a:pt x="77688" y="111845"/>
                        <a:pt x="72880" y="117873"/>
                        <a:pt x="66973" y="117873"/>
                      </a:cubicBezTo>
                      <a:close/>
                      <a:moveTo>
                        <a:pt x="13395" y="64295"/>
                      </a:moveTo>
                      <a:cubicBezTo>
                        <a:pt x="16354" y="64295"/>
                        <a:pt x="18752" y="61896"/>
                        <a:pt x="18752" y="58937"/>
                      </a:cubicBezTo>
                      <a:lnTo>
                        <a:pt x="18752" y="10717"/>
                      </a:lnTo>
                      <a:lnTo>
                        <a:pt x="77688" y="10717"/>
                      </a:lnTo>
                      <a:lnTo>
                        <a:pt x="77688" y="42864"/>
                      </a:lnTo>
                      <a:cubicBezTo>
                        <a:pt x="77688" y="45823"/>
                        <a:pt x="80087" y="48221"/>
                        <a:pt x="83046" y="48221"/>
                      </a:cubicBezTo>
                      <a:lnTo>
                        <a:pt x="115193" y="48221"/>
                      </a:lnTo>
                      <a:lnTo>
                        <a:pt x="115193" y="58937"/>
                      </a:lnTo>
                      <a:cubicBezTo>
                        <a:pt x="115193" y="61896"/>
                        <a:pt x="117592" y="64295"/>
                        <a:pt x="120551" y="64295"/>
                      </a:cubicBezTo>
                      <a:cubicBezTo>
                        <a:pt x="123510" y="64295"/>
                        <a:pt x="125909" y="61896"/>
                        <a:pt x="125909" y="58937"/>
                      </a:cubicBezTo>
                      <a:lnTo>
                        <a:pt x="125909" y="42864"/>
                      </a:lnTo>
                      <a:cubicBezTo>
                        <a:pt x="125910" y="41442"/>
                        <a:pt x="125346" y="40079"/>
                        <a:pt x="124341" y="39073"/>
                      </a:cubicBezTo>
                      <a:lnTo>
                        <a:pt x="86837" y="1568"/>
                      </a:lnTo>
                      <a:cubicBezTo>
                        <a:pt x="85831" y="564"/>
                        <a:pt x="84468" y="0"/>
                        <a:pt x="83046" y="1"/>
                      </a:cubicBezTo>
                      <a:lnTo>
                        <a:pt x="18752" y="1"/>
                      </a:lnTo>
                      <a:cubicBezTo>
                        <a:pt x="12834" y="1"/>
                        <a:pt x="8037" y="4799"/>
                        <a:pt x="8037" y="10717"/>
                      </a:cubicBezTo>
                      <a:lnTo>
                        <a:pt x="8037" y="58937"/>
                      </a:lnTo>
                      <a:cubicBezTo>
                        <a:pt x="8037" y="61896"/>
                        <a:pt x="10435" y="64295"/>
                        <a:pt x="13395" y="64295"/>
                      </a:cubicBezTo>
                      <a:close/>
                      <a:moveTo>
                        <a:pt x="88404" y="18291"/>
                      </a:moveTo>
                      <a:lnTo>
                        <a:pt x="107618" y="37506"/>
                      </a:lnTo>
                      <a:lnTo>
                        <a:pt x="88404" y="37506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5168265" y="1296352"/>
                <a:ext cx="5926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179820" y="1312545"/>
                <a:ext cx="19671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PDF/DOCX/TXT/MD/CSV/HTML/OCR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4838700" y="1600200"/>
              <a:ext cx="3200400" cy="361950"/>
              <a:chOff x="4838700" y="1600200"/>
              <a:chExt cx="3200400" cy="3619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4838700" y="1600200"/>
                <a:ext cx="32004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4944666" y="1711523"/>
                <a:ext cx="150280" cy="134704"/>
                <a:chOff x="4944666" y="1711523"/>
                <a:chExt cx="150280" cy="134704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4971435" y="1732955"/>
                  <a:ext cx="107176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76" h="85725">
                      <a:moveTo>
                        <a:pt x="107176" y="85725"/>
                      </a:moveTo>
                      <a:lnTo>
                        <a:pt x="53598" y="85725"/>
                      </a:lnTo>
                      <a:lnTo>
                        <a:pt x="80387" y="32147"/>
                      </a:lnTo>
                      <a:close/>
                      <a:moveTo>
                        <a:pt x="21451" y="47926"/>
                      </a:moveTo>
                      <a:lnTo>
                        <a:pt x="21451" y="47926"/>
                      </a:lnTo>
                      <a:cubicBezTo>
                        <a:pt x="35104" y="35739"/>
                        <a:pt x="42902" y="18301"/>
                        <a:pt x="42882" y="0"/>
                      </a:cubicBezTo>
                      <a:lnTo>
                        <a:pt x="20" y="0"/>
                      </a:lnTo>
                      <a:cubicBezTo>
                        <a:pt x="0" y="18301"/>
                        <a:pt x="7798" y="35739"/>
                        <a:pt x="21451" y="47926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4944666" y="1711523"/>
                  <a:ext cx="150280" cy="13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80" h="134704">
                      <a:moveTo>
                        <a:pt x="149449" y="126190"/>
                      </a:moveTo>
                      <a:lnTo>
                        <a:pt x="111945" y="51181"/>
                      </a:lnTo>
                      <a:cubicBezTo>
                        <a:pt x="111037" y="49366"/>
                        <a:pt x="109182" y="48219"/>
                        <a:pt x="107153" y="48219"/>
                      </a:cubicBezTo>
                      <a:cubicBezTo>
                        <a:pt x="105124" y="48219"/>
                        <a:pt x="103269" y="49366"/>
                        <a:pt x="102361" y="51181"/>
                      </a:cubicBezTo>
                      <a:lnTo>
                        <a:pt x="87821" y="80267"/>
                      </a:lnTo>
                      <a:cubicBezTo>
                        <a:pt x="76424" y="79626"/>
                        <a:pt x="65459" y="75689"/>
                        <a:pt x="56257" y="68935"/>
                      </a:cubicBezTo>
                      <a:cubicBezTo>
                        <a:pt x="67054" y="57405"/>
                        <a:pt x="73595" y="42538"/>
                        <a:pt x="74802" y="26789"/>
                      </a:cubicBezTo>
                      <a:lnTo>
                        <a:pt x="91083" y="26789"/>
                      </a:lnTo>
                      <a:cubicBezTo>
                        <a:pt x="94042" y="26789"/>
                        <a:pt x="96441" y="24390"/>
                        <a:pt x="96441" y="21431"/>
                      </a:cubicBezTo>
                      <a:cubicBezTo>
                        <a:pt x="96441" y="18472"/>
                        <a:pt x="94042" y="16073"/>
                        <a:pt x="91083" y="16073"/>
                      </a:cubicBezTo>
                      <a:lnTo>
                        <a:pt x="53578" y="16073"/>
                      </a:lnTo>
                      <a:lnTo>
                        <a:pt x="53578" y="5358"/>
                      </a:lnTo>
                      <a:cubicBezTo>
                        <a:pt x="53578" y="2399"/>
                        <a:pt x="51179" y="0"/>
                        <a:pt x="48220" y="0"/>
                      </a:cubicBezTo>
                      <a:cubicBezTo>
                        <a:pt x="45261" y="0"/>
                        <a:pt x="42862" y="2399"/>
                        <a:pt x="42862" y="5358"/>
                      </a:cubicBezTo>
                      <a:lnTo>
                        <a:pt x="42862" y="16073"/>
                      </a:lnTo>
                      <a:lnTo>
                        <a:pt x="5358" y="16073"/>
                      </a:lnTo>
                      <a:cubicBezTo>
                        <a:pt x="2399" y="16073"/>
                        <a:pt x="0" y="18472"/>
                        <a:pt x="0" y="21431"/>
                      </a:cubicBezTo>
                      <a:cubicBezTo>
                        <a:pt x="0" y="24390"/>
                        <a:pt x="2399" y="26789"/>
                        <a:pt x="5358" y="26789"/>
                      </a:cubicBezTo>
                      <a:lnTo>
                        <a:pt x="64046" y="26789"/>
                      </a:lnTo>
                      <a:cubicBezTo>
                        <a:pt x="62856" y="39921"/>
                        <a:pt x="57281" y="52270"/>
                        <a:pt x="48220" y="61849"/>
                      </a:cubicBezTo>
                      <a:cubicBezTo>
                        <a:pt x="42576" y="55893"/>
                        <a:pt x="38241" y="48821"/>
                        <a:pt x="35496" y="41088"/>
                      </a:cubicBezTo>
                      <a:cubicBezTo>
                        <a:pt x="34881" y="39251"/>
                        <a:pt x="33324" y="37889"/>
                        <a:pt x="31422" y="37525"/>
                      </a:cubicBezTo>
                      <a:cubicBezTo>
                        <a:pt x="29520" y="37161"/>
                        <a:pt x="27569" y="37852"/>
                        <a:pt x="26320" y="39332"/>
                      </a:cubicBezTo>
                      <a:cubicBezTo>
                        <a:pt x="25071" y="40812"/>
                        <a:pt x="24718" y="42850"/>
                        <a:pt x="25396" y="44664"/>
                      </a:cubicBezTo>
                      <a:cubicBezTo>
                        <a:pt x="28592" y="53704"/>
                        <a:pt x="33627" y="61984"/>
                        <a:pt x="40184" y="68982"/>
                      </a:cubicBezTo>
                      <a:cubicBezTo>
                        <a:pt x="30089" y="76400"/>
                        <a:pt x="17885" y="80390"/>
                        <a:pt x="5358" y="80367"/>
                      </a:cubicBezTo>
                      <a:cubicBezTo>
                        <a:pt x="2399" y="80367"/>
                        <a:pt x="0" y="82766"/>
                        <a:pt x="0" y="85725"/>
                      </a:cubicBezTo>
                      <a:cubicBezTo>
                        <a:pt x="0" y="88684"/>
                        <a:pt x="2399" y="91083"/>
                        <a:pt x="5358" y="91083"/>
                      </a:cubicBezTo>
                      <a:cubicBezTo>
                        <a:pt x="20899" y="91100"/>
                        <a:pt x="35996" y="85892"/>
                        <a:pt x="48220" y="76295"/>
                      </a:cubicBezTo>
                      <a:cubicBezTo>
                        <a:pt x="58196" y="84090"/>
                        <a:pt x="70105" y="89023"/>
                        <a:pt x="82671" y="90567"/>
                      </a:cubicBezTo>
                      <a:lnTo>
                        <a:pt x="64856" y="126190"/>
                      </a:lnTo>
                      <a:cubicBezTo>
                        <a:pt x="63532" y="128836"/>
                        <a:pt x="64604" y="132055"/>
                        <a:pt x="67251" y="133379"/>
                      </a:cubicBezTo>
                      <a:cubicBezTo>
                        <a:pt x="69897" y="134704"/>
                        <a:pt x="73116" y="133632"/>
                        <a:pt x="74440" y="130985"/>
                      </a:cubicBezTo>
                      <a:lnTo>
                        <a:pt x="83676" y="112514"/>
                      </a:lnTo>
                      <a:lnTo>
                        <a:pt x="130630" y="112514"/>
                      </a:lnTo>
                      <a:lnTo>
                        <a:pt x="139866" y="130985"/>
                      </a:lnTo>
                      <a:cubicBezTo>
                        <a:pt x="140774" y="132801"/>
                        <a:pt x="142631" y="133947"/>
                        <a:pt x="144661" y="133945"/>
                      </a:cubicBezTo>
                      <a:cubicBezTo>
                        <a:pt x="146518" y="133944"/>
                        <a:pt x="148241" y="132982"/>
                        <a:pt x="149217" y="131402"/>
                      </a:cubicBezTo>
                      <a:cubicBezTo>
                        <a:pt x="150192" y="129823"/>
                        <a:pt x="150280" y="127850"/>
                        <a:pt x="149449" y="126190"/>
                      </a:cubicBezTo>
                      <a:close/>
                      <a:moveTo>
                        <a:pt x="89033" y="101798"/>
                      </a:moveTo>
                      <a:lnTo>
                        <a:pt x="107156" y="65560"/>
                      </a:lnTo>
                      <a:lnTo>
                        <a:pt x="125272" y="101798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5168265" y="17154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中文深度优化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465570" y="1731645"/>
                <a:ext cx="15410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。分隔 · MiniLM 多语言嵌入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4838700" y="2019300"/>
              <a:ext cx="3200400" cy="361950"/>
              <a:chOff x="4838700" y="2019300"/>
              <a:chExt cx="3200400" cy="3619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4838700" y="2019300"/>
                <a:ext cx="3200400" cy="361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87" name="Group 87"/>
              <p:cNvGrpSpPr/>
              <p:nvPr/>
            </p:nvGrpSpPr>
            <p:grpSpPr>
              <a:xfrm>
                <a:off x="4949089" y="2129578"/>
                <a:ext cx="140237" cy="140348"/>
                <a:chOff x="4949089" y="2129578"/>
                <a:chExt cx="140237" cy="140348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4949089" y="2129578"/>
                  <a:ext cx="128852" cy="122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52" h="122741">
                      <a:moveTo>
                        <a:pt x="128852" y="97961"/>
                      </a:moveTo>
                      <a:cubicBezTo>
                        <a:pt x="124231" y="107813"/>
                        <a:pt x="117196" y="116336"/>
                        <a:pt x="108399" y="122741"/>
                      </a:cubicBezTo>
                      <a:lnTo>
                        <a:pt x="102130" y="116466"/>
                      </a:lnTo>
                      <a:cubicBezTo>
                        <a:pt x="101458" y="115792"/>
                        <a:pt x="100619" y="115308"/>
                        <a:pt x="99699" y="115066"/>
                      </a:cubicBezTo>
                      <a:lnTo>
                        <a:pt x="85320" y="111275"/>
                      </a:lnTo>
                      <a:cubicBezTo>
                        <a:pt x="82681" y="110581"/>
                        <a:pt x="80985" y="108015"/>
                        <a:pt x="81382" y="105315"/>
                      </a:cubicBezTo>
                      <a:lnTo>
                        <a:pt x="82976" y="94465"/>
                      </a:lnTo>
                      <a:cubicBezTo>
                        <a:pt x="83250" y="92604"/>
                        <a:pt x="84480" y="91023"/>
                        <a:pt x="86217" y="90300"/>
                      </a:cubicBezTo>
                      <a:lnTo>
                        <a:pt x="106617" y="81821"/>
                      </a:lnTo>
                      <a:cubicBezTo>
                        <a:pt x="108541" y="81022"/>
                        <a:pt x="110754" y="81412"/>
                        <a:pt x="112290" y="82819"/>
                      </a:cubicBezTo>
                      <a:close/>
                      <a:moveTo>
                        <a:pt x="91944" y="55293"/>
                      </a:moveTo>
                      <a:lnTo>
                        <a:pt x="106791" y="38014"/>
                      </a:lnTo>
                      <a:cubicBezTo>
                        <a:pt x="107626" y="37045"/>
                        <a:pt x="108087" y="35810"/>
                        <a:pt x="108091" y="34531"/>
                      </a:cubicBezTo>
                      <a:lnTo>
                        <a:pt x="108091" y="18458"/>
                      </a:lnTo>
                      <a:cubicBezTo>
                        <a:pt x="82427" y="0"/>
                        <a:pt x="47153" y="2937"/>
                        <a:pt x="24895" y="25385"/>
                      </a:cubicBezTo>
                      <a:cubicBezTo>
                        <a:pt x="2637" y="47833"/>
                        <a:pt x="0" y="83131"/>
                        <a:pt x="18676" y="108637"/>
                      </a:cubicBezTo>
                      <a:lnTo>
                        <a:pt x="25319" y="104270"/>
                      </a:lnTo>
                      <a:cubicBezTo>
                        <a:pt x="26814" y="103283"/>
                        <a:pt x="27716" y="101614"/>
                        <a:pt x="27724" y="99823"/>
                      </a:cubicBezTo>
                      <a:lnTo>
                        <a:pt x="27864" y="75559"/>
                      </a:lnTo>
                      <a:cubicBezTo>
                        <a:pt x="27871" y="74507"/>
                        <a:pt x="28186" y="73481"/>
                        <a:pt x="28768" y="72605"/>
                      </a:cubicBezTo>
                      <a:lnTo>
                        <a:pt x="42792" y="51643"/>
                      </a:lnTo>
                      <a:cubicBezTo>
                        <a:pt x="43605" y="50437"/>
                        <a:pt x="44873" y="49613"/>
                        <a:pt x="46305" y="49360"/>
                      </a:cubicBezTo>
                      <a:cubicBezTo>
                        <a:pt x="47738" y="49108"/>
                        <a:pt x="49211" y="49448"/>
                        <a:pt x="50387" y="50304"/>
                      </a:cubicBezTo>
                      <a:lnTo>
                        <a:pt x="63654" y="59010"/>
                      </a:lnTo>
                      <a:cubicBezTo>
                        <a:pt x="64772" y="59815"/>
                        <a:pt x="66154" y="60162"/>
                        <a:pt x="67519" y="59981"/>
                      </a:cubicBezTo>
                      <a:lnTo>
                        <a:pt x="88588" y="57128"/>
                      </a:lnTo>
                      <a:cubicBezTo>
                        <a:pt x="89894" y="56950"/>
                        <a:pt x="91089" y="56297"/>
                        <a:pt x="91944" y="5529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4950023" y="2130623"/>
                  <a:ext cx="139303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03" h="139303">
                      <a:moveTo>
                        <a:pt x="69652" y="0"/>
                      </a:moveTo>
                      <a:cubicBezTo>
                        <a:pt x="31184" y="0"/>
                        <a:pt x="0" y="31184"/>
                        <a:pt x="0" y="69652"/>
                      </a:cubicBezTo>
                      <a:cubicBezTo>
                        <a:pt x="0" y="108119"/>
                        <a:pt x="31184" y="139303"/>
                        <a:pt x="69652" y="139303"/>
                      </a:cubicBezTo>
                      <a:cubicBezTo>
                        <a:pt x="108119" y="139303"/>
                        <a:pt x="139303" y="108119"/>
                        <a:pt x="139303" y="69652"/>
                      </a:cubicBezTo>
                      <a:cubicBezTo>
                        <a:pt x="139263" y="31201"/>
                        <a:pt x="108102" y="41"/>
                        <a:pt x="69652" y="0"/>
                      </a:cubicBezTo>
                      <a:close/>
                      <a:moveTo>
                        <a:pt x="69652" y="10716"/>
                      </a:moveTo>
                      <a:cubicBezTo>
                        <a:pt x="81070" y="10703"/>
                        <a:pt x="92243" y="14028"/>
                        <a:pt x="101798" y="20279"/>
                      </a:cubicBezTo>
                      <a:lnTo>
                        <a:pt x="101798" y="33486"/>
                      </a:lnTo>
                      <a:lnTo>
                        <a:pt x="86951" y="50725"/>
                      </a:lnTo>
                      <a:lnTo>
                        <a:pt x="65874" y="53578"/>
                      </a:lnTo>
                      <a:lnTo>
                        <a:pt x="65667" y="53431"/>
                      </a:lnTo>
                      <a:lnTo>
                        <a:pt x="52493" y="44818"/>
                      </a:lnTo>
                      <a:cubicBezTo>
                        <a:pt x="50134" y="43156"/>
                        <a:pt x="47203" y="42516"/>
                        <a:pt x="44366" y="43043"/>
                      </a:cubicBezTo>
                      <a:cubicBezTo>
                        <a:pt x="41528" y="43570"/>
                        <a:pt x="39023" y="45219"/>
                        <a:pt x="37418" y="47618"/>
                      </a:cubicBezTo>
                      <a:lnTo>
                        <a:pt x="23394" y="68580"/>
                      </a:lnTo>
                      <a:cubicBezTo>
                        <a:pt x="22225" y="70327"/>
                        <a:pt x="21596" y="72379"/>
                        <a:pt x="21585" y="74480"/>
                      </a:cubicBezTo>
                      <a:lnTo>
                        <a:pt x="21431" y="98744"/>
                      </a:lnTo>
                      <a:lnTo>
                        <a:pt x="19241" y="100184"/>
                      </a:lnTo>
                      <a:cubicBezTo>
                        <a:pt x="8218" y="81985"/>
                        <a:pt x="7860" y="59258"/>
                        <a:pt x="18305" y="40721"/>
                      </a:cubicBezTo>
                      <a:cubicBezTo>
                        <a:pt x="28749" y="22184"/>
                        <a:pt x="48375" y="10716"/>
                        <a:pt x="69652" y="10716"/>
                      </a:cubicBezTo>
                      <a:close/>
                      <a:moveTo>
                        <a:pt x="25644" y="108810"/>
                      </a:moveTo>
                      <a:lnTo>
                        <a:pt x="27332" y="107705"/>
                      </a:lnTo>
                      <a:cubicBezTo>
                        <a:pt x="30325" y="105731"/>
                        <a:pt x="32132" y="102390"/>
                        <a:pt x="32147" y="98805"/>
                      </a:cubicBezTo>
                      <a:lnTo>
                        <a:pt x="32288" y="74541"/>
                      </a:lnTo>
                      <a:lnTo>
                        <a:pt x="46325" y="53578"/>
                      </a:lnTo>
                      <a:cubicBezTo>
                        <a:pt x="46394" y="53631"/>
                        <a:pt x="46465" y="53680"/>
                        <a:pt x="46539" y="53725"/>
                      </a:cubicBezTo>
                      <a:lnTo>
                        <a:pt x="59713" y="62345"/>
                      </a:lnTo>
                      <a:cubicBezTo>
                        <a:pt x="61921" y="63903"/>
                        <a:pt x="64637" y="64566"/>
                        <a:pt x="67314" y="64200"/>
                      </a:cubicBezTo>
                      <a:lnTo>
                        <a:pt x="88404" y="61340"/>
                      </a:lnTo>
                      <a:cubicBezTo>
                        <a:pt x="91005" y="60993"/>
                        <a:pt x="93388" y="59704"/>
                        <a:pt x="95101" y="57717"/>
                      </a:cubicBezTo>
                      <a:lnTo>
                        <a:pt x="109949" y="40465"/>
                      </a:lnTo>
                      <a:cubicBezTo>
                        <a:pt x="111609" y="38519"/>
                        <a:pt x="112519" y="36044"/>
                        <a:pt x="112514" y="33486"/>
                      </a:cubicBezTo>
                      <a:lnTo>
                        <a:pt x="112514" y="29247"/>
                      </a:lnTo>
                      <a:cubicBezTo>
                        <a:pt x="127275" y="44863"/>
                        <a:pt x="132350" y="67283"/>
                        <a:pt x="125755" y="87734"/>
                      </a:cubicBezTo>
                      <a:lnTo>
                        <a:pt x="114945" y="77849"/>
                      </a:lnTo>
                      <a:cubicBezTo>
                        <a:pt x="111877" y="75033"/>
                        <a:pt x="107456" y="74249"/>
                        <a:pt x="103607" y="75840"/>
                      </a:cubicBezTo>
                      <a:lnTo>
                        <a:pt x="83207" y="84312"/>
                      </a:lnTo>
                      <a:cubicBezTo>
                        <a:pt x="79738" y="85768"/>
                        <a:pt x="77280" y="88929"/>
                        <a:pt x="76724" y="92650"/>
                      </a:cubicBezTo>
                      <a:lnTo>
                        <a:pt x="75123" y="103493"/>
                      </a:lnTo>
                      <a:cubicBezTo>
                        <a:pt x="74327" y="108897"/>
                        <a:pt x="77722" y="114035"/>
                        <a:pt x="83006" y="115421"/>
                      </a:cubicBezTo>
                      <a:lnTo>
                        <a:pt x="97378" y="119211"/>
                      </a:lnTo>
                      <a:lnTo>
                        <a:pt x="98959" y="120799"/>
                      </a:lnTo>
                      <a:cubicBezTo>
                        <a:pt x="74767" y="134679"/>
                        <a:pt x="44155" y="129673"/>
                        <a:pt x="25644" y="108810"/>
                      </a:cubicBezTo>
                      <a:close/>
                      <a:moveTo>
                        <a:pt x="107826" y="114523"/>
                      </a:moveTo>
                      <a:lnTo>
                        <a:pt x="104946" y="111637"/>
                      </a:lnTo>
                      <a:cubicBezTo>
                        <a:pt x="103603" y="110288"/>
                        <a:pt x="101925" y="109322"/>
                        <a:pt x="100084" y="108837"/>
                      </a:cubicBezTo>
                      <a:lnTo>
                        <a:pt x="85725" y="105047"/>
                      </a:lnTo>
                      <a:lnTo>
                        <a:pt x="87326" y="94204"/>
                      </a:lnTo>
                      <a:lnTo>
                        <a:pt x="107719" y="85725"/>
                      </a:lnTo>
                      <a:lnTo>
                        <a:pt x="121221" y="98102"/>
                      </a:lnTo>
                      <a:cubicBezTo>
                        <a:pt x="117779" y="104336"/>
                        <a:pt x="113242" y="109899"/>
                        <a:pt x="107826" y="114523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5168265" y="21345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智能回退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179820" y="2150745"/>
                <a:ext cx="1817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→ DuckDuckGo 联网回退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4838700" y="2438400"/>
              <a:ext cx="3200400" cy="361950"/>
              <a:chOff x="4838700" y="2438400"/>
              <a:chExt cx="3200400" cy="36195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4838700" y="2438400"/>
                <a:ext cx="32004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94" name="Group 94"/>
              <p:cNvGrpSpPr/>
              <p:nvPr/>
            </p:nvGrpSpPr>
            <p:grpSpPr>
              <a:xfrm>
                <a:off x="4960440" y="2538535"/>
                <a:ext cx="118432" cy="161680"/>
                <a:chOff x="4960440" y="2538535"/>
                <a:chExt cx="118432" cy="161680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4966097" y="2544366"/>
                  <a:ext cx="107156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150019">
                      <a:moveTo>
                        <a:pt x="32147" y="150019"/>
                      </a:moveTo>
                      <a:lnTo>
                        <a:pt x="42862" y="96441"/>
                      </a:lnTo>
                      <a:lnTo>
                        <a:pt x="0" y="80367"/>
                      </a:lnTo>
                      <a:lnTo>
                        <a:pt x="75009" y="0"/>
                      </a:lnTo>
                      <a:lnTo>
                        <a:pt x="64294" y="53578"/>
                      </a:lnTo>
                      <a:lnTo>
                        <a:pt x="107156" y="69652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4960440" y="2538535"/>
                  <a:ext cx="118432" cy="16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32" h="161680">
                      <a:moveTo>
                        <a:pt x="118030" y="74257"/>
                      </a:moveTo>
                      <a:cubicBezTo>
                        <a:pt x="117618" y="72513"/>
                        <a:pt x="116361" y="71090"/>
                        <a:pt x="114681" y="70466"/>
                      </a:cubicBezTo>
                      <a:lnTo>
                        <a:pt x="76098" y="55993"/>
                      </a:lnTo>
                      <a:lnTo>
                        <a:pt x="85916" y="6882"/>
                      </a:lnTo>
                      <a:cubicBezTo>
                        <a:pt x="86373" y="4538"/>
                        <a:pt x="85223" y="2175"/>
                        <a:pt x="83097" y="1087"/>
                      </a:cubicBezTo>
                      <a:cubicBezTo>
                        <a:pt x="80970" y="0"/>
                        <a:pt x="78381" y="451"/>
                        <a:pt x="76748" y="2194"/>
                      </a:cubicBezTo>
                      <a:lnTo>
                        <a:pt x="1739" y="82561"/>
                      </a:lnTo>
                      <a:cubicBezTo>
                        <a:pt x="501" y="83865"/>
                        <a:pt x="0" y="85703"/>
                        <a:pt x="404" y="87454"/>
                      </a:cubicBezTo>
                      <a:cubicBezTo>
                        <a:pt x="808" y="89206"/>
                        <a:pt x="2064" y="90638"/>
                        <a:pt x="3748" y="91268"/>
                      </a:cubicBezTo>
                      <a:lnTo>
                        <a:pt x="42344" y="105741"/>
                      </a:lnTo>
                      <a:lnTo>
                        <a:pt x="32553" y="154798"/>
                      </a:lnTo>
                      <a:cubicBezTo>
                        <a:pt x="32096" y="157142"/>
                        <a:pt x="33246" y="159506"/>
                        <a:pt x="35372" y="160593"/>
                      </a:cubicBezTo>
                      <a:cubicBezTo>
                        <a:pt x="37499" y="161680"/>
                        <a:pt x="40088" y="161229"/>
                        <a:pt x="41721" y="159486"/>
                      </a:cubicBezTo>
                      <a:lnTo>
                        <a:pt x="116731" y="79119"/>
                      </a:lnTo>
                      <a:cubicBezTo>
                        <a:pt x="117945" y="77815"/>
                        <a:pt x="118432" y="75993"/>
                        <a:pt x="118030" y="74257"/>
                      </a:cubicBezTo>
                      <a:close/>
                      <a:moveTo>
                        <a:pt x="46758" y="138437"/>
                      </a:moveTo>
                      <a:lnTo>
                        <a:pt x="53770" y="103356"/>
                      </a:lnTo>
                      <a:cubicBezTo>
                        <a:pt x="54288" y="100787"/>
                        <a:pt x="52871" y="98220"/>
                        <a:pt x="50421" y="97289"/>
                      </a:cubicBezTo>
                      <a:lnTo>
                        <a:pt x="15033" y="83995"/>
                      </a:lnTo>
                      <a:lnTo>
                        <a:pt x="71705" y="23277"/>
                      </a:lnTo>
                      <a:lnTo>
                        <a:pt x="64700" y="58357"/>
                      </a:lnTo>
                      <a:cubicBezTo>
                        <a:pt x="64181" y="60927"/>
                        <a:pt x="65598" y="63494"/>
                        <a:pt x="68048" y="64425"/>
                      </a:cubicBezTo>
                      <a:lnTo>
                        <a:pt x="103410" y="77686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5168265" y="25536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流式响应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6179820" y="2569845"/>
                <a:ext cx="15350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LangGraph values 实时输出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4838700" y="2857500"/>
              <a:ext cx="3200400" cy="361950"/>
              <a:chOff x="4838700" y="2857500"/>
              <a:chExt cx="3200400" cy="361950"/>
            </a:xfrm>
          </p:grpSpPr>
          <p:sp>
            <p:nvSpPr>
              <p:cNvPr id="98" name="Rectangle 98"/>
              <p:cNvSpPr/>
              <p:nvPr/>
            </p:nvSpPr>
            <p:spPr>
              <a:xfrm>
                <a:off x="4838700" y="2857500"/>
                <a:ext cx="3200400" cy="361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01" name="Group 101"/>
              <p:cNvGrpSpPr/>
              <p:nvPr/>
            </p:nvGrpSpPr>
            <p:grpSpPr>
              <a:xfrm>
                <a:off x="4955381" y="2979539"/>
                <a:ext cx="128588" cy="134128"/>
                <a:chOff x="4955381" y="2979539"/>
                <a:chExt cx="128588" cy="134128"/>
              </a:xfrm>
            </p:grpSpPr>
            <p:sp>
              <p:nvSpPr>
                <p:cNvPr id="99" name="Freeform 99"/>
                <p:cNvSpPr/>
                <p:nvPr/>
              </p:nvSpPr>
              <p:spPr>
                <a:xfrm>
                  <a:off x="4960739" y="2984897"/>
                  <a:ext cx="117872" cy="12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72" h="123310">
                      <a:moveTo>
                        <a:pt x="117872" y="5358"/>
                      </a:moveTo>
                      <a:lnTo>
                        <a:pt x="117872" y="44718"/>
                      </a:lnTo>
                      <a:cubicBezTo>
                        <a:pt x="117872" y="101095"/>
                        <a:pt x="70114" y="119774"/>
                        <a:pt x="60583" y="122942"/>
                      </a:cubicBezTo>
                      <a:cubicBezTo>
                        <a:pt x="59516" y="123310"/>
                        <a:pt x="58356" y="123310"/>
                        <a:pt x="57288" y="122942"/>
                      </a:cubicBezTo>
                      <a:cubicBezTo>
                        <a:pt x="47758" y="119787"/>
                        <a:pt x="0" y="101129"/>
                        <a:pt x="0" y="44731"/>
                      </a:cubicBezTo>
                      <a:lnTo>
                        <a:pt x="0" y="5358"/>
                      </a:lnTo>
                      <a:cubicBezTo>
                        <a:pt x="0" y="2399"/>
                        <a:pt x="2399" y="0"/>
                        <a:pt x="5358" y="0"/>
                      </a:cubicBezTo>
                      <a:lnTo>
                        <a:pt x="112514" y="0"/>
                      </a:lnTo>
                      <a:cubicBezTo>
                        <a:pt x="115473" y="0"/>
                        <a:pt x="117872" y="2399"/>
                        <a:pt x="117872" y="535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0" name="Freeform 100"/>
                <p:cNvSpPr/>
                <p:nvPr/>
              </p:nvSpPr>
              <p:spPr>
                <a:xfrm>
                  <a:off x="4955381" y="2979539"/>
                  <a:ext cx="128588" cy="134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34128">
                      <a:moveTo>
                        <a:pt x="117872" y="0"/>
                      </a:moveTo>
                      <a:lnTo>
                        <a:pt x="10716" y="0"/>
                      </a:lnTo>
                      <a:cubicBezTo>
                        <a:pt x="4798" y="0"/>
                        <a:pt x="0" y="4798"/>
                        <a:pt x="0" y="10716"/>
                      </a:cubicBezTo>
                      <a:lnTo>
                        <a:pt x="0" y="50082"/>
                      </a:lnTo>
                      <a:cubicBezTo>
                        <a:pt x="0" y="110096"/>
                        <a:pt x="50779" y="130007"/>
                        <a:pt x="60945" y="133389"/>
                      </a:cubicBezTo>
                      <a:cubicBezTo>
                        <a:pt x="63116" y="134128"/>
                        <a:pt x="65471" y="134128"/>
                        <a:pt x="67642" y="133389"/>
                      </a:cubicBezTo>
                      <a:cubicBezTo>
                        <a:pt x="77822" y="130007"/>
                        <a:pt x="128588" y="110096"/>
                        <a:pt x="128588" y="50082"/>
                      </a:cubicBezTo>
                      <a:lnTo>
                        <a:pt x="128588" y="10716"/>
                      </a:lnTo>
                      <a:cubicBezTo>
                        <a:pt x="128588" y="4798"/>
                        <a:pt x="123790" y="0"/>
                        <a:pt x="117872" y="0"/>
                      </a:cubicBezTo>
                      <a:close/>
                      <a:moveTo>
                        <a:pt x="117872" y="50089"/>
                      </a:moveTo>
                      <a:cubicBezTo>
                        <a:pt x="117872" y="102609"/>
                        <a:pt x="73436" y="120156"/>
                        <a:pt x="64294" y="123210"/>
                      </a:cubicBezTo>
                      <a:cubicBezTo>
                        <a:pt x="55232" y="120189"/>
                        <a:pt x="10716" y="102656"/>
                        <a:pt x="10716" y="50089"/>
                      </a:cubicBezTo>
                      <a:lnTo>
                        <a:pt x="10716" y="10716"/>
                      </a:lnTo>
                      <a:lnTo>
                        <a:pt x="117872" y="10716"/>
                      </a:lnTo>
                      <a:close/>
                      <a:moveTo>
                        <a:pt x="33714" y="68084"/>
                      </a:moveTo>
                      <a:cubicBezTo>
                        <a:pt x="31621" y="65991"/>
                        <a:pt x="31621" y="62597"/>
                        <a:pt x="33714" y="60503"/>
                      </a:cubicBezTo>
                      <a:cubicBezTo>
                        <a:pt x="35808" y="58410"/>
                        <a:pt x="39202" y="58410"/>
                        <a:pt x="41295" y="60503"/>
                      </a:cubicBezTo>
                      <a:lnTo>
                        <a:pt x="53578" y="72786"/>
                      </a:lnTo>
                      <a:lnTo>
                        <a:pt x="87292" y="39072"/>
                      </a:lnTo>
                      <a:cubicBezTo>
                        <a:pt x="89386" y="36978"/>
                        <a:pt x="92780" y="36978"/>
                        <a:pt x="94873" y="39072"/>
                      </a:cubicBezTo>
                      <a:cubicBezTo>
                        <a:pt x="96967" y="41165"/>
                        <a:pt x="96967" y="44560"/>
                        <a:pt x="94873" y="46653"/>
                      </a:cubicBezTo>
                      <a:lnTo>
                        <a:pt x="57369" y="84158"/>
                      </a:lnTo>
                      <a:cubicBezTo>
                        <a:pt x="56364" y="85164"/>
                        <a:pt x="55000" y="85729"/>
                        <a:pt x="53578" y="85729"/>
                      </a:cubicBezTo>
                      <a:cubicBezTo>
                        <a:pt x="52156" y="85729"/>
                        <a:pt x="50792" y="85164"/>
                        <a:pt x="49787" y="84158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102" name="TextBox 102"/>
              <p:cNvSpPr txBox="1"/>
              <p:nvPr/>
            </p:nvSpPr>
            <p:spPr>
              <a:xfrm>
                <a:off x="5168265" y="29727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去重 + 持久化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6351270" y="2988945"/>
                <a:ext cx="1301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name+size · ChromaDB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4838700" y="3276600"/>
              <a:ext cx="3200400" cy="304800"/>
              <a:chOff x="4838700" y="3276600"/>
              <a:chExt cx="3200400" cy="304800"/>
            </a:xfrm>
          </p:grpSpPr>
          <p:sp>
            <p:nvSpPr>
              <p:cNvPr id="105" name="Rectangle 105"/>
              <p:cNvSpPr/>
              <p:nvPr/>
            </p:nvSpPr>
            <p:spPr>
              <a:xfrm>
                <a:off x="4838700" y="3276600"/>
                <a:ext cx="3200400" cy="304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08" name="Group 108"/>
              <p:cNvGrpSpPr/>
              <p:nvPr/>
            </p:nvGrpSpPr>
            <p:grpSpPr>
              <a:xfrm>
                <a:off x="4950023" y="3368873"/>
                <a:ext cx="139303" cy="139303"/>
                <a:chOff x="4950023" y="3368873"/>
                <a:chExt cx="139303" cy="139303"/>
              </a:xfrm>
            </p:grpSpPr>
            <p:sp>
              <p:nvSpPr>
                <p:cNvPr id="106" name="Freeform 106"/>
                <p:cNvSpPr/>
                <p:nvPr/>
              </p:nvSpPr>
              <p:spPr>
                <a:xfrm>
                  <a:off x="4955381" y="337423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128588" y="64294"/>
                      </a:moveTo>
                      <a:cubicBezTo>
                        <a:pt x="128588" y="99802"/>
                        <a:pt x="99802" y="128588"/>
                        <a:pt x="64294" y="128588"/>
                      </a:cubicBezTo>
                      <a:cubicBezTo>
                        <a:pt x="28785" y="128588"/>
                        <a:pt x="0" y="99802"/>
                        <a:pt x="0" y="64294"/>
                      </a:cubicBezTo>
                      <a:cubicBezTo>
                        <a:pt x="0" y="28785"/>
                        <a:pt x="28785" y="0"/>
                        <a:pt x="64294" y="0"/>
                      </a:cubicBezTo>
                      <a:cubicBezTo>
                        <a:pt x="99802" y="0"/>
                        <a:pt x="128588" y="28785"/>
                        <a:pt x="128588" y="64294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7" name="Freeform 107"/>
                <p:cNvSpPr/>
                <p:nvPr/>
              </p:nvSpPr>
              <p:spPr>
                <a:xfrm>
                  <a:off x="4950023" y="3368873"/>
                  <a:ext cx="139303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03" h="139303">
                      <a:moveTo>
                        <a:pt x="100231" y="49787"/>
                      </a:moveTo>
                      <a:cubicBezTo>
                        <a:pt x="101237" y="50792"/>
                        <a:pt x="101803" y="52156"/>
                        <a:pt x="101803" y="53578"/>
                      </a:cubicBezTo>
                      <a:cubicBezTo>
                        <a:pt x="101803" y="55000"/>
                        <a:pt x="101237" y="56364"/>
                        <a:pt x="100231" y="57369"/>
                      </a:cubicBezTo>
                      <a:lnTo>
                        <a:pt x="62727" y="94873"/>
                      </a:lnTo>
                      <a:cubicBezTo>
                        <a:pt x="61722" y="95880"/>
                        <a:pt x="60358" y="96445"/>
                        <a:pt x="58936" y="96445"/>
                      </a:cubicBezTo>
                      <a:cubicBezTo>
                        <a:pt x="57514" y="96445"/>
                        <a:pt x="56150" y="95880"/>
                        <a:pt x="55145" y="94873"/>
                      </a:cubicBezTo>
                      <a:lnTo>
                        <a:pt x="39072" y="78800"/>
                      </a:lnTo>
                      <a:cubicBezTo>
                        <a:pt x="36978" y="76707"/>
                        <a:pt x="36978" y="73312"/>
                        <a:pt x="39072" y="71219"/>
                      </a:cubicBezTo>
                      <a:cubicBezTo>
                        <a:pt x="41165" y="69125"/>
                        <a:pt x="44560" y="69125"/>
                        <a:pt x="46653" y="71219"/>
                      </a:cubicBezTo>
                      <a:lnTo>
                        <a:pt x="58936" y="83508"/>
                      </a:lnTo>
                      <a:lnTo>
                        <a:pt x="92650" y="49787"/>
                      </a:lnTo>
                      <a:cubicBezTo>
                        <a:pt x="93655" y="48781"/>
                        <a:pt x="95019" y="48216"/>
                        <a:pt x="96441" y="48216"/>
                      </a:cubicBezTo>
                      <a:cubicBezTo>
                        <a:pt x="97863" y="48216"/>
                        <a:pt x="99226" y="48781"/>
                        <a:pt x="100231" y="49787"/>
                      </a:cubicBezTo>
                      <a:close/>
                      <a:moveTo>
                        <a:pt x="139303" y="69652"/>
                      </a:moveTo>
                      <a:cubicBezTo>
                        <a:pt x="139303" y="108119"/>
                        <a:pt x="108119" y="139303"/>
                        <a:pt x="69652" y="139303"/>
                      </a:cubicBezTo>
                      <a:cubicBezTo>
                        <a:pt x="31184" y="139303"/>
                        <a:pt x="0" y="108119"/>
                        <a:pt x="0" y="69652"/>
                      </a:cubicBezTo>
                      <a:cubicBezTo>
                        <a:pt x="0" y="31184"/>
                        <a:pt x="31184" y="0"/>
                        <a:pt x="69652" y="0"/>
                      </a:cubicBezTo>
                      <a:cubicBezTo>
                        <a:pt x="108102" y="41"/>
                        <a:pt x="139263" y="31201"/>
                        <a:pt x="139303" y="69652"/>
                      </a:cubicBezTo>
                      <a:close/>
                      <a:moveTo>
                        <a:pt x="128588" y="69652"/>
                      </a:moveTo>
                      <a:cubicBezTo>
                        <a:pt x="128588" y="37102"/>
                        <a:pt x="102201" y="10716"/>
                        <a:pt x="69652" y="10716"/>
                      </a:cubicBezTo>
                      <a:cubicBezTo>
                        <a:pt x="37102" y="10716"/>
                        <a:pt x="10716" y="37102"/>
                        <a:pt x="10716" y="69652"/>
                      </a:cubicBezTo>
                      <a:cubicBezTo>
                        <a:pt x="10716" y="102201"/>
                        <a:pt x="37102" y="128588"/>
                        <a:pt x="69652" y="128588"/>
                      </a:cubicBezTo>
                      <a:cubicBezTo>
                        <a:pt x="102186" y="128551"/>
                        <a:pt x="128551" y="102186"/>
                        <a:pt x="128588" y="6965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09" name="TextBox 109"/>
              <p:cNvSpPr txBox="1"/>
              <p:nvPr/>
            </p:nvSpPr>
            <p:spPr>
              <a:xfrm>
                <a:off x="5168265" y="336327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可溯源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6179820" y="3379470"/>
                <a:ext cx="14990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 · 页码 · 检索原文</a:t>
                </a:r>
              </a:p>
            </p:txBody>
          </p:sp>
        </p:grpSp>
      </p:grpSp>
      <p:grpSp>
        <p:nvGrpSpPr>
          <p:cNvPr id="146" name="Group 146"/>
          <p:cNvGrpSpPr/>
          <p:nvPr/>
        </p:nvGrpSpPr>
        <p:grpSpPr>
          <a:xfrm>
            <a:off x="8305800" y="781050"/>
            <a:ext cx="3124200" cy="2857500"/>
            <a:chOff x="8305800" y="781050"/>
            <a:chExt cx="3124200" cy="2857500"/>
          </a:xfrm>
        </p:grpSpPr>
        <p:sp>
          <p:nvSpPr>
            <p:cNvPr id="113" name="Rectangle 113"/>
            <p:cNvSpPr/>
            <p:nvPr/>
          </p:nvSpPr>
          <p:spPr>
            <a:xfrm>
              <a:off x="8305800" y="781050"/>
              <a:ext cx="31242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8305800" y="781050"/>
              <a:ext cx="3124200" cy="3048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226061" y="867728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相对于 Dify 的优势</a:t>
              </a:r>
            </a:p>
          </p:txBody>
        </p:sp>
        <p:grpSp>
          <p:nvGrpSpPr>
            <p:cNvPr id="120" name="Group 120"/>
            <p:cNvGrpSpPr/>
            <p:nvPr/>
          </p:nvGrpSpPr>
          <p:grpSpPr>
            <a:xfrm>
              <a:off x="8439150" y="1181100"/>
              <a:ext cx="2857500" cy="373856"/>
              <a:chOff x="8439150" y="1181100"/>
              <a:chExt cx="2857500" cy="373856"/>
            </a:xfrm>
          </p:grpSpPr>
          <p:sp>
            <p:nvSpPr>
              <p:cNvPr id="116" name="Rectangle 116"/>
              <p:cNvSpPr/>
              <p:nvPr/>
            </p:nvSpPr>
            <p:spPr>
              <a:xfrm>
                <a:off x="8439150" y="1181100"/>
                <a:ext cx="2857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7" name="Rectangle 117"/>
              <p:cNvSpPr/>
              <p:nvPr/>
            </p:nvSpPr>
            <p:spPr>
              <a:xfrm>
                <a:off x="8439150" y="1181100"/>
                <a:ext cx="28575" cy="3429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8541068" y="12282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极简部署</a:t>
                </a:r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8542972" y="1387316"/>
                <a:ext cx="21387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一条 pip install · Dify 需 Docker + 多容器</a:t>
                </a: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8439150" y="1581150"/>
              <a:ext cx="2857500" cy="373856"/>
              <a:chOff x="8439150" y="1581150"/>
              <a:chExt cx="2857500" cy="373856"/>
            </a:xfrm>
          </p:grpSpPr>
          <p:sp>
            <p:nvSpPr>
              <p:cNvPr id="121" name="Rectangle 121"/>
              <p:cNvSpPr/>
              <p:nvPr/>
            </p:nvSpPr>
            <p:spPr>
              <a:xfrm>
                <a:off x="8439150" y="1581150"/>
                <a:ext cx="2857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8439150" y="1581150"/>
                <a:ext cx="28575" cy="3429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8541068" y="162829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中文原生支持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8542972" y="1787366"/>
                <a:ext cx="16051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。感知分块 · Dify 默认英文分割</a:t>
                </a: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8439150" y="1981200"/>
              <a:ext cx="2857500" cy="373856"/>
              <a:chOff x="8439150" y="1981200"/>
              <a:chExt cx="2857500" cy="373856"/>
            </a:xfrm>
          </p:grpSpPr>
          <p:sp>
            <p:nvSpPr>
              <p:cNvPr id="126" name="Rectangle 126"/>
              <p:cNvSpPr/>
              <p:nvPr/>
            </p:nvSpPr>
            <p:spPr>
              <a:xfrm>
                <a:off x="8439150" y="1981200"/>
                <a:ext cx="2857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27" name="Rectangle 127"/>
              <p:cNvSpPr/>
              <p:nvPr/>
            </p:nvSpPr>
            <p:spPr>
              <a:xfrm>
                <a:off x="8439150" y="1981200"/>
                <a:ext cx="28575" cy="3429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8541068" y="202834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零外部依赖</a:t>
                </a: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8542972" y="2187416"/>
                <a:ext cx="22817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仅需 Python · Dify 需 PG + Redis + Weaviate</a:t>
                </a: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8439150" y="2381250"/>
              <a:ext cx="2857500" cy="373856"/>
              <a:chOff x="8439150" y="2381250"/>
              <a:chExt cx="2857500" cy="373856"/>
            </a:xfrm>
          </p:grpSpPr>
          <p:sp>
            <p:nvSpPr>
              <p:cNvPr id="131" name="Rectangle 131"/>
              <p:cNvSpPr/>
              <p:nvPr/>
            </p:nvSpPr>
            <p:spPr>
              <a:xfrm>
                <a:off x="8439150" y="2381250"/>
                <a:ext cx="2857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8439150" y="2381250"/>
                <a:ext cx="28575" cy="3429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8541068" y="2428399"/>
                <a:ext cx="5640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CPU 友好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8542972" y="2587466"/>
                <a:ext cx="19021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MiniLM 本地 CPU · Dify 推荐 GPU 推理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8439150" y="2781300"/>
              <a:ext cx="2857500" cy="373856"/>
              <a:chOff x="8439150" y="2781300"/>
              <a:chExt cx="2857500" cy="373856"/>
            </a:xfrm>
          </p:grpSpPr>
          <p:sp>
            <p:nvSpPr>
              <p:cNvPr id="136" name="Rectangle 136"/>
              <p:cNvSpPr/>
              <p:nvPr/>
            </p:nvSpPr>
            <p:spPr>
              <a:xfrm>
                <a:off x="8439150" y="2781300"/>
                <a:ext cx="2857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37" name="Rectangle 137"/>
              <p:cNvSpPr/>
              <p:nvPr/>
            </p:nvSpPr>
            <p:spPr>
              <a:xfrm>
                <a:off x="8439150" y="2781300"/>
                <a:ext cx="28575" cy="3429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8541068" y="282844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代码完全可控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8542972" y="2987516"/>
                <a:ext cx="166016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~500 行核心代码 · Dify 庞大架构</a:t>
                </a: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8439150" y="3181350"/>
              <a:ext cx="2857500" cy="373856"/>
              <a:chOff x="8439150" y="3181350"/>
              <a:chExt cx="2857500" cy="373856"/>
            </a:xfrm>
          </p:grpSpPr>
          <p:sp>
            <p:nvSpPr>
              <p:cNvPr id="141" name="Rectangle 141"/>
              <p:cNvSpPr/>
              <p:nvPr/>
            </p:nvSpPr>
            <p:spPr>
              <a:xfrm>
                <a:off x="8439150" y="3181350"/>
                <a:ext cx="2857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8439150" y="3181350"/>
                <a:ext cx="28575" cy="3429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8541068" y="322849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联网回退内置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8542972" y="3387566"/>
                <a:ext cx="18031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DuckDuckGo 免费 · Dify 需额外插件</a:t>
                </a:r>
              </a:p>
            </p:txBody>
          </p:sp>
        </p:grpSp>
      </p:grpSp>
      <p:grpSp>
        <p:nvGrpSpPr>
          <p:cNvPr id="176" name="Group 176"/>
          <p:cNvGrpSpPr/>
          <p:nvPr/>
        </p:nvGrpSpPr>
        <p:grpSpPr>
          <a:xfrm>
            <a:off x="762000" y="3771900"/>
            <a:ext cx="10668000" cy="2571750"/>
            <a:chOff x="762000" y="3771900"/>
            <a:chExt cx="10668000" cy="2571750"/>
          </a:xfrm>
        </p:grpSpPr>
        <p:sp>
          <p:nvSpPr>
            <p:cNvPr id="147" name="Rectangle 147"/>
            <p:cNvSpPr/>
            <p:nvPr/>
          </p:nvSpPr>
          <p:spPr>
            <a:xfrm>
              <a:off x="762000" y="3771900"/>
              <a:ext cx="106680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762000" y="3771900"/>
              <a:ext cx="10668000" cy="342900"/>
            </a:xfrm>
            <a:prstGeom prst="rect">
              <a:avLst/>
            </a:prstGeom>
            <a:solidFill>
              <a:srgbClr val="1A1D2E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1788128" y="3887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对比维度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5290637" y="38871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本项目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8532501" y="3887152"/>
              <a:ext cx="6514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6B9D"/>
                  </a:solidFill>
                  <a:latin typeface="Arial"/>
                  <a:ea typeface="Microsoft YaHei"/>
                  <a:cs typeface="Arial"/>
                </a:rPr>
                <a:t>Dify 平台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762000" y="4114800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1788128" y="4220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部署方式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4588625" y="4220528"/>
              <a:ext cx="18717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pip install + streamlit run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010686" y="4220528"/>
              <a:ext cx="3695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Docker Compose（PostgreSQL + Redis + Weaviate + …）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762000" y="4457700"/>
              <a:ext cx="10668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1788128" y="45634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中文分块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4265184" y="4563428"/>
              <a:ext cx="2518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RecursiveTextSplitter · 。感知分隔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7724775" y="456342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默认英文分隔符（\n\n, \n, 空格）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762000" y="4800600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788128" y="49063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硬件需求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4783424" y="4906328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仅需 CPU · 内存 &lt; 2GB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032814" y="4906328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推荐 GPU · 内存建议 8GB+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762000" y="5143500"/>
              <a:ext cx="10668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1714619" y="52492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代码复杂度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4886337" y="5249228"/>
              <a:ext cx="12763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~500 行 · 4 个模块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8134326" y="5249228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数十万行 · 微服务架构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762000" y="5486400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1788128" y="55921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联网搜索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4559221" y="5592128"/>
              <a:ext cx="19305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DuckDuckGo 内置 · 免费使用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8008310" y="5592128"/>
              <a:ext cx="16998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需额外配置 API Key 或插件</a:t>
              </a:r>
            </a:p>
          </p:txBody>
        </p:sp>
        <p:sp>
          <p:nvSpPr>
            <p:cNvPr id="172" name="Rectangle 172"/>
            <p:cNvSpPr/>
            <p:nvPr/>
          </p:nvSpPr>
          <p:spPr>
            <a:xfrm>
              <a:off x="762000" y="5829300"/>
              <a:ext cx="10668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3" name="TextBox 173"/>
            <p:cNvSpPr txBox="1"/>
            <p:nvPr/>
          </p:nvSpPr>
          <p:spPr>
            <a:xfrm>
              <a:off x="1788128" y="59350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定制难度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4691538" y="5935028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直接修改源码 · 即改即用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980307" y="5935028"/>
              <a:ext cx="1755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需理解 Dify DSL + 插件体系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762000" y="6496050"/>
            <a:ext cx="10668000" cy="264319"/>
            <a:chOff x="762000" y="6496050"/>
            <a:chExt cx="10668000" cy="264319"/>
          </a:xfrm>
        </p:grpSpPr>
        <p:sp>
          <p:nvSpPr>
            <p:cNvPr id="177" name="Rectangle 177"/>
            <p:cNvSpPr/>
            <p:nvPr/>
          </p:nvSpPr>
          <p:spPr>
            <a:xfrm>
              <a:off x="762000" y="6496050"/>
              <a:ext cx="10668000" cy="2476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2881967" y="6562249"/>
              <a:ext cx="64280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核心优势：轻量 · 中文原生 · CPU 友好 · 零外部依赖 · 代码可控 — 适合中小企业/个人快速搭建知识库问答系统</a:t>
              </a:r>
            </a:p>
          </p:txBody>
        </p:sp>
      </p:grpSp>
      <p:sp>
        <p:nvSpPr>
          <p:cNvPr id="180" name="TextBox 180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112" grpId="0"/>
      <p:bldP spid="146" grpId="0"/>
      <p:bldP spid="176" grpId="0"/>
      <p:bldP spid="1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03835"/>
            <a:ext cx="3646361" cy="548640"/>
            <a:chOff x="762000" y="203835"/>
            <a:chExt cx="3646361" cy="548640"/>
          </a:xfrm>
        </p:grpSpPr>
        <p:sp>
          <p:nvSpPr>
            <p:cNvPr id="3" name="Rectangle 3"/>
            <p:cNvSpPr/>
            <p:nvPr/>
          </p:nvSpPr>
          <p:spPr>
            <a:xfrm>
              <a:off x="762000" y="285750"/>
              <a:ext cx="38100" cy="2476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03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69595"/>
              <a:ext cx="3467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904875"/>
            <a:ext cx="10668000" cy="1619250"/>
            <a:chOff x="762000" y="904875"/>
            <a:chExt cx="10668000" cy="1619250"/>
          </a:xfrm>
        </p:grpSpPr>
        <p:sp>
          <p:nvSpPr>
            <p:cNvPr id="7" name="Rectangle 7"/>
            <p:cNvSpPr/>
            <p:nvPr/>
          </p:nvSpPr>
          <p:spPr>
            <a:xfrm>
              <a:off x="762000" y="904875"/>
              <a:ext cx="10668000" cy="1619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904875"/>
              <a:ext cx="47625" cy="1619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9048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992981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0820" y="1017270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 — 用户交互界面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00745" y="1575792"/>
              <a:ext cx="170259" cy="157162"/>
              <a:chOff x="1200745" y="1575792"/>
              <a:chExt cx="170259" cy="1571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07294" y="1582341"/>
                <a:ext cx="157162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130">
                    <a:moveTo>
                      <a:pt x="157162" y="13097"/>
                    </a:moveTo>
                    <a:lnTo>
                      <a:pt x="157162" y="85130"/>
                    </a:lnTo>
                    <a:lnTo>
                      <a:pt x="0" y="85130"/>
                    </a:ln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144066" y="0"/>
                    </a:lnTo>
                    <a:cubicBezTo>
                      <a:pt x="151299" y="0"/>
                      <a:pt x="157162" y="5864"/>
                      <a:pt x="157162" y="1309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0745" y="1575792"/>
                <a:ext cx="17025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57162">
                    <a:moveTo>
                      <a:pt x="150614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78581" y="130969"/>
                    </a:lnTo>
                    <a:lnTo>
                      <a:pt x="78581" y="144066"/>
                    </a:lnTo>
                    <a:lnTo>
                      <a:pt x="58936" y="144066"/>
                    </a:lnTo>
                    <a:cubicBezTo>
                      <a:pt x="55319" y="144066"/>
                      <a:pt x="52388" y="146997"/>
                      <a:pt x="52388" y="150614"/>
                    </a:cubicBezTo>
                    <a:cubicBezTo>
                      <a:pt x="52388" y="154231"/>
                      <a:pt x="55319" y="157162"/>
                      <a:pt x="58936" y="157162"/>
                    </a:cubicBezTo>
                    <a:lnTo>
                      <a:pt x="111323" y="157162"/>
                    </a:lnTo>
                    <a:cubicBezTo>
                      <a:pt x="114940" y="157162"/>
                      <a:pt x="117872" y="154231"/>
                      <a:pt x="117872" y="150614"/>
                    </a:cubicBezTo>
                    <a:cubicBezTo>
                      <a:pt x="117872" y="146997"/>
                      <a:pt x="114940" y="144066"/>
                      <a:pt x="111323" y="144066"/>
                    </a:cubicBezTo>
                    <a:lnTo>
                      <a:pt x="91678" y="144066"/>
                    </a:lnTo>
                    <a:lnTo>
                      <a:pt x="91678" y="130969"/>
                    </a:lnTo>
                    <a:lnTo>
                      <a:pt x="150614" y="130969"/>
                    </a:lnTo>
                    <a:cubicBezTo>
                      <a:pt x="161464" y="130969"/>
                      <a:pt x="170259" y="122173"/>
                      <a:pt x="170259" y="111323"/>
                    </a:cubicBezTo>
                    <a:lnTo>
                      <a:pt x="170259" y="19645"/>
                    </a:lnTo>
                    <a:cubicBezTo>
                      <a:pt x="170259" y="8796"/>
                      <a:pt x="161464" y="0"/>
                      <a:pt x="150614" y="0"/>
                    </a:cubicBezTo>
                    <a:close/>
                    <a:moveTo>
                      <a:pt x="19645" y="13097"/>
                    </a:moveTo>
                    <a:lnTo>
                      <a:pt x="150614" y="13097"/>
                    </a:lnTo>
                    <a:cubicBezTo>
                      <a:pt x="154231" y="13097"/>
                      <a:pt x="157162" y="16029"/>
                      <a:pt x="157162" y="19645"/>
                    </a:cubicBezTo>
                    <a:lnTo>
                      <a:pt x="157162" y="85130"/>
                    </a:lnTo>
                    <a:lnTo>
                      <a:pt x="13097" y="85130"/>
                    </a:lnTo>
                    <a:lnTo>
                      <a:pt x="13097" y="19645"/>
                    </a:lnTo>
                    <a:cubicBezTo>
                      <a:pt x="13097" y="16029"/>
                      <a:pt x="16029" y="13097"/>
                      <a:pt x="19645" y="13097"/>
                    </a:cubicBezTo>
                    <a:close/>
                    <a:moveTo>
                      <a:pt x="150614" y="117872"/>
                    </a:moveTo>
                    <a:lnTo>
                      <a:pt x="19645" y="117872"/>
                    </a:lnTo>
                    <a:cubicBezTo>
                      <a:pt x="16029" y="117872"/>
                      <a:pt x="13097" y="114940"/>
                      <a:pt x="13097" y="111323"/>
                    </a:cubicBezTo>
                    <a:lnTo>
                      <a:pt x="13097" y="98227"/>
                    </a:lnTo>
                    <a:lnTo>
                      <a:pt x="157162" y="98227"/>
                    </a:lnTo>
                    <a:lnTo>
                      <a:pt x="157162" y="111323"/>
                    </a:lnTo>
                    <a:cubicBezTo>
                      <a:pt x="157162" y="114940"/>
                      <a:pt x="154231" y="117872"/>
                      <a:pt x="150614" y="11787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0660" y="154686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界面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5711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侧边栏设置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422" y="1739741"/>
              <a:ext cx="26667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st.file_uploader + st.chat_message + st.sidebar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38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377786" y="1581352"/>
              <a:ext cx="197518" cy="145325"/>
              <a:chOff x="5377786" y="1581352"/>
              <a:chExt cx="197518" cy="145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8294" y="1588889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11323" y="72033"/>
                    </a:moveTo>
                    <a:cubicBezTo>
                      <a:pt x="111323" y="90116"/>
                      <a:pt x="96664" y="104775"/>
                      <a:pt x="78581" y="104775"/>
                    </a:cubicBezTo>
                    <a:cubicBezTo>
                      <a:pt x="60498" y="104775"/>
                      <a:pt x="45839" y="90116"/>
                      <a:pt x="45839" y="72033"/>
                    </a:cubicBezTo>
                    <a:cubicBezTo>
                      <a:pt x="45839" y="53950"/>
                      <a:pt x="60498" y="39291"/>
                      <a:pt x="78581" y="39291"/>
                    </a:cubicBezTo>
                    <a:cubicBezTo>
                      <a:pt x="96664" y="39291"/>
                      <a:pt x="111323" y="53950"/>
                      <a:pt x="111323" y="72033"/>
                    </a:cubicBezTo>
                    <a:close/>
                    <a:moveTo>
                      <a:pt x="26194" y="0"/>
                    </a:move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lose/>
                    <a:moveTo>
                      <a:pt x="130969" y="0"/>
                    </a:moveTo>
                    <a:cubicBezTo>
                      <a:pt x="116502" y="0"/>
                      <a:pt x="104775" y="11727"/>
                      <a:pt x="104775" y="26194"/>
                    </a:cubicBezTo>
                    <a:cubicBezTo>
                      <a:pt x="104775" y="40660"/>
                      <a:pt x="116502" y="52388"/>
                      <a:pt x="130969" y="52388"/>
                    </a:cubicBezTo>
                    <a:cubicBezTo>
                      <a:pt x="145435" y="52388"/>
                      <a:pt x="157162" y="40660"/>
                      <a:pt x="157162" y="26194"/>
                    </a:cubicBezTo>
                    <a:cubicBezTo>
                      <a:pt x="157162" y="11727"/>
                      <a:pt x="145435" y="0"/>
                      <a:pt x="130969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7786" y="1581352"/>
                <a:ext cx="197518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97518" h="145325">
                    <a:moveTo>
                      <a:pt x="194696" y="84808"/>
                    </a:moveTo>
                    <a:cubicBezTo>
                      <a:pt x="191803" y="86978"/>
                      <a:pt x="187698" y="86392"/>
                      <a:pt x="185528" y="83499"/>
                    </a:cubicBezTo>
                    <a:cubicBezTo>
                      <a:pt x="177524" y="72740"/>
                      <a:pt x="164886" y="66421"/>
                      <a:pt x="151477" y="66473"/>
                    </a:cubicBezTo>
                    <a:cubicBezTo>
                      <a:pt x="147860" y="66473"/>
                      <a:pt x="144928" y="63541"/>
                      <a:pt x="144928" y="59924"/>
                    </a:cubicBezTo>
                    <a:cubicBezTo>
                      <a:pt x="144928" y="56308"/>
                      <a:pt x="147860" y="53376"/>
                      <a:pt x="151477" y="53376"/>
                    </a:cubicBezTo>
                    <a:cubicBezTo>
                      <a:pt x="161685" y="53375"/>
                      <a:pt x="170192" y="45555"/>
                      <a:pt x="171051" y="35382"/>
                    </a:cubicBezTo>
                    <a:cubicBezTo>
                      <a:pt x="171909" y="25209"/>
                      <a:pt x="164832" y="16075"/>
                      <a:pt x="154768" y="14363"/>
                    </a:cubicBezTo>
                    <a:cubicBezTo>
                      <a:pt x="144704" y="12652"/>
                      <a:pt x="135006" y="18935"/>
                      <a:pt x="132453" y="28819"/>
                    </a:cubicBezTo>
                    <a:cubicBezTo>
                      <a:pt x="131549" y="32323"/>
                      <a:pt x="127976" y="34430"/>
                      <a:pt x="124472" y="33526"/>
                    </a:cubicBezTo>
                    <a:cubicBezTo>
                      <a:pt x="120969" y="32622"/>
                      <a:pt x="118862" y="29049"/>
                      <a:pt x="119766" y="25545"/>
                    </a:cubicBezTo>
                    <a:cubicBezTo>
                      <a:pt x="123263" y="12013"/>
                      <a:pt x="134964" y="2193"/>
                      <a:pt x="148898" y="1096"/>
                    </a:cubicBezTo>
                    <a:cubicBezTo>
                      <a:pt x="162832" y="0"/>
                      <a:pt x="175925" y="7869"/>
                      <a:pt x="181496" y="20688"/>
                    </a:cubicBezTo>
                    <a:cubicBezTo>
                      <a:pt x="187066" y="33506"/>
                      <a:pt x="183886" y="48448"/>
                      <a:pt x="173578" y="57886"/>
                    </a:cubicBezTo>
                    <a:cubicBezTo>
                      <a:pt x="182482" y="61742"/>
                      <a:pt x="190223" y="67860"/>
                      <a:pt x="196031" y="75632"/>
                    </a:cubicBezTo>
                    <a:cubicBezTo>
                      <a:pt x="197073" y="77025"/>
                      <a:pt x="197518" y="78776"/>
                      <a:pt x="197267" y="80497"/>
                    </a:cubicBezTo>
                    <a:cubicBezTo>
                      <a:pt x="197017" y="82219"/>
                      <a:pt x="196092" y="83770"/>
                      <a:pt x="194696" y="84808"/>
                    </a:cubicBezTo>
                    <a:close/>
                    <a:moveTo>
                      <a:pt x="150593" y="135231"/>
                    </a:moveTo>
                    <a:cubicBezTo>
                      <a:pt x="151837" y="137261"/>
                      <a:pt x="151882" y="139806"/>
                      <a:pt x="150711" y="141878"/>
                    </a:cubicBezTo>
                    <a:cubicBezTo>
                      <a:pt x="149539" y="143950"/>
                      <a:pt x="147335" y="145224"/>
                      <a:pt x="144954" y="145203"/>
                    </a:cubicBezTo>
                    <a:cubicBezTo>
                      <a:pt x="142574" y="145183"/>
                      <a:pt x="140392" y="143872"/>
                      <a:pt x="139256" y="141780"/>
                    </a:cubicBezTo>
                    <a:cubicBezTo>
                      <a:pt x="130862" y="127572"/>
                      <a:pt x="115587" y="118855"/>
                      <a:pt x="99085" y="118855"/>
                    </a:cubicBezTo>
                    <a:cubicBezTo>
                      <a:pt x="82583" y="118855"/>
                      <a:pt x="67308" y="127572"/>
                      <a:pt x="58914" y="141780"/>
                    </a:cubicBezTo>
                    <a:cubicBezTo>
                      <a:pt x="57799" y="143911"/>
                      <a:pt x="55606" y="145260"/>
                      <a:pt x="53201" y="145292"/>
                    </a:cubicBezTo>
                    <a:cubicBezTo>
                      <a:pt x="50795" y="145325"/>
                      <a:pt x="48566" y="144036"/>
                      <a:pt x="47394" y="141936"/>
                    </a:cubicBezTo>
                    <a:cubicBezTo>
                      <a:pt x="46222" y="139835"/>
                      <a:pt x="46295" y="137261"/>
                      <a:pt x="47586" y="135231"/>
                    </a:cubicBezTo>
                    <a:cubicBezTo>
                      <a:pt x="53934" y="124323"/>
                      <a:pt x="63615" y="115739"/>
                      <a:pt x="75204" y="110740"/>
                    </a:cubicBezTo>
                    <a:cubicBezTo>
                      <a:pt x="61833" y="100503"/>
                      <a:pt x="56472" y="82883"/>
                      <a:pt x="61877" y="66934"/>
                    </a:cubicBezTo>
                    <a:cubicBezTo>
                      <a:pt x="67281" y="50984"/>
                      <a:pt x="82249" y="40253"/>
                      <a:pt x="99089" y="40253"/>
                    </a:cubicBezTo>
                    <a:cubicBezTo>
                      <a:pt x="115929" y="40253"/>
                      <a:pt x="130897" y="50984"/>
                      <a:pt x="136301" y="66934"/>
                    </a:cubicBezTo>
                    <a:cubicBezTo>
                      <a:pt x="141706" y="82883"/>
                      <a:pt x="136346" y="100503"/>
                      <a:pt x="122975" y="110740"/>
                    </a:cubicBezTo>
                    <a:cubicBezTo>
                      <a:pt x="134564" y="115739"/>
                      <a:pt x="144244" y="124323"/>
                      <a:pt x="150593" y="135231"/>
                    </a:cubicBezTo>
                    <a:close/>
                    <a:moveTo>
                      <a:pt x="99089" y="105763"/>
                    </a:moveTo>
                    <a:cubicBezTo>
                      <a:pt x="113556" y="105763"/>
                      <a:pt x="125283" y="94036"/>
                      <a:pt x="125283" y="79570"/>
                    </a:cubicBezTo>
                    <a:cubicBezTo>
                      <a:pt x="125283" y="65103"/>
                      <a:pt x="113556" y="53376"/>
                      <a:pt x="99089" y="53376"/>
                    </a:cubicBezTo>
                    <a:cubicBezTo>
                      <a:pt x="84623" y="53376"/>
                      <a:pt x="72895" y="65103"/>
                      <a:pt x="72895" y="79570"/>
                    </a:cubicBezTo>
                    <a:cubicBezTo>
                      <a:pt x="72895" y="94036"/>
                      <a:pt x="84623" y="105763"/>
                      <a:pt x="99089" y="105763"/>
                    </a:cubicBezTo>
                    <a:close/>
                    <a:moveTo>
                      <a:pt x="53250" y="59924"/>
                    </a:moveTo>
                    <a:cubicBezTo>
                      <a:pt x="53250" y="56308"/>
                      <a:pt x="50318" y="53376"/>
                      <a:pt x="46702" y="53376"/>
                    </a:cubicBezTo>
                    <a:cubicBezTo>
                      <a:pt x="36493" y="53375"/>
                      <a:pt x="27986" y="45555"/>
                      <a:pt x="27128" y="35382"/>
                    </a:cubicBezTo>
                    <a:cubicBezTo>
                      <a:pt x="26269" y="25209"/>
                      <a:pt x="33346" y="16075"/>
                      <a:pt x="43410" y="14363"/>
                    </a:cubicBezTo>
                    <a:cubicBezTo>
                      <a:pt x="53475" y="12652"/>
                      <a:pt x="63173" y="18935"/>
                      <a:pt x="65725" y="28819"/>
                    </a:cubicBezTo>
                    <a:cubicBezTo>
                      <a:pt x="66629" y="32323"/>
                      <a:pt x="70202" y="34430"/>
                      <a:pt x="73706" y="33526"/>
                    </a:cubicBezTo>
                    <a:cubicBezTo>
                      <a:pt x="77209" y="32622"/>
                      <a:pt x="79317" y="29049"/>
                      <a:pt x="78412" y="25545"/>
                    </a:cubicBezTo>
                    <a:cubicBezTo>
                      <a:pt x="74915" y="12013"/>
                      <a:pt x="63214" y="2193"/>
                      <a:pt x="49280" y="1096"/>
                    </a:cubicBezTo>
                    <a:cubicBezTo>
                      <a:pt x="35347" y="0"/>
                      <a:pt x="22253" y="7869"/>
                      <a:pt x="16683" y="20688"/>
                    </a:cubicBezTo>
                    <a:cubicBezTo>
                      <a:pt x="11112" y="33506"/>
                      <a:pt x="14292" y="48448"/>
                      <a:pt x="24601" y="57886"/>
                    </a:cubicBezTo>
                    <a:cubicBezTo>
                      <a:pt x="15705" y="61745"/>
                      <a:pt x="7973" y="67863"/>
                      <a:pt x="2172" y="75632"/>
                    </a:cubicBezTo>
                    <a:cubicBezTo>
                      <a:pt x="0" y="78526"/>
                      <a:pt x="585" y="82632"/>
                      <a:pt x="3478" y="84804"/>
                    </a:cubicBezTo>
                    <a:cubicBezTo>
                      <a:pt x="6371" y="86977"/>
                      <a:pt x="10478" y="86392"/>
                      <a:pt x="12650" y="83499"/>
                    </a:cubicBezTo>
                    <a:cubicBezTo>
                      <a:pt x="20654" y="72740"/>
                      <a:pt x="33292" y="66421"/>
                      <a:pt x="46702" y="66473"/>
                    </a:cubicBezTo>
                    <a:cubicBezTo>
                      <a:pt x="50318" y="66473"/>
                      <a:pt x="53250" y="63541"/>
                      <a:pt x="53250" y="59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661660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会话状态管理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618" y="15711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 · 文件去重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6422" y="173974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uploaded_files[name_size] 去重 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99906" y="2152406"/>
              <a:ext cx="171963" cy="171963"/>
              <a:chOff x="1199906" y="2152406"/>
              <a:chExt cx="171963" cy="1719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06786" y="2159270"/>
                <a:ext cx="158251" cy="158259"/>
              </a:xfrm>
              <a:custGeom>
                <a:avLst/>
                <a:gdLst/>
                <a:ahLst/>
                <a:cxnLst/>
                <a:rect l="l" t="t" r="r" b="b"/>
                <a:pathLst>
                  <a:path w="158251" h="158259">
                    <a:moveTo>
                      <a:pt x="144459" y="75160"/>
                    </a:moveTo>
                    <a:lnTo>
                      <a:pt x="158194" y="57970"/>
                    </a:lnTo>
                    <a:cubicBezTo>
                      <a:pt x="156341" y="51006"/>
                      <a:pt x="153569" y="44320"/>
                      <a:pt x="149951" y="38087"/>
                    </a:cubicBezTo>
                    <a:lnTo>
                      <a:pt x="128096" y="35632"/>
                    </a:lnTo>
                    <a:cubicBezTo>
                      <a:pt x="126350" y="33665"/>
                      <a:pt x="124488" y="31803"/>
                      <a:pt x="122521" y="30057"/>
                    </a:cubicBezTo>
                    <a:lnTo>
                      <a:pt x="120066" y="8194"/>
                    </a:lnTo>
                    <a:cubicBezTo>
                      <a:pt x="113827" y="4597"/>
                      <a:pt x="107138" y="1845"/>
                      <a:pt x="100175" y="8"/>
                    </a:cubicBezTo>
                    <a:lnTo>
                      <a:pt x="82985" y="13735"/>
                    </a:lnTo>
                    <a:cubicBezTo>
                      <a:pt x="80357" y="13580"/>
                      <a:pt x="77722" y="13580"/>
                      <a:pt x="75094" y="13735"/>
                    </a:cubicBezTo>
                    <a:lnTo>
                      <a:pt x="57905" y="0"/>
                    </a:lnTo>
                    <a:cubicBezTo>
                      <a:pt x="50963" y="1858"/>
                      <a:pt x="44299" y="4630"/>
                      <a:pt x="38087" y="8243"/>
                    </a:cubicBezTo>
                    <a:lnTo>
                      <a:pt x="35632" y="30098"/>
                    </a:lnTo>
                    <a:cubicBezTo>
                      <a:pt x="33665" y="31844"/>
                      <a:pt x="31803" y="33706"/>
                      <a:pt x="30057" y="35673"/>
                    </a:cubicBezTo>
                    <a:lnTo>
                      <a:pt x="8194" y="38128"/>
                    </a:lnTo>
                    <a:cubicBezTo>
                      <a:pt x="4597" y="44367"/>
                      <a:pt x="1845" y="51056"/>
                      <a:pt x="8" y="58019"/>
                    </a:cubicBezTo>
                    <a:lnTo>
                      <a:pt x="13735" y="75209"/>
                    </a:lnTo>
                    <a:cubicBezTo>
                      <a:pt x="13580" y="77837"/>
                      <a:pt x="13580" y="80472"/>
                      <a:pt x="13735" y="83100"/>
                    </a:cubicBezTo>
                    <a:lnTo>
                      <a:pt x="0" y="100289"/>
                    </a:lnTo>
                    <a:cubicBezTo>
                      <a:pt x="1853" y="107253"/>
                      <a:pt x="4625" y="113940"/>
                      <a:pt x="8243" y="120172"/>
                    </a:cubicBezTo>
                    <a:lnTo>
                      <a:pt x="30098" y="122628"/>
                    </a:lnTo>
                    <a:cubicBezTo>
                      <a:pt x="31844" y="124595"/>
                      <a:pt x="33706" y="126456"/>
                      <a:pt x="35673" y="128202"/>
                    </a:cubicBezTo>
                    <a:lnTo>
                      <a:pt x="38128" y="150066"/>
                    </a:lnTo>
                    <a:cubicBezTo>
                      <a:pt x="44367" y="153662"/>
                      <a:pt x="51056" y="156415"/>
                      <a:pt x="58019" y="158251"/>
                    </a:cubicBezTo>
                    <a:lnTo>
                      <a:pt x="75209" y="144524"/>
                    </a:lnTo>
                    <a:cubicBezTo>
                      <a:pt x="77837" y="144680"/>
                      <a:pt x="80472" y="144680"/>
                      <a:pt x="83100" y="144524"/>
                    </a:cubicBezTo>
                    <a:lnTo>
                      <a:pt x="100289" y="158259"/>
                    </a:lnTo>
                    <a:cubicBezTo>
                      <a:pt x="107253" y="156407"/>
                      <a:pt x="113940" y="153635"/>
                      <a:pt x="120172" y="150017"/>
                    </a:cubicBezTo>
                    <a:lnTo>
                      <a:pt x="122628" y="128161"/>
                    </a:lnTo>
                    <a:cubicBezTo>
                      <a:pt x="124595" y="126415"/>
                      <a:pt x="126456" y="124554"/>
                      <a:pt x="128202" y="122587"/>
                    </a:cubicBezTo>
                    <a:lnTo>
                      <a:pt x="150066" y="120131"/>
                    </a:lnTo>
                    <a:cubicBezTo>
                      <a:pt x="153662" y="113892"/>
                      <a:pt x="156415" y="107203"/>
                      <a:pt x="158251" y="100240"/>
                    </a:cubicBezTo>
                    <a:lnTo>
                      <a:pt x="144524" y="83051"/>
                    </a:lnTo>
                    <a:cubicBezTo>
                      <a:pt x="144658" y="80421"/>
                      <a:pt x="144636" y="77786"/>
                      <a:pt x="144459" y="75160"/>
                    </a:cubicBezTo>
                    <a:close/>
                    <a:moveTo>
                      <a:pt x="79089" y="111847"/>
                    </a:moveTo>
                    <a:cubicBezTo>
                      <a:pt x="61006" y="111847"/>
                      <a:pt x="46347" y="97188"/>
                      <a:pt x="46347" y="79105"/>
                    </a:cubicBezTo>
                    <a:cubicBezTo>
                      <a:pt x="46347" y="61022"/>
                      <a:pt x="61006" y="46363"/>
                      <a:pt x="79089" y="46363"/>
                    </a:cubicBezTo>
                    <a:cubicBezTo>
                      <a:pt x="97172" y="46363"/>
                      <a:pt x="111831" y="61022"/>
                      <a:pt x="111831" y="79105"/>
                    </a:cubicBezTo>
                    <a:cubicBezTo>
                      <a:pt x="111831" y="97188"/>
                      <a:pt x="97172" y="111847"/>
                      <a:pt x="79089" y="11184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9906" y="2152406"/>
                <a:ext cx="171963" cy="171963"/>
              </a:xfrm>
              <a:custGeom>
                <a:avLst/>
                <a:gdLst/>
                <a:ahLst/>
                <a:cxnLst/>
                <a:rect l="l" t="t" r="r" b="b"/>
                <a:pathLst>
                  <a:path w="171963" h="171963">
                    <a:moveTo>
                      <a:pt x="85969" y="46679"/>
                    </a:moveTo>
                    <a:cubicBezTo>
                      <a:pt x="64270" y="46679"/>
                      <a:pt x="46679" y="64270"/>
                      <a:pt x="46679" y="85969"/>
                    </a:cubicBezTo>
                    <a:cubicBezTo>
                      <a:pt x="46679" y="107669"/>
                      <a:pt x="64270" y="125260"/>
                      <a:pt x="85969" y="125260"/>
                    </a:cubicBezTo>
                    <a:cubicBezTo>
                      <a:pt x="107669" y="125260"/>
                      <a:pt x="125260" y="107669"/>
                      <a:pt x="125260" y="85969"/>
                    </a:cubicBezTo>
                    <a:cubicBezTo>
                      <a:pt x="125237" y="64279"/>
                      <a:pt x="107660" y="46701"/>
                      <a:pt x="85969" y="46679"/>
                    </a:cubicBezTo>
                    <a:close/>
                    <a:moveTo>
                      <a:pt x="85969" y="112163"/>
                    </a:moveTo>
                    <a:cubicBezTo>
                      <a:pt x="71503" y="112163"/>
                      <a:pt x="59776" y="100436"/>
                      <a:pt x="59776" y="85969"/>
                    </a:cubicBezTo>
                    <a:cubicBezTo>
                      <a:pt x="59776" y="71503"/>
                      <a:pt x="71503" y="59776"/>
                      <a:pt x="85969" y="59776"/>
                    </a:cubicBezTo>
                    <a:cubicBezTo>
                      <a:pt x="100436" y="59776"/>
                      <a:pt x="112163" y="71503"/>
                      <a:pt x="112163" y="85969"/>
                    </a:cubicBezTo>
                    <a:cubicBezTo>
                      <a:pt x="112163" y="100436"/>
                      <a:pt x="100436" y="112163"/>
                      <a:pt x="85969" y="112163"/>
                    </a:cubicBezTo>
                    <a:close/>
                    <a:moveTo>
                      <a:pt x="158002" y="87737"/>
                    </a:moveTo>
                    <a:cubicBezTo>
                      <a:pt x="158035" y="86559"/>
                      <a:pt x="158035" y="85380"/>
                      <a:pt x="158002" y="84201"/>
                    </a:cubicBezTo>
                    <a:lnTo>
                      <a:pt x="170215" y="68943"/>
                    </a:lnTo>
                    <a:cubicBezTo>
                      <a:pt x="171514" y="67319"/>
                      <a:pt x="171963" y="65174"/>
                      <a:pt x="171427" y="63164"/>
                    </a:cubicBezTo>
                    <a:cubicBezTo>
                      <a:pt x="169421" y="55640"/>
                      <a:pt x="166426" y="48415"/>
                      <a:pt x="162521" y="41677"/>
                    </a:cubicBezTo>
                    <a:cubicBezTo>
                      <a:pt x="161483" y="39890"/>
                      <a:pt x="159662" y="38698"/>
                      <a:pt x="157609" y="38460"/>
                    </a:cubicBezTo>
                    <a:lnTo>
                      <a:pt x="138193" y="36300"/>
                    </a:lnTo>
                    <a:cubicBezTo>
                      <a:pt x="137386" y="35448"/>
                      <a:pt x="136567" y="34630"/>
                      <a:pt x="135738" y="33844"/>
                    </a:cubicBezTo>
                    <a:lnTo>
                      <a:pt x="133446" y="14379"/>
                    </a:lnTo>
                    <a:cubicBezTo>
                      <a:pt x="133207" y="12324"/>
                      <a:pt x="132011" y="10503"/>
                      <a:pt x="130220" y="9467"/>
                    </a:cubicBezTo>
                    <a:cubicBezTo>
                      <a:pt x="123484" y="5565"/>
                      <a:pt x="116258" y="2575"/>
                      <a:pt x="108733" y="578"/>
                    </a:cubicBezTo>
                    <a:cubicBezTo>
                      <a:pt x="106724" y="41"/>
                      <a:pt x="104579" y="491"/>
                      <a:pt x="102954" y="1789"/>
                    </a:cubicBezTo>
                    <a:lnTo>
                      <a:pt x="87737" y="13937"/>
                    </a:lnTo>
                    <a:cubicBezTo>
                      <a:pt x="86559" y="13937"/>
                      <a:pt x="85380" y="13937"/>
                      <a:pt x="84201" y="13937"/>
                    </a:cubicBezTo>
                    <a:lnTo>
                      <a:pt x="68943" y="1748"/>
                    </a:lnTo>
                    <a:cubicBezTo>
                      <a:pt x="67319" y="450"/>
                      <a:pt x="65174" y="0"/>
                      <a:pt x="63164" y="537"/>
                    </a:cubicBezTo>
                    <a:cubicBezTo>
                      <a:pt x="55640" y="2543"/>
                      <a:pt x="48415" y="5537"/>
                      <a:pt x="41677" y="9443"/>
                    </a:cubicBezTo>
                    <a:cubicBezTo>
                      <a:pt x="39890" y="10480"/>
                      <a:pt x="38698" y="12301"/>
                      <a:pt x="38460" y="14354"/>
                    </a:cubicBezTo>
                    <a:lnTo>
                      <a:pt x="36300" y="33803"/>
                    </a:lnTo>
                    <a:cubicBezTo>
                      <a:pt x="35448" y="34616"/>
                      <a:pt x="34630" y="35435"/>
                      <a:pt x="33844" y="36259"/>
                    </a:cubicBezTo>
                    <a:lnTo>
                      <a:pt x="14379" y="38493"/>
                    </a:lnTo>
                    <a:cubicBezTo>
                      <a:pt x="12324" y="38732"/>
                      <a:pt x="10503" y="39928"/>
                      <a:pt x="9467" y="41718"/>
                    </a:cubicBezTo>
                    <a:cubicBezTo>
                      <a:pt x="5566" y="48456"/>
                      <a:pt x="2574" y="55682"/>
                      <a:pt x="570" y="63205"/>
                    </a:cubicBezTo>
                    <a:cubicBezTo>
                      <a:pt x="35" y="65216"/>
                      <a:pt x="488" y="67361"/>
                      <a:pt x="1789" y="68984"/>
                    </a:cubicBezTo>
                    <a:lnTo>
                      <a:pt x="13937" y="84201"/>
                    </a:lnTo>
                    <a:cubicBezTo>
                      <a:pt x="13937" y="85380"/>
                      <a:pt x="13937" y="86559"/>
                      <a:pt x="13937" y="87737"/>
                    </a:cubicBezTo>
                    <a:lnTo>
                      <a:pt x="1748" y="102995"/>
                    </a:lnTo>
                    <a:cubicBezTo>
                      <a:pt x="450" y="104620"/>
                      <a:pt x="0" y="106765"/>
                      <a:pt x="537" y="108774"/>
                    </a:cubicBezTo>
                    <a:cubicBezTo>
                      <a:pt x="2543" y="116299"/>
                      <a:pt x="5537" y="123524"/>
                      <a:pt x="9443" y="130261"/>
                    </a:cubicBezTo>
                    <a:cubicBezTo>
                      <a:pt x="10480" y="132049"/>
                      <a:pt x="12301" y="133241"/>
                      <a:pt x="14354" y="133478"/>
                    </a:cubicBezTo>
                    <a:lnTo>
                      <a:pt x="33770" y="135639"/>
                    </a:lnTo>
                    <a:cubicBezTo>
                      <a:pt x="34583" y="136491"/>
                      <a:pt x="35402" y="137309"/>
                      <a:pt x="36226" y="138095"/>
                    </a:cubicBezTo>
                    <a:lnTo>
                      <a:pt x="38493" y="157560"/>
                    </a:lnTo>
                    <a:cubicBezTo>
                      <a:pt x="38732" y="159615"/>
                      <a:pt x="39928" y="161436"/>
                      <a:pt x="41718" y="162472"/>
                    </a:cubicBezTo>
                    <a:cubicBezTo>
                      <a:pt x="48456" y="166373"/>
                      <a:pt x="55682" y="169365"/>
                      <a:pt x="63205" y="171369"/>
                    </a:cubicBezTo>
                    <a:cubicBezTo>
                      <a:pt x="65216" y="171904"/>
                      <a:pt x="67361" y="171451"/>
                      <a:pt x="68984" y="170150"/>
                    </a:cubicBezTo>
                    <a:lnTo>
                      <a:pt x="84201" y="158002"/>
                    </a:lnTo>
                    <a:cubicBezTo>
                      <a:pt x="85380" y="158035"/>
                      <a:pt x="86559" y="158035"/>
                      <a:pt x="87737" y="158002"/>
                    </a:cubicBezTo>
                    <a:lnTo>
                      <a:pt x="102995" y="170215"/>
                    </a:lnTo>
                    <a:cubicBezTo>
                      <a:pt x="104620" y="171514"/>
                      <a:pt x="106765" y="171963"/>
                      <a:pt x="108774" y="171427"/>
                    </a:cubicBezTo>
                    <a:cubicBezTo>
                      <a:pt x="116300" y="169424"/>
                      <a:pt x="123526" y="166429"/>
                      <a:pt x="130261" y="162521"/>
                    </a:cubicBezTo>
                    <a:cubicBezTo>
                      <a:pt x="132049" y="161483"/>
                      <a:pt x="133241" y="159662"/>
                      <a:pt x="133478" y="157609"/>
                    </a:cubicBezTo>
                    <a:lnTo>
                      <a:pt x="135639" y="138193"/>
                    </a:lnTo>
                    <a:cubicBezTo>
                      <a:pt x="136491" y="137386"/>
                      <a:pt x="137309" y="136567"/>
                      <a:pt x="138095" y="135738"/>
                    </a:cubicBezTo>
                    <a:lnTo>
                      <a:pt x="157560" y="133446"/>
                    </a:lnTo>
                    <a:cubicBezTo>
                      <a:pt x="159615" y="133207"/>
                      <a:pt x="161436" y="132011"/>
                      <a:pt x="162472" y="130220"/>
                    </a:cubicBezTo>
                    <a:cubicBezTo>
                      <a:pt x="166373" y="123482"/>
                      <a:pt x="169365" y="116257"/>
                      <a:pt x="171369" y="108733"/>
                    </a:cubicBezTo>
                    <a:cubicBezTo>
                      <a:pt x="171904" y="106723"/>
                      <a:pt x="171451" y="104578"/>
                      <a:pt x="170150" y="102954"/>
                    </a:cubicBezTo>
                    <a:close/>
                    <a:moveTo>
                      <a:pt x="144823" y="82417"/>
                    </a:moveTo>
                    <a:cubicBezTo>
                      <a:pt x="144963" y="84783"/>
                      <a:pt x="144963" y="87156"/>
                      <a:pt x="144823" y="89522"/>
                    </a:cubicBezTo>
                    <a:cubicBezTo>
                      <a:pt x="144726" y="91142"/>
                      <a:pt x="145234" y="92741"/>
                      <a:pt x="146248" y="94008"/>
                    </a:cubicBezTo>
                    <a:lnTo>
                      <a:pt x="157863" y="108521"/>
                    </a:lnTo>
                    <a:cubicBezTo>
                      <a:pt x="156530" y="112756"/>
                      <a:pt x="154824" y="116865"/>
                      <a:pt x="152763" y="120799"/>
                    </a:cubicBezTo>
                    <a:lnTo>
                      <a:pt x="134264" y="122894"/>
                    </a:lnTo>
                    <a:cubicBezTo>
                      <a:pt x="132653" y="123073"/>
                      <a:pt x="131166" y="123843"/>
                      <a:pt x="130089" y="125055"/>
                    </a:cubicBezTo>
                    <a:cubicBezTo>
                      <a:pt x="128514" y="126827"/>
                      <a:pt x="126836" y="128506"/>
                      <a:pt x="125064" y="130081"/>
                    </a:cubicBezTo>
                    <a:cubicBezTo>
                      <a:pt x="123851" y="131157"/>
                      <a:pt x="123081" y="132645"/>
                      <a:pt x="122903" y="134256"/>
                    </a:cubicBezTo>
                    <a:lnTo>
                      <a:pt x="120848" y="152739"/>
                    </a:lnTo>
                    <a:cubicBezTo>
                      <a:pt x="116915" y="154800"/>
                      <a:pt x="112806" y="156507"/>
                      <a:pt x="108570" y="157839"/>
                    </a:cubicBezTo>
                    <a:lnTo>
                      <a:pt x="94049" y="146223"/>
                    </a:lnTo>
                    <a:cubicBezTo>
                      <a:pt x="92887" y="145295"/>
                      <a:pt x="91443" y="144790"/>
                      <a:pt x="89956" y="144791"/>
                    </a:cubicBezTo>
                    <a:lnTo>
                      <a:pt x="89563" y="144791"/>
                    </a:lnTo>
                    <a:cubicBezTo>
                      <a:pt x="87197" y="144930"/>
                      <a:pt x="84824" y="144930"/>
                      <a:pt x="82458" y="144791"/>
                    </a:cubicBezTo>
                    <a:cubicBezTo>
                      <a:pt x="80838" y="144698"/>
                      <a:pt x="79241" y="145205"/>
                      <a:pt x="77972" y="146215"/>
                    </a:cubicBezTo>
                    <a:lnTo>
                      <a:pt x="63418" y="157839"/>
                    </a:lnTo>
                    <a:cubicBezTo>
                      <a:pt x="59182" y="156506"/>
                      <a:pt x="55074" y="154799"/>
                      <a:pt x="51140" y="152739"/>
                    </a:cubicBezTo>
                    <a:lnTo>
                      <a:pt x="49044" y="134264"/>
                    </a:lnTo>
                    <a:cubicBezTo>
                      <a:pt x="48866" y="132653"/>
                      <a:pt x="48096" y="131166"/>
                      <a:pt x="46883" y="130089"/>
                    </a:cubicBezTo>
                    <a:cubicBezTo>
                      <a:pt x="45111" y="128514"/>
                      <a:pt x="43433" y="126836"/>
                      <a:pt x="41857" y="125064"/>
                    </a:cubicBezTo>
                    <a:cubicBezTo>
                      <a:pt x="40781" y="123851"/>
                      <a:pt x="39294" y="123081"/>
                      <a:pt x="37683" y="122903"/>
                    </a:cubicBezTo>
                    <a:lnTo>
                      <a:pt x="19200" y="120840"/>
                    </a:lnTo>
                    <a:cubicBezTo>
                      <a:pt x="17139" y="116907"/>
                      <a:pt x="15432" y="112798"/>
                      <a:pt x="14100" y="108562"/>
                    </a:cubicBezTo>
                    <a:lnTo>
                      <a:pt x="25716" y="94040"/>
                    </a:lnTo>
                    <a:cubicBezTo>
                      <a:pt x="26730" y="92773"/>
                      <a:pt x="27237" y="91175"/>
                      <a:pt x="27140" y="89555"/>
                    </a:cubicBezTo>
                    <a:cubicBezTo>
                      <a:pt x="27001" y="87188"/>
                      <a:pt x="27001" y="84816"/>
                      <a:pt x="27140" y="82450"/>
                    </a:cubicBezTo>
                    <a:cubicBezTo>
                      <a:pt x="27237" y="80830"/>
                      <a:pt x="26730" y="79231"/>
                      <a:pt x="25716" y="77964"/>
                    </a:cubicBezTo>
                    <a:lnTo>
                      <a:pt x="14100" y="63418"/>
                    </a:lnTo>
                    <a:cubicBezTo>
                      <a:pt x="15433" y="59182"/>
                      <a:pt x="17140" y="55074"/>
                      <a:pt x="19200" y="51140"/>
                    </a:cubicBezTo>
                    <a:lnTo>
                      <a:pt x="37675" y="49044"/>
                    </a:lnTo>
                    <a:cubicBezTo>
                      <a:pt x="39286" y="48866"/>
                      <a:pt x="40773" y="48096"/>
                      <a:pt x="41849" y="46883"/>
                    </a:cubicBezTo>
                    <a:cubicBezTo>
                      <a:pt x="43425" y="45111"/>
                      <a:pt x="45103" y="43433"/>
                      <a:pt x="46875" y="41857"/>
                    </a:cubicBezTo>
                    <a:cubicBezTo>
                      <a:pt x="48092" y="40781"/>
                      <a:pt x="48865" y="39290"/>
                      <a:pt x="49044" y="37675"/>
                    </a:cubicBezTo>
                    <a:lnTo>
                      <a:pt x="51099" y="19200"/>
                    </a:lnTo>
                    <a:cubicBezTo>
                      <a:pt x="55032" y="17139"/>
                      <a:pt x="59141" y="15432"/>
                      <a:pt x="63377" y="14100"/>
                    </a:cubicBezTo>
                    <a:lnTo>
                      <a:pt x="77898" y="25716"/>
                    </a:lnTo>
                    <a:cubicBezTo>
                      <a:pt x="79166" y="26730"/>
                      <a:pt x="80764" y="27237"/>
                      <a:pt x="82384" y="27140"/>
                    </a:cubicBezTo>
                    <a:cubicBezTo>
                      <a:pt x="84750" y="27001"/>
                      <a:pt x="87123" y="27001"/>
                      <a:pt x="89489" y="27140"/>
                    </a:cubicBezTo>
                    <a:cubicBezTo>
                      <a:pt x="91109" y="27233"/>
                      <a:pt x="92706" y="26726"/>
                      <a:pt x="93975" y="25716"/>
                    </a:cubicBezTo>
                    <a:lnTo>
                      <a:pt x="108521" y="14100"/>
                    </a:lnTo>
                    <a:cubicBezTo>
                      <a:pt x="112756" y="15433"/>
                      <a:pt x="116865" y="17140"/>
                      <a:pt x="120799" y="19200"/>
                    </a:cubicBezTo>
                    <a:lnTo>
                      <a:pt x="122894" y="37675"/>
                    </a:lnTo>
                    <a:cubicBezTo>
                      <a:pt x="123073" y="39286"/>
                      <a:pt x="123843" y="40773"/>
                      <a:pt x="125055" y="41849"/>
                    </a:cubicBezTo>
                    <a:cubicBezTo>
                      <a:pt x="126827" y="43425"/>
                      <a:pt x="128506" y="45103"/>
                      <a:pt x="130081" y="46875"/>
                    </a:cubicBezTo>
                    <a:cubicBezTo>
                      <a:pt x="131157" y="48087"/>
                      <a:pt x="132645" y="48857"/>
                      <a:pt x="134256" y="49036"/>
                    </a:cubicBezTo>
                    <a:lnTo>
                      <a:pt x="152739" y="51091"/>
                    </a:lnTo>
                    <a:cubicBezTo>
                      <a:pt x="154800" y="55024"/>
                      <a:pt x="156507" y="59133"/>
                      <a:pt x="157839" y="63369"/>
                    </a:cubicBezTo>
                    <a:lnTo>
                      <a:pt x="146223" y="77890"/>
                    </a:lnTo>
                    <a:cubicBezTo>
                      <a:pt x="145199" y="79168"/>
                      <a:pt x="144691" y="80783"/>
                      <a:pt x="144799" y="8241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0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设置面板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4618" y="21521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Top-K 滑块 · 模型信息 · 清空按钮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38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387664" y="2153239"/>
              <a:ext cx="181328" cy="176930"/>
              <a:chOff x="5387664" y="2153239"/>
              <a:chExt cx="181328" cy="176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392308" y="2153251"/>
                <a:ext cx="163151" cy="167236"/>
              </a:xfrm>
              <a:custGeom>
                <a:avLst/>
                <a:gdLst/>
                <a:ahLst/>
                <a:cxnLst/>
                <a:rect l="l" t="t" r="r" b="b"/>
                <a:pathLst>
                  <a:path w="163151" h="167236">
                    <a:moveTo>
                      <a:pt x="163148" y="85124"/>
                    </a:moveTo>
                    <a:cubicBezTo>
                      <a:pt x="163151" y="113212"/>
                      <a:pt x="148163" y="139166"/>
                      <a:pt x="123833" y="153201"/>
                    </a:cubicBezTo>
                    <a:cubicBezTo>
                      <a:pt x="99503" y="167236"/>
                      <a:pt x="69532" y="167218"/>
                      <a:pt x="45219" y="153154"/>
                    </a:cubicBezTo>
                    <a:lnTo>
                      <a:pt x="45219" y="153154"/>
                    </a:lnTo>
                    <a:lnTo>
                      <a:pt x="14613" y="163361"/>
                    </a:lnTo>
                    <a:cubicBezTo>
                      <a:pt x="12260" y="164146"/>
                      <a:pt x="9665" y="163534"/>
                      <a:pt x="7911" y="161780"/>
                    </a:cubicBezTo>
                    <a:cubicBezTo>
                      <a:pt x="6157" y="160025"/>
                      <a:pt x="5544" y="157431"/>
                      <a:pt x="6329" y="155077"/>
                    </a:cubicBezTo>
                    <a:lnTo>
                      <a:pt x="16536" y="124472"/>
                    </a:lnTo>
                    <a:lnTo>
                      <a:pt x="16536" y="124472"/>
                    </a:lnTo>
                    <a:cubicBezTo>
                      <a:pt x="0" y="95869"/>
                      <a:pt x="3121" y="59977"/>
                      <a:pt x="24346" y="34658"/>
                    </a:cubicBezTo>
                    <a:cubicBezTo>
                      <a:pt x="45571" y="9339"/>
                      <a:pt x="80367" y="0"/>
                      <a:pt x="111418" y="11289"/>
                    </a:cubicBezTo>
                    <a:cubicBezTo>
                      <a:pt x="142468" y="22579"/>
                      <a:pt x="163141" y="52085"/>
                      <a:pt x="163148" y="8512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87664" y="2153239"/>
                <a:ext cx="181328" cy="176930"/>
              </a:xfrm>
              <a:custGeom>
                <a:avLst/>
                <a:gdLst/>
                <a:ahLst/>
                <a:cxnLst/>
                <a:rect l="l" t="t" r="r" b="b"/>
                <a:pathLst>
                  <a:path w="181328" h="176930">
                    <a:moveTo>
                      <a:pt x="89211" y="7"/>
                    </a:moveTo>
                    <a:cubicBezTo>
                      <a:pt x="59315" y="0"/>
                      <a:pt x="31606" y="15676"/>
                      <a:pt x="16214" y="41305"/>
                    </a:cubicBezTo>
                    <a:cubicBezTo>
                      <a:pt x="821" y="66934"/>
                      <a:pt x="0" y="98759"/>
                      <a:pt x="14051" y="125147"/>
                    </a:cubicBezTo>
                    <a:lnTo>
                      <a:pt x="4761" y="153019"/>
                    </a:lnTo>
                    <a:cubicBezTo>
                      <a:pt x="3191" y="157726"/>
                      <a:pt x="4416" y="162915"/>
                      <a:pt x="7924" y="166423"/>
                    </a:cubicBezTo>
                    <a:cubicBezTo>
                      <a:pt x="11432" y="169931"/>
                      <a:pt x="16622" y="171156"/>
                      <a:pt x="21328" y="169586"/>
                    </a:cubicBezTo>
                    <a:lnTo>
                      <a:pt x="49200" y="160296"/>
                    </a:lnTo>
                    <a:cubicBezTo>
                      <a:pt x="80474" y="176930"/>
                      <a:pt x="118781" y="172460"/>
                      <a:pt x="145384" y="149071"/>
                    </a:cubicBezTo>
                    <a:cubicBezTo>
                      <a:pt x="171988" y="125682"/>
                      <a:pt x="181328" y="88264"/>
                      <a:pt x="168837" y="55117"/>
                    </a:cubicBezTo>
                    <a:cubicBezTo>
                      <a:pt x="156346" y="21969"/>
                      <a:pt x="124634" y="21"/>
                      <a:pt x="89211" y="7"/>
                    </a:cubicBezTo>
                    <a:close/>
                    <a:moveTo>
                      <a:pt x="89211" y="157169"/>
                    </a:moveTo>
                    <a:cubicBezTo>
                      <a:pt x="76548" y="157178"/>
                      <a:pt x="64107" y="153843"/>
                      <a:pt x="53145" y="147502"/>
                    </a:cubicBezTo>
                    <a:cubicBezTo>
                      <a:pt x="52150" y="146925"/>
                      <a:pt x="51021" y="146620"/>
                      <a:pt x="49871" y="146618"/>
                    </a:cubicBezTo>
                    <a:cubicBezTo>
                      <a:pt x="49167" y="146618"/>
                      <a:pt x="48467" y="146734"/>
                      <a:pt x="47800" y="146962"/>
                    </a:cubicBezTo>
                    <a:lnTo>
                      <a:pt x="17178" y="157169"/>
                    </a:lnTo>
                    <a:lnTo>
                      <a:pt x="27385" y="126555"/>
                    </a:lnTo>
                    <a:cubicBezTo>
                      <a:pt x="27981" y="124776"/>
                      <a:pt x="27784" y="122826"/>
                      <a:pt x="26845" y="121202"/>
                    </a:cubicBezTo>
                    <a:cubicBezTo>
                      <a:pt x="10520" y="92976"/>
                      <a:pt x="15190" y="57304"/>
                      <a:pt x="38232" y="34234"/>
                    </a:cubicBezTo>
                    <a:cubicBezTo>
                      <a:pt x="61274" y="11163"/>
                      <a:pt x="96940" y="6447"/>
                      <a:pt x="125186" y="22737"/>
                    </a:cubicBezTo>
                    <a:cubicBezTo>
                      <a:pt x="153432" y="39027"/>
                      <a:pt x="167212" y="72259"/>
                      <a:pt x="158783" y="103757"/>
                    </a:cubicBezTo>
                    <a:cubicBezTo>
                      <a:pt x="150354" y="135256"/>
                      <a:pt x="121817" y="157164"/>
                      <a:pt x="89211" y="157169"/>
                    </a:cubicBezTo>
                    <a:close/>
                    <a:moveTo>
                      <a:pt x="99034" y="85136"/>
                    </a:moveTo>
                    <a:cubicBezTo>
                      <a:pt x="99034" y="90561"/>
                      <a:pt x="94636" y="94959"/>
                      <a:pt x="89211" y="94959"/>
                    </a:cubicBezTo>
                    <a:cubicBezTo>
                      <a:pt x="83786" y="94959"/>
                      <a:pt x="79388" y="90561"/>
                      <a:pt x="79388" y="85136"/>
                    </a:cubicBezTo>
                    <a:cubicBezTo>
                      <a:pt x="79388" y="79711"/>
                      <a:pt x="83786" y="75314"/>
                      <a:pt x="89211" y="75314"/>
                    </a:cubicBezTo>
                    <a:cubicBezTo>
                      <a:pt x="94636" y="75314"/>
                      <a:pt x="99034" y="79711"/>
                      <a:pt x="99034" y="85136"/>
                    </a:cubicBezTo>
                    <a:close/>
                    <a:moveTo>
                      <a:pt x="63017" y="85136"/>
                    </a:moveTo>
                    <a:cubicBezTo>
                      <a:pt x="63017" y="90561"/>
                      <a:pt x="58619" y="94959"/>
                      <a:pt x="53194" y="94959"/>
                    </a:cubicBezTo>
                    <a:cubicBezTo>
                      <a:pt x="47770" y="94959"/>
                      <a:pt x="43372" y="90561"/>
                      <a:pt x="43372" y="85136"/>
                    </a:cubicBezTo>
                    <a:cubicBezTo>
                      <a:pt x="43372" y="79711"/>
                      <a:pt x="47770" y="75314"/>
                      <a:pt x="53194" y="75314"/>
                    </a:cubicBezTo>
                    <a:cubicBezTo>
                      <a:pt x="58619" y="75314"/>
                      <a:pt x="63017" y="79711"/>
                      <a:pt x="63017" y="85136"/>
                    </a:cubicBezTo>
                    <a:close/>
                    <a:moveTo>
                      <a:pt x="135050" y="85136"/>
                    </a:moveTo>
                    <a:cubicBezTo>
                      <a:pt x="135050" y="90561"/>
                      <a:pt x="130652" y="94959"/>
                      <a:pt x="125227" y="94959"/>
                    </a:cubicBezTo>
                    <a:cubicBezTo>
                      <a:pt x="119802" y="94959"/>
                      <a:pt x="115405" y="90561"/>
                      <a:pt x="115405" y="85136"/>
                    </a:cubicBezTo>
                    <a:cubicBezTo>
                      <a:pt x="115405" y="79711"/>
                      <a:pt x="119802" y="75314"/>
                      <a:pt x="125227" y="75314"/>
                    </a:cubicBezTo>
                    <a:cubicBezTo>
                      <a:pt x="130652" y="75314"/>
                      <a:pt x="135050" y="79711"/>
                      <a:pt x="135050" y="8513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61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聊天展示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45618" y="21521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检索来源展开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781050" y="25241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A73E8"/>
            </a:solidFill>
            <a:custDash>
              <a:ds d="266666" sp="200000"/>
            </a:custDash>
          </a:ln>
        </p:spPr>
      </p:sp>
      <p:grpSp>
        <p:nvGrpSpPr>
          <p:cNvPr id="77" name="Group 77"/>
          <p:cNvGrpSpPr/>
          <p:nvPr/>
        </p:nvGrpSpPr>
        <p:grpSpPr>
          <a:xfrm>
            <a:off x="762000" y="2695575"/>
            <a:ext cx="10668000" cy="1762125"/>
            <a:chOff x="762000" y="2695575"/>
            <a:chExt cx="10668000" cy="1762125"/>
          </a:xfrm>
        </p:grpSpPr>
        <p:sp>
          <p:nvSpPr>
            <p:cNvPr id="40" name="Rectangle 40"/>
            <p:cNvSpPr/>
            <p:nvPr/>
          </p:nvSpPr>
          <p:spPr>
            <a:xfrm>
              <a:off x="762000" y="2695575"/>
              <a:ext cx="10668000" cy="1762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95575"/>
              <a:ext cx="47625" cy="176212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" y="26955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3462" y="2783681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0320" y="2807970"/>
              <a:ext cx="2327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 — 工具编排与推理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3171825"/>
              <a:ext cx="285750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87642" y="3350104"/>
              <a:ext cx="196459" cy="170293"/>
              <a:chOff x="1187642" y="3350104"/>
              <a:chExt cx="196459" cy="17029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4162" y="3359944"/>
                <a:ext cx="183397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83397" h="150614">
                    <a:moveTo>
                      <a:pt x="183391" y="75307"/>
                    </a:moveTo>
                    <a:cubicBezTo>
                      <a:pt x="183397" y="91962"/>
                      <a:pt x="172900" y="106811"/>
                      <a:pt x="157198" y="112363"/>
                    </a:cubicBezTo>
                    <a:lnTo>
                      <a:pt x="157198" y="112363"/>
                    </a:lnTo>
                    <a:lnTo>
                      <a:pt x="157198" y="117872"/>
                    </a:lnTo>
                    <a:cubicBezTo>
                      <a:pt x="157198" y="135955"/>
                      <a:pt x="142538" y="150614"/>
                      <a:pt x="124455" y="150614"/>
                    </a:cubicBezTo>
                    <a:cubicBezTo>
                      <a:pt x="106372" y="150614"/>
                      <a:pt x="91713" y="135955"/>
                      <a:pt x="91713" y="117872"/>
                    </a:cubicBezTo>
                    <a:cubicBezTo>
                      <a:pt x="91713" y="135955"/>
                      <a:pt x="77054" y="150614"/>
                      <a:pt x="58971" y="150614"/>
                    </a:cubicBezTo>
                    <a:cubicBezTo>
                      <a:pt x="40888" y="150614"/>
                      <a:pt x="26229" y="135955"/>
                      <a:pt x="26229" y="117872"/>
                    </a:cubicBezTo>
                    <a:lnTo>
                      <a:pt x="26229" y="112363"/>
                    </a:lnTo>
                    <a:lnTo>
                      <a:pt x="26229" y="112363"/>
                    </a:lnTo>
                    <a:cubicBezTo>
                      <a:pt x="10512" y="106823"/>
                      <a:pt x="0" y="91971"/>
                      <a:pt x="0" y="75307"/>
                    </a:cubicBezTo>
                    <a:cubicBezTo>
                      <a:pt x="0" y="58643"/>
                      <a:pt x="10512" y="43791"/>
                      <a:pt x="26229" y="38251"/>
                    </a:cubicBezTo>
                    <a:lnTo>
                      <a:pt x="26229" y="32742"/>
                    </a:lnTo>
                    <a:cubicBezTo>
                      <a:pt x="26229" y="14659"/>
                      <a:pt x="40888" y="0"/>
                      <a:pt x="58971" y="0"/>
                    </a:cubicBezTo>
                    <a:cubicBezTo>
                      <a:pt x="77054" y="0"/>
                      <a:pt x="91713" y="14659"/>
                      <a:pt x="91713" y="32742"/>
                    </a:cubicBezTo>
                    <a:cubicBezTo>
                      <a:pt x="91713" y="14659"/>
                      <a:pt x="106372" y="0"/>
                      <a:pt x="124455" y="0"/>
                    </a:cubicBezTo>
                    <a:cubicBezTo>
                      <a:pt x="142538" y="0"/>
                      <a:pt x="157198" y="14659"/>
                      <a:pt x="157198" y="32742"/>
                    </a:cubicBezTo>
                    <a:lnTo>
                      <a:pt x="157198" y="38251"/>
                    </a:lnTo>
                    <a:cubicBezTo>
                      <a:pt x="172900" y="43803"/>
                      <a:pt x="183397" y="58652"/>
                      <a:pt x="183391" y="7530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642" y="3350104"/>
                <a:ext cx="196459" cy="170293"/>
              </a:xfrm>
              <a:custGeom>
                <a:avLst/>
                <a:gdLst/>
                <a:ahLst/>
                <a:cxnLst/>
                <a:rect l="l" t="t" r="r" b="b"/>
                <a:pathLst>
                  <a:path w="196459" h="170293">
                    <a:moveTo>
                      <a:pt x="196459" y="85146"/>
                    </a:moveTo>
                    <a:cubicBezTo>
                      <a:pt x="196442" y="67443"/>
                      <a:pt x="186251" y="51326"/>
                      <a:pt x="170266" y="43719"/>
                    </a:cubicBezTo>
                    <a:lnTo>
                      <a:pt x="170266" y="42582"/>
                    </a:lnTo>
                    <a:cubicBezTo>
                      <a:pt x="170250" y="25257"/>
                      <a:pt x="158889" y="9987"/>
                      <a:pt x="142300" y="4994"/>
                    </a:cubicBezTo>
                    <a:cubicBezTo>
                      <a:pt x="125711" y="0"/>
                      <a:pt x="107809" y="6461"/>
                      <a:pt x="98233" y="20898"/>
                    </a:cubicBezTo>
                    <a:cubicBezTo>
                      <a:pt x="88656" y="6461"/>
                      <a:pt x="70754" y="0"/>
                      <a:pt x="54165" y="4994"/>
                    </a:cubicBezTo>
                    <a:cubicBezTo>
                      <a:pt x="37576" y="9987"/>
                      <a:pt x="26215" y="25257"/>
                      <a:pt x="26200" y="42582"/>
                    </a:cubicBezTo>
                    <a:lnTo>
                      <a:pt x="26200" y="43719"/>
                    </a:lnTo>
                    <a:cubicBezTo>
                      <a:pt x="10200" y="51306"/>
                      <a:pt x="0" y="67430"/>
                      <a:pt x="0" y="85138"/>
                    </a:cubicBezTo>
                    <a:cubicBezTo>
                      <a:pt x="0" y="102846"/>
                      <a:pt x="10200" y="118970"/>
                      <a:pt x="26200" y="126557"/>
                    </a:cubicBezTo>
                    <a:lnTo>
                      <a:pt x="26200" y="127711"/>
                    </a:lnTo>
                    <a:cubicBezTo>
                      <a:pt x="26215" y="145036"/>
                      <a:pt x="37576" y="160305"/>
                      <a:pt x="54165" y="165299"/>
                    </a:cubicBezTo>
                    <a:cubicBezTo>
                      <a:pt x="70754" y="170293"/>
                      <a:pt x="88656" y="163832"/>
                      <a:pt x="98233" y="149395"/>
                    </a:cubicBezTo>
                    <a:cubicBezTo>
                      <a:pt x="107809" y="163832"/>
                      <a:pt x="125711" y="170293"/>
                      <a:pt x="142300" y="165299"/>
                    </a:cubicBezTo>
                    <a:cubicBezTo>
                      <a:pt x="158889" y="160305"/>
                      <a:pt x="170250" y="145036"/>
                      <a:pt x="170266" y="127711"/>
                    </a:cubicBezTo>
                    <a:lnTo>
                      <a:pt x="170266" y="126557"/>
                    </a:lnTo>
                    <a:cubicBezTo>
                      <a:pt x="186248" y="118956"/>
                      <a:pt x="196439" y="102845"/>
                      <a:pt x="196459" y="85146"/>
                    </a:cubicBezTo>
                    <a:close/>
                    <a:moveTo>
                      <a:pt x="65491" y="153905"/>
                    </a:moveTo>
                    <a:cubicBezTo>
                      <a:pt x="52115" y="153903"/>
                      <a:pt x="40890" y="143825"/>
                      <a:pt x="39452" y="130527"/>
                    </a:cubicBezTo>
                    <a:cubicBezTo>
                      <a:pt x="41570" y="130829"/>
                      <a:pt x="43706" y="130982"/>
                      <a:pt x="45845" y="130985"/>
                    </a:cubicBezTo>
                    <a:lnTo>
                      <a:pt x="52394" y="130985"/>
                    </a:lnTo>
                    <a:cubicBezTo>
                      <a:pt x="56010" y="130985"/>
                      <a:pt x="58942" y="128054"/>
                      <a:pt x="58942" y="124437"/>
                    </a:cubicBezTo>
                    <a:cubicBezTo>
                      <a:pt x="58942" y="120820"/>
                      <a:pt x="56010" y="117889"/>
                      <a:pt x="52394" y="117889"/>
                    </a:cubicBezTo>
                    <a:lnTo>
                      <a:pt x="45845" y="117889"/>
                    </a:lnTo>
                    <a:cubicBezTo>
                      <a:pt x="29883" y="117907"/>
                      <a:pt x="16234" y="106413"/>
                      <a:pt x="13536" y="90681"/>
                    </a:cubicBezTo>
                    <a:cubicBezTo>
                      <a:pt x="10838" y="74948"/>
                      <a:pt x="19878" y="59563"/>
                      <a:pt x="34934" y="54262"/>
                    </a:cubicBezTo>
                    <a:cubicBezTo>
                      <a:pt x="37548" y="53337"/>
                      <a:pt x="39296" y="50864"/>
                      <a:pt x="39297" y="48090"/>
                    </a:cubicBezTo>
                    <a:lnTo>
                      <a:pt x="39297" y="42582"/>
                    </a:lnTo>
                    <a:cubicBezTo>
                      <a:pt x="39297" y="28115"/>
                      <a:pt x="51024" y="16388"/>
                      <a:pt x="65491" y="16388"/>
                    </a:cubicBezTo>
                    <a:cubicBezTo>
                      <a:pt x="79957" y="16388"/>
                      <a:pt x="91684" y="28115"/>
                      <a:pt x="91684" y="42582"/>
                    </a:cubicBezTo>
                    <a:lnTo>
                      <a:pt x="91684" y="98456"/>
                    </a:lnTo>
                    <a:cubicBezTo>
                      <a:pt x="84493" y="91989"/>
                      <a:pt x="75162" y="88413"/>
                      <a:pt x="65491" y="88421"/>
                    </a:cubicBezTo>
                    <a:cubicBezTo>
                      <a:pt x="61874" y="88421"/>
                      <a:pt x="58942" y="91352"/>
                      <a:pt x="58942" y="94969"/>
                    </a:cubicBezTo>
                    <a:cubicBezTo>
                      <a:pt x="58942" y="98586"/>
                      <a:pt x="61874" y="101517"/>
                      <a:pt x="65491" y="101517"/>
                    </a:cubicBezTo>
                    <a:cubicBezTo>
                      <a:pt x="79957" y="101517"/>
                      <a:pt x="91684" y="113245"/>
                      <a:pt x="91684" y="127711"/>
                    </a:cubicBezTo>
                    <a:cubicBezTo>
                      <a:pt x="91684" y="142178"/>
                      <a:pt x="79957" y="153905"/>
                      <a:pt x="65491" y="153905"/>
                    </a:cubicBezTo>
                    <a:close/>
                    <a:moveTo>
                      <a:pt x="150620" y="117889"/>
                    </a:moveTo>
                    <a:lnTo>
                      <a:pt x="144072" y="117889"/>
                    </a:lnTo>
                    <a:cubicBezTo>
                      <a:pt x="140455" y="117889"/>
                      <a:pt x="137523" y="120820"/>
                      <a:pt x="137523" y="124437"/>
                    </a:cubicBezTo>
                    <a:cubicBezTo>
                      <a:pt x="137523" y="128054"/>
                      <a:pt x="140455" y="130985"/>
                      <a:pt x="144072" y="130985"/>
                    </a:cubicBezTo>
                    <a:lnTo>
                      <a:pt x="150620" y="130985"/>
                    </a:lnTo>
                    <a:cubicBezTo>
                      <a:pt x="152759" y="130982"/>
                      <a:pt x="154895" y="130829"/>
                      <a:pt x="157013" y="130527"/>
                    </a:cubicBezTo>
                    <a:cubicBezTo>
                      <a:pt x="155497" y="144546"/>
                      <a:pt x="143155" y="154850"/>
                      <a:pt x="129091" y="153837"/>
                    </a:cubicBezTo>
                    <a:cubicBezTo>
                      <a:pt x="115026" y="152825"/>
                      <a:pt x="104287" y="140860"/>
                      <a:pt x="104794" y="126768"/>
                    </a:cubicBezTo>
                    <a:cubicBezTo>
                      <a:pt x="105302" y="112677"/>
                      <a:pt x="116874" y="101515"/>
                      <a:pt x="130975" y="101517"/>
                    </a:cubicBezTo>
                    <a:cubicBezTo>
                      <a:pt x="134591" y="101517"/>
                      <a:pt x="137523" y="98586"/>
                      <a:pt x="137523" y="94969"/>
                    </a:cubicBezTo>
                    <a:cubicBezTo>
                      <a:pt x="137523" y="91352"/>
                      <a:pt x="134591" y="88421"/>
                      <a:pt x="130975" y="88421"/>
                    </a:cubicBezTo>
                    <a:cubicBezTo>
                      <a:pt x="121303" y="88413"/>
                      <a:pt x="111972" y="91989"/>
                      <a:pt x="104781" y="98456"/>
                    </a:cubicBezTo>
                    <a:lnTo>
                      <a:pt x="104781" y="42582"/>
                    </a:lnTo>
                    <a:cubicBezTo>
                      <a:pt x="104781" y="28115"/>
                      <a:pt x="116508" y="16388"/>
                      <a:pt x="130975" y="16388"/>
                    </a:cubicBezTo>
                    <a:cubicBezTo>
                      <a:pt x="145441" y="16388"/>
                      <a:pt x="157169" y="28115"/>
                      <a:pt x="157169" y="42582"/>
                    </a:cubicBezTo>
                    <a:lnTo>
                      <a:pt x="157169" y="48090"/>
                    </a:lnTo>
                    <a:cubicBezTo>
                      <a:pt x="157169" y="50864"/>
                      <a:pt x="158917" y="53337"/>
                      <a:pt x="161532" y="54262"/>
                    </a:cubicBezTo>
                    <a:cubicBezTo>
                      <a:pt x="176588" y="59563"/>
                      <a:pt x="185628" y="74948"/>
                      <a:pt x="182930" y="90681"/>
                    </a:cubicBezTo>
                    <a:cubicBezTo>
                      <a:pt x="180232" y="106413"/>
                      <a:pt x="166582" y="117907"/>
                      <a:pt x="150620" y="117889"/>
                    </a:cubicBezTo>
                    <a:close/>
                    <a:moveTo>
                      <a:pt x="163717" y="75324"/>
                    </a:moveTo>
                    <a:cubicBezTo>
                      <a:pt x="163717" y="78940"/>
                      <a:pt x="160785" y="81872"/>
                      <a:pt x="157169" y="81872"/>
                    </a:cubicBezTo>
                    <a:lnTo>
                      <a:pt x="153894" y="81872"/>
                    </a:lnTo>
                    <a:cubicBezTo>
                      <a:pt x="137620" y="81872"/>
                      <a:pt x="124426" y="68679"/>
                      <a:pt x="124426" y="52404"/>
                    </a:cubicBezTo>
                    <a:lnTo>
                      <a:pt x="124426" y="49130"/>
                    </a:lnTo>
                    <a:cubicBezTo>
                      <a:pt x="124426" y="45513"/>
                      <a:pt x="127358" y="42582"/>
                      <a:pt x="130975" y="42582"/>
                    </a:cubicBezTo>
                    <a:cubicBezTo>
                      <a:pt x="134591" y="42582"/>
                      <a:pt x="137523" y="45513"/>
                      <a:pt x="137523" y="49130"/>
                    </a:cubicBezTo>
                    <a:lnTo>
                      <a:pt x="137523" y="52404"/>
                    </a:lnTo>
                    <a:cubicBezTo>
                      <a:pt x="137523" y="61446"/>
                      <a:pt x="144853" y="68775"/>
                      <a:pt x="153894" y="68775"/>
                    </a:cubicBezTo>
                    <a:lnTo>
                      <a:pt x="157169" y="68775"/>
                    </a:lnTo>
                    <a:cubicBezTo>
                      <a:pt x="160785" y="68775"/>
                      <a:pt x="163717" y="71707"/>
                      <a:pt x="163717" y="75324"/>
                    </a:cubicBezTo>
                    <a:close/>
                    <a:moveTo>
                      <a:pt x="42571" y="81872"/>
                    </a:moveTo>
                    <a:lnTo>
                      <a:pt x="39297" y="81872"/>
                    </a:lnTo>
                    <a:cubicBezTo>
                      <a:pt x="35680" y="81872"/>
                      <a:pt x="32748" y="78940"/>
                      <a:pt x="32748" y="75324"/>
                    </a:cubicBezTo>
                    <a:cubicBezTo>
                      <a:pt x="32748" y="71707"/>
                      <a:pt x="35680" y="68775"/>
                      <a:pt x="39297" y="68775"/>
                    </a:cubicBezTo>
                    <a:lnTo>
                      <a:pt x="42571" y="68775"/>
                    </a:lnTo>
                    <a:cubicBezTo>
                      <a:pt x="51612" y="68775"/>
                      <a:pt x="58942" y="61446"/>
                      <a:pt x="58942" y="52404"/>
                    </a:cubicBezTo>
                    <a:lnTo>
                      <a:pt x="58942" y="49130"/>
                    </a:lnTo>
                    <a:cubicBezTo>
                      <a:pt x="58942" y="45513"/>
                      <a:pt x="61874" y="42582"/>
                      <a:pt x="65491" y="42582"/>
                    </a:cubicBezTo>
                    <a:cubicBezTo>
                      <a:pt x="69107" y="42582"/>
                      <a:pt x="72039" y="45513"/>
                      <a:pt x="72039" y="49130"/>
                    </a:cubicBezTo>
                    <a:lnTo>
                      <a:pt x="72039" y="52404"/>
                    </a:lnTo>
                    <a:cubicBezTo>
                      <a:pt x="72039" y="68679"/>
                      <a:pt x="58846" y="81872"/>
                      <a:pt x="42571" y="81872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70660" y="33375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 核心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74470" y="357949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 · stream_mode="values"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957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241296" y="3345915"/>
              <a:ext cx="178352" cy="178383"/>
              <a:chOff x="4241296" y="3345915"/>
              <a:chExt cx="178352" cy="17838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255294" y="335994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296" y="334591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520565" y="335375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4518" y="3361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22470" y="3579495"/>
              <a:ext cx="2387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优先调用 · k=4 · 返回[来源:文件名(页码)]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67103" y="3352118"/>
              <a:ext cx="171401" cy="171536"/>
              <a:chOff x="7867103" y="3352118"/>
              <a:chExt cx="171401" cy="17153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867103" y="3352118"/>
                <a:ext cx="157486" cy="150017"/>
              </a:xfrm>
              <a:custGeom>
                <a:avLst/>
                <a:gdLst/>
                <a:ahLst/>
                <a:cxnLst/>
                <a:rect l="l" t="t" r="r" b="b"/>
                <a:pathLst>
                  <a:path w="157486" h="150017">
                    <a:moveTo>
                      <a:pt x="157486" y="119730"/>
                    </a:moveTo>
                    <a:cubicBezTo>
                      <a:pt x="151838" y="131771"/>
                      <a:pt x="143239" y="142189"/>
                      <a:pt x="132487" y="150017"/>
                    </a:cubicBezTo>
                    <a:lnTo>
                      <a:pt x="124826" y="142347"/>
                    </a:lnTo>
                    <a:cubicBezTo>
                      <a:pt x="124005" y="141523"/>
                      <a:pt x="122979" y="140933"/>
                      <a:pt x="121854" y="140636"/>
                    </a:cubicBezTo>
                    <a:lnTo>
                      <a:pt x="104280" y="136003"/>
                    </a:lnTo>
                    <a:cubicBezTo>
                      <a:pt x="101055" y="135155"/>
                      <a:pt x="98982" y="132018"/>
                      <a:pt x="99467" y="128718"/>
                    </a:cubicBezTo>
                    <a:lnTo>
                      <a:pt x="101415" y="115458"/>
                    </a:lnTo>
                    <a:cubicBezTo>
                      <a:pt x="101750" y="113183"/>
                      <a:pt x="103254" y="111250"/>
                      <a:pt x="105377" y="110366"/>
                    </a:cubicBezTo>
                    <a:lnTo>
                      <a:pt x="130310" y="100003"/>
                    </a:lnTo>
                    <a:cubicBezTo>
                      <a:pt x="132662" y="99027"/>
                      <a:pt x="135366" y="99503"/>
                      <a:pt x="137243" y="101223"/>
                    </a:cubicBezTo>
                    <a:close/>
                    <a:moveTo>
                      <a:pt x="112376" y="67580"/>
                    </a:moveTo>
                    <a:lnTo>
                      <a:pt x="130523" y="46462"/>
                    </a:lnTo>
                    <a:cubicBezTo>
                      <a:pt x="131543" y="45278"/>
                      <a:pt x="132106" y="43768"/>
                      <a:pt x="132111" y="42205"/>
                    </a:cubicBezTo>
                    <a:lnTo>
                      <a:pt x="132111" y="22560"/>
                    </a:lnTo>
                    <a:cubicBezTo>
                      <a:pt x="100744" y="0"/>
                      <a:pt x="57631" y="3590"/>
                      <a:pt x="30427" y="31026"/>
                    </a:cubicBezTo>
                    <a:cubicBezTo>
                      <a:pt x="3223" y="58462"/>
                      <a:pt x="0" y="101604"/>
                      <a:pt x="22826" y="132778"/>
                    </a:cubicBezTo>
                    <a:lnTo>
                      <a:pt x="30946" y="127441"/>
                    </a:lnTo>
                    <a:cubicBezTo>
                      <a:pt x="32772" y="126235"/>
                      <a:pt x="33875" y="124195"/>
                      <a:pt x="33884" y="122006"/>
                    </a:cubicBezTo>
                    <a:lnTo>
                      <a:pt x="34056" y="92350"/>
                    </a:lnTo>
                    <a:cubicBezTo>
                      <a:pt x="34065" y="91065"/>
                      <a:pt x="34449" y="89810"/>
                      <a:pt x="35161" y="88740"/>
                    </a:cubicBezTo>
                    <a:lnTo>
                      <a:pt x="52302" y="63119"/>
                    </a:lnTo>
                    <a:cubicBezTo>
                      <a:pt x="53295" y="61645"/>
                      <a:pt x="54845" y="60638"/>
                      <a:pt x="56595" y="60329"/>
                    </a:cubicBezTo>
                    <a:cubicBezTo>
                      <a:pt x="58346" y="60020"/>
                      <a:pt x="60147" y="60437"/>
                      <a:pt x="61584" y="61482"/>
                    </a:cubicBezTo>
                    <a:lnTo>
                      <a:pt x="77800" y="72123"/>
                    </a:lnTo>
                    <a:cubicBezTo>
                      <a:pt x="79165" y="73107"/>
                      <a:pt x="80855" y="73531"/>
                      <a:pt x="82523" y="73310"/>
                    </a:cubicBezTo>
                    <a:lnTo>
                      <a:pt x="108275" y="69823"/>
                    </a:lnTo>
                    <a:cubicBezTo>
                      <a:pt x="109871" y="69605"/>
                      <a:pt x="111331" y="68807"/>
                      <a:pt x="112376" y="6758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68245" y="33533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3097"/>
                    </a:moveTo>
                    <a:cubicBezTo>
                      <a:pt x="99086" y="13082"/>
                      <a:pt x="112742" y="17145"/>
                      <a:pt x="124420" y="24786"/>
                    </a:cubicBezTo>
                    <a:lnTo>
                      <a:pt x="124420" y="40928"/>
                    </a:lnTo>
                    <a:lnTo>
                      <a:pt x="106273" y="61997"/>
                    </a:lnTo>
                    <a:lnTo>
                      <a:pt x="80513" y="65484"/>
                    </a:lnTo>
                    <a:lnTo>
                      <a:pt x="80259" y="65304"/>
                    </a:lnTo>
                    <a:lnTo>
                      <a:pt x="64158" y="54778"/>
                    </a:lnTo>
                    <a:cubicBezTo>
                      <a:pt x="61274" y="52746"/>
                      <a:pt x="57693" y="51964"/>
                      <a:pt x="54225" y="52608"/>
                    </a:cubicBezTo>
                    <a:cubicBezTo>
                      <a:pt x="50757" y="53252"/>
                      <a:pt x="47695" y="55268"/>
                      <a:pt x="45733" y="58199"/>
                    </a:cubicBezTo>
                    <a:lnTo>
                      <a:pt x="28592" y="83820"/>
                    </a:lnTo>
                    <a:cubicBezTo>
                      <a:pt x="27164" y="85955"/>
                      <a:pt x="26396" y="88463"/>
                      <a:pt x="26382" y="91031"/>
                    </a:cubicBezTo>
                    <a:lnTo>
                      <a:pt x="26194" y="120688"/>
                    </a:lnTo>
                    <a:lnTo>
                      <a:pt x="23517" y="122448"/>
                    </a:lnTo>
                    <a:cubicBezTo>
                      <a:pt x="10045" y="100204"/>
                      <a:pt x="9607" y="72426"/>
                      <a:pt x="22373" y="49770"/>
                    </a:cubicBezTo>
                    <a:cubicBezTo>
                      <a:pt x="35138" y="27114"/>
                      <a:pt x="59125" y="13097"/>
                      <a:pt x="85130" y="13097"/>
                    </a:cubicBezTo>
                    <a:close/>
                    <a:moveTo>
                      <a:pt x="31342" y="132991"/>
                    </a:moveTo>
                    <a:lnTo>
                      <a:pt x="33405" y="131640"/>
                    </a:lnTo>
                    <a:cubicBezTo>
                      <a:pt x="37064" y="129227"/>
                      <a:pt x="39273" y="125144"/>
                      <a:pt x="39291" y="120761"/>
                    </a:cubicBezTo>
                    <a:lnTo>
                      <a:pt x="39463" y="91105"/>
                    </a:lnTo>
                    <a:lnTo>
                      <a:pt x="56619" y="65484"/>
                    </a:lnTo>
                    <a:cubicBezTo>
                      <a:pt x="56703" y="65549"/>
                      <a:pt x="56791" y="65609"/>
                      <a:pt x="56881" y="65664"/>
                    </a:cubicBezTo>
                    <a:lnTo>
                      <a:pt x="72982" y="76199"/>
                    </a:lnTo>
                    <a:cubicBezTo>
                      <a:pt x="75681" y="78104"/>
                      <a:pt x="79001" y="78914"/>
                      <a:pt x="82273" y="78467"/>
                    </a:cubicBezTo>
                    <a:lnTo>
                      <a:pt x="108049" y="74971"/>
                    </a:lnTo>
                    <a:cubicBezTo>
                      <a:pt x="111228" y="74547"/>
                      <a:pt x="114140" y="72972"/>
                      <a:pt x="116235" y="70543"/>
                    </a:cubicBezTo>
                    <a:lnTo>
                      <a:pt x="134382" y="49457"/>
                    </a:lnTo>
                    <a:cubicBezTo>
                      <a:pt x="136412" y="47079"/>
                      <a:pt x="137524" y="44054"/>
                      <a:pt x="137517" y="40928"/>
                    </a:cubicBezTo>
                    <a:lnTo>
                      <a:pt x="137517" y="35746"/>
                    </a:lnTo>
                    <a:cubicBezTo>
                      <a:pt x="155558" y="54833"/>
                      <a:pt x="161761" y="82235"/>
                      <a:pt x="153700" y="107231"/>
                    </a:cubicBezTo>
                    <a:lnTo>
                      <a:pt x="140489" y="95149"/>
                    </a:lnTo>
                    <a:cubicBezTo>
                      <a:pt x="136739" y="91707"/>
                      <a:pt x="131335" y="90749"/>
                      <a:pt x="126630" y="92693"/>
                    </a:cubicBezTo>
                    <a:lnTo>
                      <a:pt x="101697" y="103048"/>
                    </a:lnTo>
                    <a:cubicBezTo>
                      <a:pt x="97457" y="104828"/>
                      <a:pt x="94453" y="108691"/>
                      <a:pt x="93774" y="113239"/>
                    </a:cubicBezTo>
                    <a:lnTo>
                      <a:pt x="91817" y="126491"/>
                    </a:lnTo>
                    <a:cubicBezTo>
                      <a:pt x="90844" y="133096"/>
                      <a:pt x="94994" y="139376"/>
                      <a:pt x="101452" y="141070"/>
                    </a:cubicBezTo>
                    <a:lnTo>
                      <a:pt x="119018" y="145703"/>
                    </a:lnTo>
                    <a:lnTo>
                      <a:pt x="120950" y="147643"/>
                    </a:lnTo>
                    <a:cubicBezTo>
                      <a:pt x="91382" y="164607"/>
                      <a:pt x="53967" y="158490"/>
                      <a:pt x="31342" y="132991"/>
                    </a:cubicBezTo>
                    <a:close/>
                    <a:moveTo>
                      <a:pt x="131787" y="139973"/>
                    </a:moveTo>
                    <a:lnTo>
                      <a:pt x="128268" y="136445"/>
                    </a:lnTo>
                    <a:cubicBezTo>
                      <a:pt x="126626" y="134797"/>
                      <a:pt x="124574" y="133616"/>
                      <a:pt x="122325" y="133023"/>
                    </a:cubicBezTo>
                    <a:lnTo>
                      <a:pt x="104775" y="128390"/>
                    </a:lnTo>
                    <a:lnTo>
                      <a:pt x="106731" y="115138"/>
                    </a:lnTo>
                    <a:lnTo>
                      <a:pt x="131656" y="104775"/>
                    </a:lnTo>
                    <a:lnTo>
                      <a:pt x="148158" y="119902"/>
                    </a:lnTo>
                    <a:cubicBezTo>
                      <a:pt x="143952" y="127522"/>
                      <a:pt x="138407" y="134321"/>
                      <a:pt x="131787" y="13997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40065" y="33537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9268" y="33618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联网回退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41970" y="3579495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html/lite · 失败后禁止重试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190450" y="4037226"/>
              <a:ext cx="189754" cy="174408"/>
              <a:chOff x="1190450" y="4037226"/>
              <a:chExt cx="189754" cy="174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256456" y="4085133"/>
                <a:ext cx="117036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117036" h="120050">
                    <a:moveTo>
                      <a:pt x="114352" y="111504"/>
                    </a:moveTo>
                    <a:cubicBezTo>
                      <a:pt x="114843" y="113219"/>
                      <a:pt x="114365" y="115067"/>
                      <a:pt x="113103" y="116328"/>
                    </a:cubicBezTo>
                    <a:cubicBezTo>
                      <a:pt x="111841" y="117590"/>
                      <a:pt x="109994" y="118069"/>
                      <a:pt x="108278" y="117577"/>
                    </a:cubicBezTo>
                    <a:lnTo>
                      <a:pt x="83828" y="110595"/>
                    </a:lnTo>
                    <a:cubicBezTo>
                      <a:pt x="68650" y="118859"/>
                      <a:pt x="50611" y="120050"/>
                      <a:pt x="34478" y="113852"/>
                    </a:cubicBezTo>
                    <a:cubicBezTo>
                      <a:pt x="18345" y="107655"/>
                      <a:pt x="5742" y="94693"/>
                      <a:pt x="0" y="78393"/>
                    </a:cubicBezTo>
                    <a:lnTo>
                      <a:pt x="0" y="78393"/>
                    </a:lnTo>
                    <a:cubicBezTo>
                      <a:pt x="1064" y="78450"/>
                      <a:pt x="2136" y="78483"/>
                      <a:pt x="3217" y="78483"/>
                    </a:cubicBezTo>
                    <a:cubicBezTo>
                      <a:pt x="22332" y="78484"/>
                      <a:pt x="40261" y="69215"/>
                      <a:pt x="51311" y="53618"/>
                    </a:cubicBezTo>
                    <a:cubicBezTo>
                      <a:pt x="62361" y="38021"/>
                      <a:pt x="65161" y="18033"/>
                      <a:pt x="58821" y="0"/>
                    </a:cubicBezTo>
                    <a:lnTo>
                      <a:pt x="58821" y="0"/>
                    </a:lnTo>
                    <a:cubicBezTo>
                      <a:pt x="79018" y="1102"/>
                      <a:pt x="97239" y="12485"/>
                      <a:pt x="107087" y="30152"/>
                    </a:cubicBezTo>
                    <a:cubicBezTo>
                      <a:pt x="116936" y="47819"/>
                      <a:pt x="117036" y="69303"/>
                      <a:pt x="107353" y="870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90450" y="4037226"/>
                <a:ext cx="189754" cy="174408"/>
              </a:xfrm>
              <a:custGeom>
                <a:avLst/>
                <a:gdLst/>
                <a:ahLst/>
                <a:cxnLst/>
                <a:rect l="l" t="t" r="r" b="b"/>
                <a:pathLst>
                  <a:path w="189754" h="174408">
                    <a:moveTo>
                      <a:pt x="180383" y="135664"/>
                    </a:moveTo>
                    <a:cubicBezTo>
                      <a:pt x="189754" y="116614"/>
                      <a:pt x="189309" y="94204"/>
                      <a:pt x="179189" y="75542"/>
                    </a:cubicBezTo>
                    <a:cubicBezTo>
                      <a:pt x="169069" y="56879"/>
                      <a:pt x="150530" y="44281"/>
                      <a:pt x="129453" y="41743"/>
                    </a:cubicBezTo>
                    <a:cubicBezTo>
                      <a:pt x="120074" y="19881"/>
                      <a:pt x="99578" y="4824"/>
                      <a:pt x="75912" y="2412"/>
                    </a:cubicBezTo>
                    <a:cubicBezTo>
                      <a:pt x="52245" y="0"/>
                      <a:pt x="29133" y="10612"/>
                      <a:pt x="15537" y="30132"/>
                    </a:cubicBezTo>
                    <a:cubicBezTo>
                      <a:pt x="1941" y="49653"/>
                      <a:pt x="0" y="75011"/>
                      <a:pt x="10467" y="96373"/>
                    </a:cubicBezTo>
                    <a:lnTo>
                      <a:pt x="4197" y="118327"/>
                    </a:lnTo>
                    <a:cubicBezTo>
                      <a:pt x="3058" y="122326"/>
                      <a:pt x="4175" y="126629"/>
                      <a:pt x="7115" y="129570"/>
                    </a:cubicBezTo>
                    <a:cubicBezTo>
                      <a:pt x="10056" y="132510"/>
                      <a:pt x="14359" y="133627"/>
                      <a:pt x="18358" y="132488"/>
                    </a:cubicBezTo>
                    <a:lnTo>
                      <a:pt x="40312" y="126218"/>
                    </a:lnTo>
                    <a:cubicBezTo>
                      <a:pt x="46937" y="129470"/>
                      <a:pt x="54062" y="131582"/>
                      <a:pt x="61390" y="132463"/>
                    </a:cubicBezTo>
                    <a:cubicBezTo>
                      <a:pt x="68448" y="149001"/>
                      <a:pt x="81997" y="161909"/>
                      <a:pt x="98857" y="168158"/>
                    </a:cubicBezTo>
                    <a:cubicBezTo>
                      <a:pt x="115718" y="174408"/>
                      <a:pt x="134406" y="173450"/>
                      <a:pt x="150538" y="165508"/>
                    </a:cubicBezTo>
                    <a:lnTo>
                      <a:pt x="172492" y="171778"/>
                    </a:lnTo>
                    <a:cubicBezTo>
                      <a:pt x="176492" y="172918"/>
                      <a:pt x="180795" y="171801"/>
                      <a:pt x="183735" y="168860"/>
                    </a:cubicBezTo>
                    <a:cubicBezTo>
                      <a:pt x="186676" y="165920"/>
                      <a:pt x="187792" y="161617"/>
                      <a:pt x="186653" y="157617"/>
                    </a:cubicBezTo>
                    <a:close/>
                    <a:moveTo>
                      <a:pt x="41016" y="112662"/>
                    </a:moveTo>
                    <a:cubicBezTo>
                      <a:pt x="40407" y="112662"/>
                      <a:pt x="39801" y="112745"/>
                      <a:pt x="39215" y="112908"/>
                    </a:cubicBezTo>
                    <a:lnTo>
                      <a:pt x="17597" y="119088"/>
                    </a:lnTo>
                    <a:lnTo>
                      <a:pt x="23777" y="97470"/>
                    </a:lnTo>
                    <a:cubicBezTo>
                      <a:pt x="24240" y="95823"/>
                      <a:pt x="24040" y="94060"/>
                      <a:pt x="23220" y="92559"/>
                    </a:cubicBezTo>
                    <a:cubicBezTo>
                      <a:pt x="10773" y="69707"/>
                      <a:pt x="17002" y="41181"/>
                      <a:pt x="37842" y="25598"/>
                    </a:cubicBezTo>
                    <a:cubicBezTo>
                      <a:pt x="58682" y="10014"/>
                      <a:pt x="87804" y="12105"/>
                      <a:pt x="106205" y="30505"/>
                    </a:cubicBezTo>
                    <a:cubicBezTo>
                      <a:pt x="124605" y="48905"/>
                      <a:pt x="126696" y="78028"/>
                      <a:pt x="111112" y="98868"/>
                    </a:cubicBezTo>
                    <a:cubicBezTo>
                      <a:pt x="95528" y="119708"/>
                      <a:pt x="67003" y="125936"/>
                      <a:pt x="44151" y="113489"/>
                    </a:cubicBezTo>
                    <a:cubicBezTo>
                      <a:pt x="43193" y="112953"/>
                      <a:pt x="42114" y="112669"/>
                      <a:pt x="41016" y="112662"/>
                    </a:cubicBezTo>
                    <a:close/>
                    <a:moveTo>
                      <a:pt x="167073" y="136761"/>
                    </a:moveTo>
                    <a:lnTo>
                      <a:pt x="173253" y="158379"/>
                    </a:lnTo>
                    <a:lnTo>
                      <a:pt x="151635" y="152199"/>
                    </a:lnTo>
                    <a:cubicBezTo>
                      <a:pt x="149988" y="151735"/>
                      <a:pt x="148226" y="151935"/>
                      <a:pt x="146724" y="152755"/>
                    </a:cubicBezTo>
                    <a:cubicBezTo>
                      <a:pt x="121611" y="166418"/>
                      <a:pt x="90183" y="157446"/>
                      <a:pt x="76066" y="132586"/>
                    </a:cubicBezTo>
                    <a:cubicBezTo>
                      <a:pt x="94194" y="130698"/>
                      <a:pt x="110712" y="121335"/>
                      <a:pt x="121643" y="106751"/>
                    </a:cubicBezTo>
                    <a:cubicBezTo>
                      <a:pt x="132574" y="92167"/>
                      <a:pt x="136926" y="73685"/>
                      <a:pt x="133652" y="55756"/>
                    </a:cubicBezTo>
                    <a:cubicBezTo>
                      <a:pt x="149557" y="59505"/>
                      <a:pt x="162803" y="70461"/>
                      <a:pt x="169467" y="85381"/>
                    </a:cubicBezTo>
                    <a:cubicBezTo>
                      <a:pt x="176132" y="100302"/>
                      <a:pt x="175452" y="117477"/>
                      <a:pt x="167630" y="131825"/>
                    </a:cubicBezTo>
                    <a:cubicBezTo>
                      <a:pt x="166803" y="133333"/>
                      <a:pt x="166603" y="135106"/>
                      <a:pt x="167073" y="13676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471612" y="4031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54618" y="40476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ConversationBufferWindowMemory · k=4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85197" y="4032647"/>
              <a:ext cx="183356" cy="183356"/>
              <a:chOff x="5385197" y="4032647"/>
              <a:chExt cx="183356" cy="18335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411391" y="4058841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24420" y="0"/>
                    </a:moveTo>
                    <a:lnTo>
                      <a:pt x="6548" y="0"/>
                    </a:lnTo>
                    <a:cubicBezTo>
                      <a:pt x="2932" y="0"/>
                      <a:pt x="0" y="2932"/>
                      <a:pt x="0" y="6548"/>
                    </a:cubicBezTo>
                    <a:lnTo>
                      <a:pt x="0" y="124420"/>
                    </a:lnTo>
                    <a:cubicBezTo>
                      <a:pt x="0" y="128037"/>
                      <a:pt x="2932" y="130969"/>
                      <a:pt x="6548" y="130969"/>
                    </a:cubicBezTo>
                    <a:lnTo>
                      <a:pt x="124420" y="130969"/>
                    </a:lnTo>
                    <a:cubicBezTo>
                      <a:pt x="128037" y="130969"/>
                      <a:pt x="130969" y="128037"/>
                      <a:pt x="130969" y="124420"/>
                    </a:cubicBezTo>
                    <a:lnTo>
                      <a:pt x="130969" y="6548"/>
                    </a:lnTo>
                    <a:cubicBezTo>
                      <a:pt x="130969" y="2932"/>
                      <a:pt x="128037" y="0"/>
                      <a:pt x="124420" y="0"/>
                    </a:cubicBezTo>
                    <a:close/>
                    <a:moveTo>
                      <a:pt x="85130" y="85130"/>
                    </a:moveTo>
                    <a:lnTo>
                      <a:pt x="45839" y="85130"/>
                    </a:lnTo>
                    <a:lnTo>
                      <a:pt x="45839" y="45839"/>
                    </a:lnTo>
                    <a:lnTo>
                      <a:pt x="85130" y="45839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85197" y="4032647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11323" y="65484"/>
                    </a:moveTo>
                    <a:lnTo>
                      <a:pt x="72033" y="65484"/>
                    </a:lnTo>
                    <a:cubicBezTo>
                      <a:pt x="68416" y="65484"/>
                      <a:pt x="65484" y="68416"/>
                      <a:pt x="65484" y="72033"/>
                    </a:cubicBezTo>
                    <a:lnTo>
                      <a:pt x="65484" y="111323"/>
                    </a:lnTo>
                    <a:cubicBezTo>
                      <a:pt x="65484" y="114940"/>
                      <a:pt x="68416" y="117872"/>
                      <a:pt x="72033" y="117872"/>
                    </a:cubicBezTo>
                    <a:lnTo>
                      <a:pt x="111323" y="117872"/>
                    </a:lnTo>
                    <a:cubicBezTo>
                      <a:pt x="114940" y="117872"/>
                      <a:pt x="117872" y="114940"/>
                      <a:pt x="117872" y="111323"/>
                    </a:cubicBezTo>
                    <a:lnTo>
                      <a:pt x="117872" y="72033"/>
                    </a:lnTo>
                    <a:cubicBezTo>
                      <a:pt x="117872" y="68416"/>
                      <a:pt x="114940" y="65484"/>
                      <a:pt x="111323" y="65484"/>
                    </a:cubicBezTo>
                    <a:close/>
                    <a:moveTo>
                      <a:pt x="104775" y="104775"/>
                    </a:moveTo>
                    <a:lnTo>
                      <a:pt x="78581" y="104775"/>
                    </a:lnTo>
                    <a:lnTo>
                      <a:pt x="78581" y="78581"/>
                    </a:lnTo>
                    <a:lnTo>
                      <a:pt x="104775" y="78581"/>
                    </a:lnTo>
                    <a:close/>
                    <a:moveTo>
                      <a:pt x="176808" y="104775"/>
                    </a:moveTo>
                    <a:lnTo>
                      <a:pt x="163711" y="104775"/>
                    </a:lnTo>
                    <a:lnTo>
                      <a:pt x="163711" y="78581"/>
                    </a:lnTo>
                    <a:lnTo>
                      <a:pt x="176808" y="78581"/>
                    </a:lnTo>
                    <a:cubicBezTo>
                      <a:pt x="180424" y="78581"/>
                      <a:pt x="183356" y="75649"/>
                      <a:pt x="183356" y="72033"/>
                    </a:cubicBezTo>
                    <a:cubicBezTo>
                      <a:pt x="183356" y="68416"/>
                      <a:pt x="180424" y="65484"/>
                      <a:pt x="176808" y="65484"/>
                    </a:cubicBezTo>
                    <a:lnTo>
                      <a:pt x="163711" y="65484"/>
                    </a:lnTo>
                    <a:lnTo>
                      <a:pt x="163711" y="32742"/>
                    </a:lnTo>
                    <a:cubicBezTo>
                      <a:pt x="163711" y="25509"/>
                      <a:pt x="157847" y="19645"/>
                      <a:pt x="150614" y="19645"/>
                    </a:cubicBezTo>
                    <a:lnTo>
                      <a:pt x="117872" y="19645"/>
                    </a:lnTo>
                    <a:lnTo>
                      <a:pt x="117872" y="6548"/>
                    </a:lnTo>
                    <a:cubicBezTo>
                      <a:pt x="117872" y="2932"/>
                      <a:pt x="114940" y="0"/>
                      <a:pt x="111323" y="0"/>
                    </a:cubicBezTo>
                    <a:cubicBezTo>
                      <a:pt x="107707" y="0"/>
                      <a:pt x="104775" y="2932"/>
                      <a:pt x="104775" y="6548"/>
                    </a:cubicBezTo>
                    <a:lnTo>
                      <a:pt x="104775" y="19645"/>
                    </a:lnTo>
                    <a:lnTo>
                      <a:pt x="78581" y="19645"/>
                    </a:lnTo>
                    <a:lnTo>
                      <a:pt x="78581" y="6548"/>
                    </a:lnTo>
                    <a:cubicBezTo>
                      <a:pt x="78581" y="2932"/>
                      <a:pt x="75649" y="0"/>
                      <a:pt x="72033" y="0"/>
                    </a:cubicBezTo>
                    <a:cubicBezTo>
                      <a:pt x="68416" y="0"/>
                      <a:pt x="65484" y="2932"/>
                      <a:pt x="65484" y="6548"/>
                    </a:cubicBezTo>
                    <a:lnTo>
                      <a:pt x="65484" y="19645"/>
                    </a:lnTo>
                    <a:lnTo>
                      <a:pt x="32742" y="19645"/>
                    </a:lnTo>
                    <a:cubicBezTo>
                      <a:pt x="25509" y="19645"/>
                      <a:pt x="19645" y="25509"/>
                      <a:pt x="19645" y="32742"/>
                    </a:cubicBezTo>
                    <a:lnTo>
                      <a:pt x="19645" y="65484"/>
                    </a:lnTo>
                    <a:lnTo>
                      <a:pt x="6548" y="65484"/>
                    </a:lnTo>
                    <a:cubicBezTo>
                      <a:pt x="2932" y="65484"/>
                      <a:pt x="0" y="68416"/>
                      <a:pt x="0" y="72033"/>
                    </a:cubicBezTo>
                    <a:cubicBezTo>
                      <a:pt x="0" y="75649"/>
                      <a:pt x="2932" y="78581"/>
                      <a:pt x="6548" y="78581"/>
                    </a:cubicBezTo>
                    <a:lnTo>
                      <a:pt x="19645" y="78581"/>
                    </a:lnTo>
                    <a:lnTo>
                      <a:pt x="19645" y="104775"/>
                    </a:lnTo>
                    <a:lnTo>
                      <a:pt x="6548" y="104775"/>
                    </a:lnTo>
                    <a:cubicBezTo>
                      <a:pt x="2932" y="104775"/>
                      <a:pt x="0" y="107707"/>
                      <a:pt x="0" y="111323"/>
                    </a:cubicBezTo>
                    <a:cubicBezTo>
                      <a:pt x="0" y="114940"/>
                      <a:pt x="2932" y="117872"/>
                      <a:pt x="6548" y="117872"/>
                    </a:cubicBezTo>
                    <a:lnTo>
                      <a:pt x="19645" y="117872"/>
                    </a:lnTo>
                    <a:lnTo>
                      <a:pt x="19645" y="150614"/>
                    </a:lnTo>
                    <a:cubicBezTo>
                      <a:pt x="19645" y="157847"/>
                      <a:pt x="25509" y="163711"/>
                      <a:pt x="32742" y="163711"/>
                    </a:cubicBezTo>
                    <a:lnTo>
                      <a:pt x="65484" y="163711"/>
                    </a:lnTo>
                    <a:lnTo>
                      <a:pt x="65484" y="176808"/>
                    </a:lnTo>
                    <a:cubicBezTo>
                      <a:pt x="65484" y="180424"/>
                      <a:pt x="68416" y="183356"/>
                      <a:pt x="72033" y="183356"/>
                    </a:cubicBezTo>
                    <a:cubicBezTo>
                      <a:pt x="75649" y="183356"/>
                      <a:pt x="78581" y="180424"/>
                      <a:pt x="78581" y="176808"/>
                    </a:cubicBezTo>
                    <a:lnTo>
                      <a:pt x="78581" y="163711"/>
                    </a:lnTo>
                    <a:lnTo>
                      <a:pt x="104775" y="163711"/>
                    </a:lnTo>
                    <a:lnTo>
                      <a:pt x="104775" y="176808"/>
                    </a:lnTo>
                    <a:cubicBezTo>
                      <a:pt x="104775" y="180424"/>
                      <a:pt x="107707" y="183356"/>
                      <a:pt x="111323" y="183356"/>
                    </a:cubicBezTo>
                    <a:cubicBezTo>
                      <a:pt x="114940" y="183356"/>
                      <a:pt x="117872" y="180424"/>
                      <a:pt x="117872" y="176808"/>
                    </a:cubicBezTo>
                    <a:lnTo>
                      <a:pt x="117872" y="163711"/>
                    </a:lnTo>
                    <a:lnTo>
                      <a:pt x="150614" y="163711"/>
                    </a:lnTo>
                    <a:cubicBezTo>
                      <a:pt x="157847" y="163711"/>
                      <a:pt x="163711" y="157847"/>
                      <a:pt x="163711" y="150614"/>
                    </a:cubicBezTo>
                    <a:lnTo>
                      <a:pt x="163711" y="117872"/>
                    </a:lnTo>
                    <a:lnTo>
                      <a:pt x="176808" y="117872"/>
                    </a:lnTo>
                    <a:cubicBezTo>
                      <a:pt x="180424" y="117872"/>
                      <a:pt x="183356" y="114940"/>
                      <a:pt x="183356" y="111323"/>
                    </a:cubicBezTo>
                    <a:cubicBezTo>
                      <a:pt x="183356" y="107707"/>
                      <a:pt x="180424" y="104775"/>
                      <a:pt x="176808" y="104775"/>
                    </a:cubicBezTo>
                    <a:close/>
                    <a:moveTo>
                      <a:pt x="150614" y="150614"/>
                    </a:moveTo>
                    <a:lnTo>
                      <a:pt x="32742" y="150614"/>
                    </a:lnTo>
                    <a:lnTo>
                      <a:pt x="32742" y="32742"/>
                    </a:lnTo>
                    <a:lnTo>
                      <a:pt x="150614" y="32742"/>
                    </a:lnTo>
                    <a:lnTo>
                      <a:pt x="150614" y="111217"/>
                    </a:lnTo>
                    <a:cubicBezTo>
                      <a:pt x="150614" y="111217"/>
                      <a:pt x="150614" y="111291"/>
                      <a:pt x="150614" y="111323"/>
                    </a:cubicBezTo>
                    <a:cubicBezTo>
                      <a:pt x="150614" y="111356"/>
                      <a:pt x="150614" y="111397"/>
                      <a:pt x="150614" y="111430"/>
                    </a:cubicBezTo>
                    <a:lnTo>
                      <a:pt x="150614" y="150614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62612" y="4031456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45618" y="40476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 · temperature=0.3 · /v1 endpoint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781050" y="44577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6C3FD4"/>
            </a:solidFill>
            <a:custDash>
              <a:ds d="266666" sp="200000"/>
            </a:custDash>
          </a:ln>
        </p:spPr>
      </p:sp>
      <p:grpSp>
        <p:nvGrpSpPr>
          <p:cNvPr id="108" name="Group 108"/>
          <p:cNvGrpSpPr/>
          <p:nvPr/>
        </p:nvGrpSpPr>
        <p:grpSpPr>
          <a:xfrm>
            <a:off x="762000" y="4629150"/>
            <a:ext cx="10668000" cy="1638300"/>
            <a:chOff x="762000" y="4629150"/>
            <a:chExt cx="10668000" cy="1638300"/>
          </a:xfrm>
        </p:grpSpPr>
        <p:sp>
          <p:nvSpPr>
            <p:cNvPr id="79" name="Rectangle 79"/>
            <p:cNvSpPr/>
            <p:nvPr/>
          </p:nvSpPr>
          <p:spPr>
            <a:xfrm>
              <a:off x="762000" y="4629150"/>
              <a:ext cx="10668000" cy="16383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2000" y="4629150"/>
              <a:ext cx="47625" cy="16383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9625" y="4629150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3462" y="47172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65070" y="4741545"/>
              <a:ext cx="2837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Embeddings + FileLoader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7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266825" y="5317331"/>
              <a:ext cx="171450" cy="185738"/>
              <a:chOff x="1266825" y="5317331"/>
              <a:chExt cx="17145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273969" y="532447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266825" y="531733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546860" y="53378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25868" y="55906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· 相似度检索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25868" y="57811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source+chunk_index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26820" y="597979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476750" y="5105400"/>
              <a:ext cx="32385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681538" y="5310188"/>
              <a:ext cx="200025" cy="200025"/>
              <a:chOff x="4681538" y="5310188"/>
              <a:chExt cx="200025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4710112" y="5338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5731" y="0"/>
                    </a:moveTo>
                    <a:lnTo>
                      <a:pt x="7144" y="0"/>
                    </a:lnTo>
                    <a:cubicBezTo>
                      <a:pt x="3198" y="0"/>
                      <a:pt x="0" y="3198"/>
                      <a:pt x="0" y="7144"/>
                    </a:cubicBezTo>
                    <a:lnTo>
                      <a:pt x="0" y="135731"/>
                    </a:lnTo>
                    <a:cubicBezTo>
                      <a:pt x="0" y="139677"/>
                      <a:pt x="3198" y="142875"/>
                      <a:pt x="7144" y="142875"/>
                    </a:cubicBezTo>
                    <a:lnTo>
                      <a:pt x="135731" y="142875"/>
                    </a:lnTo>
                    <a:cubicBezTo>
                      <a:pt x="139677" y="142875"/>
                      <a:pt x="142875" y="139677"/>
                      <a:pt x="142875" y="135731"/>
                    </a:cubicBezTo>
                    <a:lnTo>
                      <a:pt x="142875" y="7144"/>
                    </a:lnTo>
                    <a:cubicBezTo>
                      <a:pt x="142875" y="3198"/>
                      <a:pt x="139677" y="0"/>
                      <a:pt x="135731" y="0"/>
                    </a:cubicBezTo>
                    <a:close/>
                    <a:moveTo>
                      <a:pt x="92869" y="92869"/>
                    </a:moveTo>
                    <a:lnTo>
                      <a:pt x="50006" y="92869"/>
                    </a:lnTo>
                    <a:lnTo>
                      <a:pt x="50006" y="50006"/>
                    </a:lnTo>
                    <a:lnTo>
                      <a:pt x="92869" y="50006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681538" y="53101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21444" y="71438"/>
                    </a:moveTo>
                    <a:lnTo>
                      <a:pt x="78581" y="71438"/>
                    </a:lnTo>
                    <a:cubicBezTo>
                      <a:pt x="74636" y="71438"/>
                      <a:pt x="71438" y="74636"/>
                      <a:pt x="71438" y="78581"/>
                    </a:cubicBezTo>
                    <a:lnTo>
                      <a:pt x="71438" y="121444"/>
                    </a:lnTo>
                    <a:cubicBezTo>
                      <a:pt x="71438" y="125389"/>
                      <a:pt x="74636" y="128588"/>
                      <a:pt x="78581" y="128588"/>
                    </a:cubicBezTo>
                    <a:lnTo>
                      <a:pt x="121444" y="128588"/>
                    </a:lnTo>
                    <a:cubicBezTo>
                      <a:pt x="125389" y="128588"/>
                      <a:pt x="128588" y="125389"/>
                      <a:pt x="128588" y="121444"/>
                    </a:cubicBezTo>
                    <a:lnTo>
                      <a:pt x="128588" y="78581"/>
                    </a:lnTo>
                    <a:cubicBezTo>
                      <a:pt x="128588" y="74636"/>
                      <a:pt x="125389" y="71438"/>
                      <a:pt x="121444" y="71438"/>
                    </a:cubicBezTo>
                    <a:close/>
                    <a:moveTo>
                      <a:pt x="114300" y="114300"/>
                    </a:moveTo>
                    <a:lnTo>
                      <a:pt x="85725" y="114300"/>
                    </a:lnTo>
                    <a:lnTo>
                      <a:pt x="85725" y="85725"/>
                    </a:lnTo>
                    <a:lnTo>
                      <a:pt x="114300" y="85725"/>
                    </a:lnTo>
                    <a:close/>
                    <a:moveTo>
                      <a:pt x="192881" y="114300"/>
                    </a:moveTo>
                    <a:lnTo>
                      <a:pt x="178594" y="114300"/>
                    </a:lnTo>
                    <a:lnTo>
                      <a:pt x="178594" y="85725"/>
                    </a:lnTo>
                    <a:lnTo>
                      <a:pt x="192881" y="85725"/>
                    </a:lnTo>
                    <a:cubicBezTo>
                      <a:pt x="196827" y="85725"/>
                      <a:pt x="200025" y="82527"/>
                      <a:pt x="200025" y="78581"/>
                    </a:cubicBezTo>
                    <a:cubicBezTo>
                      <a:pt x="200025" y="74636"/>
                      <a:pt x="196827" y="71438"/>
                      <a:pt x="192881" y="71438"/>
                    </a:cubicBezTo>
                    <a:lnTo>
                      <a:pt x="178594" y="71438"/>
                    </a:lnTo>
                    <a:lnTo>
                      <a:pt x="178594" y="35719"/>
                    </a:lnTo>
                    <a:cubicBezTo>
                      <a:pt x="178594" y="27828"/>
                      <a:pt x="172197" y="21431"/>
                      <a:pt x="164306" y="21431"/>
                    </a:cubicBezTo>
                    <a:lnTo>
                      <a:pt x="128588" y="21431"/>
                    </a:lnTo>
                    <a:lnTo>
                      <a:pt x="128588" y="7144"/>
                    </a:lnTo>
                    <a:cubicBezTo>
                      <a:pt x="128588" y="3198"/>
                      <a:pt x="125389" y="0"/>
                      <a:pt x="121444" y="0"/>
                    </a:cubicBezTo>
                    <a:cubicBezTo>
                      <a:pt x="117498" y="0"/>
                      <a:pt x="114300" y="3198"/>
                      <a:pt x="114300" y="7144"/>
                    </a:cubicBezTo>
                    <a:lnTo>
                      <a:pt x="114300" y="21431"/>
                    </a:lnTo>
                    <a:lnTo>
                      <a:pt x="85725" y="21431"/>
                    </a:lnTo>
                    <a:lnTo>
                      <a:pt x="85725" y="7144"/>
                    </a:lnTo>
                    <a:cubicBezTo>
                      <a:pt x="85725" y="3198"/>
                      <a:pt x="82527" y="0"/>
                      <a:pt x="78581" y="0"/>
                    </a:cubicBezTo>
                    <a:cubicBezTo>
                      <a:pt x="74636" y="0"/>
                      <a:pt x="71438" y="3198"/>
                      <a:pt x="71438" y="7144"/>
                    </a:cubicBezTo>
                    <a:lnTo>
                      <a:pt x="71438" y="21431"/>
                    </a:lnTo>
                    <a:lnTo>
                      <a:pt x="35719" y="21431"/>
                    </a:lnTo>
                    <a:cubicBezTo>
                      <a:pt x="27828" y="21431"/>
                      <a:pt x="21431" y="27828"/>
                      <a:pt x="21431" y="35719"/>
                    </a:cubicBezTo>
                    <a:lnTo>
                      <a:pt x="21431" y="71438"/>
                    </a:lnTo>
                    <a:lnTo>
                      <a:pt x="7144" y="71438"/>
                    </a:lnTo>
                    <a:cubicBezTo>
                      <a:pt x="3198" y="71438"/>
                      <a:pt x="0" y="74636"/>
                      <a:pt x="0" y="78581"/>
                    </a:cubicBezTo>
                    <a:cubicBezTo>
                      <a:pt x="0" y="82527"/>
                      <a:pt x="3198" y="85725"/>
                      <a:pt x="7144" y="85725"/>
                    </a:cubicBezTo>
                    <a:lnTo>
                      <a:pt x="21431" y="85725"/>
                    </a:lnTo>
                    <a:lnTo>
                      <a:pt x="21431" y="114300"/>
                    </a:lnTo>
                    <a:lnTo>
                      <a:pt x="7144" y="114300"/>
                    </a:lnTo>
                    <a:cubicBezTo>
                      <a:pt x="3198" y="114300"/>
                      <a:pt x="0" y="117498"/>
                      <a:pt x="0" y="121444"/>
                    </a:cubicBezTo>
                    <a:cubicBezTo>
                      <a:pt x="0" y="125389"/>
                      <a:pt x="3198" y="128588"/>
                      <a:pt x="7144" y="128588"/>
                    </a:cubicBezTo>
                    <a:lnTo>
                      <a:pt x="21431" y="128588"/>
                    </a:lnTo>
                    <a:lnTo>
                      <a:pt x="21431" y="164306"/>
                    </a:lnTo>
                    <a:cubicBezTo>
                      <a:pt x="21431" y="172197"/>
                      <a:pt x="27828" y="178594"/>
                      <a:pt x="35719" y="178594"/>
                    </a:cubicBezTo>
                    <a:lnTo>
                      <a:pt x="71438" y="178594"/>
                    </a:lnTo>
                    <a:lnTo>
                      <a:pt x="71438" y="192881"/>
                    </a:lnTo>
                    <a:cubicBezTo>
                      <a:pt x="71438" y="196827"/>
                      <a:pt x="74636" y="200025"/>
                      <a:pt x="78581" y="200025"/>
                    </a:cubicBezTo>
                    <a:cubicBezTo>
                      <a:pt x="82527" y="200025"/>
                      <a:pt x="85725" y="196827"/>
                      <a:pt x="85725" y="192881"/>
                    </a:cubicBezTo>
                    <a:lnTo>
                      <a:pt x="85725" y="178594"/>
                    </a:lnTo>
                    <a:lnTo>
                      <a:pt x="114300" y="178594"/>
                    </a:lnTo>
                    <a:lnTo>
                      <a:pt x="114300" y="192881"/>
                    </a:lnTo>
                    <a:cubicBezTo>
                      <a:pt x="114300" y="196827"/>
                      <a:pt x="117498" y="200025"/>
                      <a:pt x="121444" y="200025"/>
                    </a:cubicBezTo>
                    <a:cubicBezTo>
                      <a:pt x="125389" y="200025"/>
                      <a:pt x="128588" y="196827"/>
                      <a:pt x="128588" y="192881"/>
                    </a:cubicBezTo>
                    <a:lnTo>
                      <a:pt x="128588" y="178594"/>
                    </a:lnTo>
                    <a:lnTo>
                      <a:pt x="164306" y="178594"/>
                    </a:lnTo>
                    <a:cubicBezTo>
                      <a:pt x="172197" y="178594"/>
                      <a:pt x="178594" y="172197"/>
                      <a:pt x="178594" y="164306"/>
                    </a:cubicBezTo>
                    <a:lnTo>
                      <a:pt x="178594" y="128588"/>
                    </a:lnTo>
                    <a:lnTo>
                      <a:pt x="192881" y="128588"/>
                    </a:lnTo>
                    <a:cubicBezTo>
                      <a:pt x="196827" y="128588"/>
                      <a:pt x="200025" y="125389"/>
                      <a:pt x="200025" y="121444"/>
                    </a:cubicBezTo>
                    <a:cubicBezTo>
                      <a:pt x="200025" y="117498"/>
                      <a:pt x="196827" y="114300"/>
                      <a:pt x="192881" y="114300"/>
                    </a:cubicBezTo>
                    <a:close/>
                    <a:moveTo>
                      <a:pt x="164306" y="164306"/>
                    </a:moveTo>
                    <a:lnTo>
                      <a:pt x="35719" y="164306"/>
                    </a:lnTo>
                    <a:lnTo>
                      <a:pt x="35719" y="35719"/>
                    </a:lnTo>
                    <a:lnTo>
                      <a:pt x="164306" y="35719"/>
                    </a:lnTo>
                    <a:lnTo>
                      <a:pt x="164306" y="121328"/>
                    </a:lnTo>
                    <a:cubicBezTo>
                      <a:pt x="164306" y="121328"/>
                      <a:pt x="164306" y="121408"/>
                      <a:pt x="164306" y="121444"/>
                    </a:cubicBezTo>
                    <a:cubicBezTo>
                      <a:pt x="164306" y="121479"/>
                      <a:pt x="164306" y="121524"/>
                      <a:pt x="164306" y="121560"/>
                    </a:cubicBezTo>
                    <a:lnTo>
                      <a:pt x="164306" y="164306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975860" y="53378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 Embedding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54868" y="559069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54868" y="5781199"/>
              <a:ext cx="2072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 · normalize_embeddings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55820" y="59797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HF Mirror 回退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905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8121253" y="5317330"/>
              <a:ext cx="175766" cy="171451"/>
              <a:chOff x="8121253" y="5317330"/>
              <a:chExt cx="175766" cy="17145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231981" y="53244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1253" y="5317330"/>
                <a:ext cx="175766" cy="171451"/>
              </a:xfrm>
              <a:custGeom>
                <a:avLst/>
                <a:gdLst/>
                <a:ahLst/>
                <a:cxnLst/>
                <a:rect l="l" t="t" r="r" b="b"/>
                <a:pathLst>
                  <a:path w="175766" h="171451">
                    <a:moveTo>
                      <a:pt x="21431" y="107158"/>
                    </a:moveTo>
                    <a:lnTo>
                      <a:pt x="7144" y="107158"/>
                    </a:lnTo>
                    <a:cubicBezTo>
                      <a:pt x="3198" y="107158"/>
                      <a:pt x="0" y="110356"/>
                      <a:pt x="0" y="114301"/>
                    </a:cubicBezTo>
                    <a:lnTo>
                      <a:pt x="0" y="164308"/>
                    </a:lnTo>
                    <a:cubicBezTo>
                      <a:pt x="0" y="168253"/>
                      <a:pt x="3198" y="171451"/>
                      <a:pt x="7144" y="171451"/>
                    </a:cubicBezTo>
                    <a:lnTo>
                      <a:pt x="21431" y="171451"/>
                    </a:lnTo>
                    <a:cubicBezTo>
                      <a:pt x="39185" y="171451"/>
                      <a:pt x="53578" y="157059"/>
                      <a:pt x="53578" y="139305"/>
                    </a:cubicBezTo>
                    <a:cubicBezTo>
                      <a:pt x="53578" y="121550"/>
                      <a:pt x="39185" y="107158"/>
                      <a:pt x="21431" y="107158"/>
                    </a:cubicBezTo>
                    <a:close/>
                    <a:moveTo>
                      <a:pt x="21431" y="157164"/>
                    </a:moveTo>
                    <a:lnTo>
                      <a:pt x="14288" y="157164"/>
                    </a:lnTo>
                    <a:lnTo>
                      <a:pt x="14288" y="121445"/>
                    </a:lnTo>
                    <a:lnTo>
                      <a:pt x="21431" y="121445"/>
                    </a:lnTo>
                    <a:cubicBezTo>
                      <a:pt x="31295" y="121445"/>
                      <a:pt x="39291" y="129441"/>
                      <a:pt x="39291" y="139305"/>
                    </a:cubicBezTo>
                    <a:cubicBezTo>
                      <a:pt x="39291" y="149168"/>
                      <a:pt x="31295" y="157164"/>
                      <a:pt x="21431" y="157164"/>
                    </a:cubicBezTo>
                    <a:close/>
                    <a:moveTo>
                      <a:pt x="172816" y="152780"/>
                    </a:moveTo>
                    <a:cubicBezTo>
                      <a:pt x="175666" y="155507"/>
                      <a:pt x="175766" y="160028"/>
                      <a:pt x="173039" y="162879"/>
                    </a:cubicBezTo>
                    <a:cubicBezTo>
                      <a:pt x="168012" y="168291"/>
                      <a:pt x="160977" y="171392"/>
                      <a:pt x="153591" y="171451"/>
                    </a:cubicBezTo>
                    <a:cubicBezTo>
                      <a:pt x="137830" y="171451"/>
                      <a:pt x="125016" y="157030"/>
                      <a:pt x="125016" y="139305"/>
                    </a:cubicBezTo>
                    <a:cubicBezTo>
                      <a:pt x="125016" y="121579"/>
                      <a:pt x="137830" y="107158"/>
                      <a:pt x="153591" y="107158"/>
                    </a:cubicBezTo>
                    <a:cubicBezTo>
                      <a:pt x="160977" y="107218"/>
                      <a:pt x="168012" y="110318"/>
                      <a:pt x="173039" y="115730"/>
                    </a:cubicBezTo>
                    <a:cubicBezTo>
                      <a:pt x="175705" y="118590"/>
                      <a:pt x="175578" y="123061"/>
                      <a:pt x="172753" y="125763"/>
                    </a:cubicBezTo>
                    <a:cubicBezTo>
                      <a:pt x="169928" y="128466"/>
                      <a:pt x="165456" y="128396"/>
                      <a:pt x="162717" y="125606"/>
                    </a:cubicBezTo>
                    <a:cubicBezTo>
                      <a:pt x="160373" y="123028"/>
                      <a:pt x="157074" y="121523"/>
                      <a:pt x="153591" y="121445"/>
                    </a:cubicBezTo>
                    <a:cubicBezTo>
                      <a:pt x="145715" y="121445"/>
                      <a:pt x="139303" y="129482"/>
                      <a:pt x="139303" y="139305"/>
                    </a:cubicBezTo>
                    <a:cubicBezTo>
                      <a:pt x="139303" y="149127"/>
                      <a:pt x="145715" y="157164"/>
                      <a:pt x="153591" y="157164"/>
                    </a:cubicBezTo>
                    <a:cubicBezTo>
                      <a:pt x="157076" y="157092"/>
                      <a:pt x="160377" y="155587"/>
                      <a:pt x="162717" y="153003"/>
                    </a:cubicBezTo>
                    <a:cubicBezTo>
                      <a:pt x="165444" y="150153"/>
                      <a:pt x="169966" y="150053"/>
                      <a:pt x="172816" y="152780"/>
                    </a:cubicBezTo>
                    <a:close/>
                    <a:moveTo>
                      <a:pt x="89297" y="107158"/>
                    </a:moveTo>
                    <a:cubicBezTo>
                      <a:pt x="73545" y="107158"/>
                      <a:pt x="60722" y="121579"/>
                      <a:pt x="60722" y="139305"/>
                    </a:cubicBezTo>
                    <a:cubicBezTo>
                      <a:pt x="60722" y="157030"/>
                      <a:pt x="73545" y="171451"/>
                      <a:pt x="89297" y="171451"/>
                    </a:cubicBezTo>
                    <a:cubicBezTo>
                      <a:pt x="105049" y="171451"/>
                      <a:pt x="117872" y="157030"/>
                      <a:pt x="117872" y="139305"/>
                    </a:cubicBezTo>
                    <a:cubicBezTo>
                      <a:pt x="117872" y="121579"/>
                      <a:pt x="105049" y="107158"/>
                      <a:pt x="89297" y="107158"/>
                    </a:cubicBezTo>
                    <a:close/>
                    <a:moveTo>
                      <a:pt x="89297" y="157164"/>
                    </a:moveTo>
                    <a:cubicBezTo>
                      <a:pt x="81421" y="157164"/>
                      <a:pt x="75009" y="149127"/>
                      <a:pt x="75009" y="139305"/>
                    </a:cubicBezTo>
                    <a:cubicBezTo>
                      <a:pt x="75009" y="129482"/>
                      <a:pt x="81421" y="121445"/>
                      <a:pt x="89297" y="121445"/>
                    </a:cubicBezTo>
                    <a:cubicBezTo>
                      <a:pt x="97173" y="121445"/>
                      <a:pt x="103584" y="129482"/>
                      <a:pt x="103584" y="139305"/>
                    </a:cubicBezTo>
                    <a:cubicBezTo>
                      <a:pt x="103584" y="149127"/>
                      <a:pt x="97173" y="157164"/>
                      <a:pt x="89297" y="157164"/>
                    </a:cubicBezTo>
                    <a:close/>
                    <a:moveTo>
                      <a:pt x="17859" y="85726"/>
                    </a:moveTo>
                    <a:cubicBezTo>
                      <a:pt x="21805" y="85726"/>
                      <a:pt x="25003" y="82528"/>
                      <a:pt x="25003" y="78583"/>
                    </a:cubicBezTo>
                    <a:lnTo>
                      <a:pt x="25003" y="14289"/>
                    </a:lnTo>
                    <a:lnTo>
                      <a:pt x="103584" y="14289"/>
                    </a:lnTo>
                    <a:lnTo>
                      <a:pt x="103584" y="57151"/>
                    </a:lnTo>
                    <a:cubicBezTo>
                      <a:pt x="103584" y="61097"/>
                      <a:pt x="106783" y="64295"/>
                      <a:pt x="110728" y="64295"/>
                    </a:cubicBezTo>
                    <a:lnTo>
                      <a:pt x="153591" y="64295"/>
                    </a:lnTo>
                    <a:lnTo>
                      <a:pt x="153591" y="78583"/>
                    </a:lnTo>
                    <a:cubicBezTo>
                      <a:pt x="153591" y="82528"/>
                      <a:pt x="156789" y="85726"/>
                      <a:pt x="160734" y="85726"/>
                    </a:cubicBezTo>
                    <a:cubicBezTo>
                      <a:pt x="164680" y="85726"/>
                      <a:pt x="167878" y="82528"/>
                      <a:pt x="167878" y="78583"/>
                    </a:cubicBezTo>
                    <a:lnTo>
                      <a:pt x="167878" y="57151"/>
                    </a:lnTo>
                    <a:cubicBezTo>
                      <a:pt x="167880" y="55256"/>
                      <a:pt x="167128" y="53438"/>
                      <a:pt x="165789" y="52097"/>
                    </a:cubicBezTo>
                    <a:lnTo>
                      <a:pt x="115782" y="2091"/>
                    </a:lnTo>
                    <a:cubicBezTo>
                      <a:pt x="114441" y="752"/>
                      <a:pt x="112623" y="0"/>
                      <a:pt x="110728" y="1"/>
                    </a:cubicBezTo>
                    <a:lnTo>
                      <a:pt x="25003" y="1"/>
                    </a:lnTo>
                    <a:cubicBezTo>
                      <a:pt x="17112" y="1"/>
                      <a:pt x="10716" y="6398"/>
                      <a:pt x="10716" y="14289"/>
                    </a:cubicBezTo>
                    <a:lnTo>
                      <a:pt x="10716" y="78583"/>
                    </a:lnTo>
                    <a:cubicBezTo>
                      <a:pt x="10716" y="82528"/>
                      <a:pt x="13914" y="85726"/>
                      <a:pt x="17859" y="85726"/>
                    </a:cubicBezTo>
                    <a:close/>
                    <a:moveTo>
                      <a:pt x="117872" y="24388"/>
                    </a:moveTo>
                    <a:lnTo>
                      <a:pt x="143491" y="50008"/>
                    </a:lnTo>
                    <a:lnTo>
                      <a:pt x="117872" y="50008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8404860" y="533781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3868" y="5590699"/>
              <a:ext cx="2007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种格式自动检测 · UUID 安全命名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83868" y="578119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 RecursiveCharacterTextSplitter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820" y="59797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62000" y="6477000"/>
            <a:ext cx="10679430" cy="257175"/>
            <a:chOff x="762000" y="6477000"/>
            <a:chExt cx="10679430" cy="257175"/>
          </a:xfrm>
        </p:grpSpPr>
        <p:sp>
          <p:nvSpPr>
            <p:cNvPr id="109" name="Rectangle 10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7" grpId="0"/>
      <p:bldP spid="1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771829" cy="574834"/>
            <a:chOff x="762000" y="299085"/>
            <a:chExt cx="377182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2428875" cy="3714750"/>
            <a:chOff x="762000" y="1333500"/>
            <a:chExt cx="2428875" cy="371475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2428875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27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239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668" y="2514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39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668" y="27522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239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966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 key: name+size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39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668" y="32284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安全命名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34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0697" y="38109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3238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3619500" y="1333500"/>
            <a:ext cx="2428875" cy="3714750"/>
            <a:chOff x="3619500" y="1333500"/>
            <a:chExt cx="2428875" cy="3714750"/>
          </a:xfrm>
        </p:grpSpPr>
        <p:sp>
          <p:nvSpPr>
            <p:cNvPr id="26" name="Rectangle 26"/>
            <p:cNvSpPr/>
            <p:nvPr/>
          </p:nvSpPr>
          <p:spPr>
            <a:xfrm>
              <a:off x="36195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0" y="1333500"/>
              <a:ext cx="2428875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0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9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02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81438" y="254793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7168" y="2514124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81438" y="278606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07168" y="275224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PDF/DOCX/TXT/MD/等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881438" y="302418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07168" y="29903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中文感知分隔符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881438" y="326231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0716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21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3065" y="38109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0960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477000" y="1333500"/>
            <a:ext cx="2428875" cy="3714750"/>
            <a:chOff x="6477000" y="1333500"/>
            <a:chExt cx="2428875" cy="3714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333500"/>
              <a:ext cx="2428875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46545" y="18221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5476" y="2215991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38938" y="254793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4668" y="25141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38938" y="278606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668" y="27522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38938" y="302418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64668" y="2990374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38938" y="326231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4668" y="32284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 · 去重逻辑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49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4934" y="381095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953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81" name="Group 81"/>
          <p:cNvGrpSpPr/>
          <p:nvPr/>
        </p:nvGrpSpPr>
        <p:grpSpPr>
          <a:xfrm>
            <a:off x="9334500" y="1333500"/>
            <a:ext cx="2095500" cy="3714750"/>
            <a:chOff x="9334500" y="1333500"/>
            <a:chExt cx="2095500" cy="3714750"/>
          </a:xfrm>
        </p:grpSpPr>
        <p:sp>
          <p:nvSpPr>
            <p:cNvPr id="64" name="Rectangle 64"/>
            <p:cNvSpPr/>
            <p:nvPr/>
          </p:nvSpPr>
          <p:spPr>
            <a:xfrm>
              <a:off x="9334500" y="1333500"/>
              <a:ext cx="2095500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34500" y="1333500"/>
              <a:ext cx="20955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05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4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25000" y="2143125"/>
              <a:ext cx="1714500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16566" y="2215991"/>
              <a:ext cx="731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双工具 · 流式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5964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22168" y="2514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5964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22168" y="27522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Search 回退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5964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2990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LLM 流式生成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5964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2168" y="32284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 + 记忆存储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25000" y="3619500"/>
              <a:ext cx="17145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45184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4878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62000" y="5286375"/>
            <a:ext cx="10668000" cy="342900"/>
            <a:chOff x="762000" y="5286375"/>
            <a:chExt cx="10668000" cy="342900"/>
          </a:xfrm>
        </p:grpSpPr>
        <p:sp>
          <p:nvSpPr>
            <p:cNvPr id="82" name="Rectangle 82"/>
            <p:cNvSpPr/>
            <p:nvPr/>
          </p:nvSpPr>
          <p:spPr>
            <a:xfrm>
              <a:off x="762000" y="5286375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09709" y="5400199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→ 分块文档 → 向量索引 → 智能回答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85" name="Rectangle 8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62" grpId="0"/>
      <p:bldP spid="81" grpId="0"/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569179" cy="574834"/>
            <a:chOff x="762000" y="280035"/>
            <a:chExt cx="256917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391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USE CASES — WHERE THIS SYSTEM SHINES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90766" y="1357288"/>
              <a:ext cx="285759" cy="247698"/>
              <a:chOff x="2390766" y="1357288"/>
              <a:chExt cx="285759" cy="2476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400249" y="137160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90766" y="135728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企业知识库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7065" y="1995488"/>
              <a:ext cx="574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INTERNAL KB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744" y="23074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上传内部文档即建即用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76008" y="2545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员工 FAQ 自助查询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416" y="27998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无需手工整理 FAQ 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90650"/>
              <a:ext cx="266700" cy="228600"/>
              <a:chOff x="6038850" y="1390650"/>
              <a:chExt cx="2667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48375" y="1400175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247650" y="9525"/>
                    </a:moveTo>
                    <a:lnTo>
                      <a:pt x="247650" y="161925"/>
                    </a:lnTo>
                    <a:cubicBezTo>
                      <a:pt x="247650" y="167186"/>
                      <a:pt x="243386" y="171450"/>
                      <a:pt x="238125" y="171450"/>
                    </a:cubicBezTo>
                    <a:lnTo>
                      <a:pt x="161925" y="171450"/>
                    </a:lnTo>
                    <a:cubicBezTo>
                      <a:pt x="140883" y="171450"/>
                      <a:pt x="123825" y="188508"/>
                      <a:pt x="123825" y="209550"/>
                    </a:cubicBezTo>
                    <a:cubicBezTo>
                      <a:pt x="123825" y="188508"/>
                      <a:pt x="106767" y="171450"/>
                      <a:pt x="85725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85725" y="0"/>
                    </a:lnTo>
                    <a:cubicBezTo>
                      <a:pt x="106767" y="0"/>
                      <a:pt x="123825" y="17058"/>
                      <a:pt x="123825" y="38100"/>
                    </a:cubicBezTo>
                    <a:cubicBezTo>
                      <a:pt x="123825" y="17058"/>
                      <a:pt x="140883" y="0"/>
                      <a:pt x="161925" y="0"/>
                    </a:cubicBezTo>
                    <a:lnTo>
                      <a:pt x="238125" y="0"/>
                    </a:lnTo>
                    <a:cubicBezTo>
                      <a:pt x="243386" y="0"/>
                      <a:pt x="247650" y="4264"/>
                      <a:pt x="2476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90650"/>
                <a:ext cx="2667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28600">
                    <a:moveTo>
                      <a:pt x="247650" y="0"/>
                    </a:moveTo>
                    <a:lnTo>
                      <a:pt x="171450" y="0"/>
                    </a:lnTo>
                    <a:cubicBezTo>
                      <a:pt x="156460" y="0"/>
                      <a:pt x="142344" y="7058"/>
                      <a:pt x="133350" y="19050"/>
                    </a:cubicBezTo>
                    <a:cubicBezTo>
                      <a:pt x="124356" y="7058"/>
                      <a:pt x="110240" y="0"/>
                      <a:pt x="95250" y="0"/>
                    </a:cubicBez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71450"/>
                    </a:lnTo>
                    <a:cubicBezTo>
                      <a:pt x="0" y="181971"/>
                      <a:pt x="8529" y="190500"/>
                      <a:pt x="19050" y="190500"/>
                    </a:cubicBezTo>
                    <a:lnTo>
                      <a:pt x="95250" y="190500"/>
                    </a:lnTo>
                    <a:cubicBezTo>
                      <a:pt x="111032" y="190500"/>
                      <a:pt x="123825" y="203293"/>
                      <a:pt x="123825" y="219075"/>
                    </a:cubicBezTo>
                    <a:cubicBezTo>
                      <a:pt x="123825" y="224336"/>
                      <a:pt x="128089" y="228600"/>
                      <a:pt x="133350" y="228600"/>
                    </a:cubicBezTo>
                    <a:cubicBezTo>
                      <a:pt x="138611" y="228600"/>
                      <a:pt x="142875" y="224336"/>
                      <a:pt x="142875" y="219075"/>
                    </a:cubicBezTo>
                    <a:cubicBezTo>
                      <a:pt x="142875" y="203293"/>
                      <a:pt x="155668" y="190500"/>
                      <a:pt x="171450" y="190500"/>
                    </a:cubicBezTo>
                    <a:lnTo>
                      <a:pt x="247650" y="190500"/>
                    </a:lnTo>
                    <a:cubicBezTo>
                      <a:pt x="258171" y="190500"/>
                      <a:pt x="266700" y="181971"/>
                      <a:pt x="266700" y="171450"/>
                    </a:cubicBezTo>
                    <a:lnTo>
                      <a:pt x="266700" y="19050"/>
                    </a:lnTo>
                    <a:cubicBezTo>
                      <a:pt x="266700" y="8529"/>
                      <a:pt x="258171" y="0"/>
                      <a:pt x="247650" y="0"/>
                    </a:cubicBezTo>
                    <a:close/>
                    <a:moveTo>
                      <a:pt x="95250" y="171450"/>
                    </a:moveTo>
                    <a:lnTo>
                      <a:pt x="19050" y="171450"/>
                    </a:lnTo>
                    <a:lnTo>
                      <a:pt x="19050" y="19050"/>
                    </a:lnTo>
                    <a:lnTo>
                      <a:pt x="95250" y="19050"/>
                    </a:lnTo>
                    <a:cubicBezTo>
                      <a:pt x="111032" y="19050"/>
                      <a:pt x="123825" y="31843"/>
                      <a:pt x="123825" y="47625"/>
                    </a:cubicBezTo>
                    <a:lnTo>
                      <a:pt x="123825" y="180975"/>
                    </a:lnTo>
                    <a:cubicBezTo>
                      <a:pt x="115589" y="174778"/>
                      <a:pt x="105557" y="171434"/>
                      <a:pt x="95250" y="171450"/>
                    </a:cubicBezTo>
                    <a:close/>
                    <a:moveTo>
                      <a:pt x="247650" y="171450"/>
                    </a:moveTo>
                    <a:lnTo>
                      <a:pt x="171450" y="171450"/>
                    </a:lnTo>
                    <a:cubicBezTo>
                      <a:pt x="161143" y="171434"/>
                      <a:pt x="151111" y="174778"/>
                      <a:pt x="142875" y="180975"/>
                    </a:cubicBezTo>
                    <a:lnTo>
                      <a:pt x="142875" y="47625"/>
                    </a:lnTo>
                    <a:cubicBezTo>
                      <a:pt x="142875" y="31843"/>
                      <a:pt x="155668" y="19050"/>
                      <a:pt x="171450" y="19050"/>
                    </a:cubicBezTo>
                    <a:lnTo>
                      <a:pt x="247650" y="19050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产品文档问答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15608" y="1995488"/>
              <a:ext cx="69413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PRODUCT DOCS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2048" y="2307431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产品手册/说明书上传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294" y="2545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用户自助查询功能说明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0228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降低客服人工压力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7875" y="1381125"/>
              <a:ext cx="247650" cy="228600"/>
              <a:chOff x="9667875" y="1381125"/>
              <a:chExt cx="24765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7740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085421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技术支持助手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7484" y="19954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TECH SUPPORT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2668" y="2307431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技术文档/日志/错误码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20188" y="2545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快速定位解决方案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2102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支持联网搜索补充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08569" y="3923869"/>
              <a:ext cx="250228" cy="267563"/>
              <a:chOff x="2408569" y="3923869"/>
              <a:chExt cx="250228" cy="26756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19350" y="3933825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228600" y="66675"/>
                    </a:moveTo>
                    <a:lnTo>
                      <a:pt x="114300" y="133350"/>
                    </a:lnTo>
                    <a:lnTo>
                      <a:pt x="0" y="66675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08569" y="3923869"/>
                <a:ext cx="250228" cy="267563"/>
              </a:xfrm>
              <a:custGeom>
                <a:avLst/>
                <a:gdLst/>
                <a:ahLst/>
                <a:cxnLst/>
                <a:rect l="l" t="t" r="r" b="b"/>
                <a:pathLst>
                  <a:path w="250228" h="267563">
                    <a:moveTo>
                      <a:pt x="247609" y="186169"/>
                    </a:moveTo>
                    <a:cubicBezTo>
                      <a:pt x="250228" y="190714"/>
                      <a:pt x="248679" y="196522"/>
                      <a:pt x="244144" y="199159"/>
                    </a:cubicBezTo>
                    <a:lnTo>
                      <a:pt x="129844" y="265834"/>
                    </a:lnTo>
                    <a:cubicBezTo>
                      <a:pt x="126879" y="267563"/>
                      <a:pt x="123213" y="267563"/>
                      <a:pt x="120248" y="265834"/>
                    </a:cubicBezTo>
                    <a:lnTo>
                      <a:pt x="5948" y="199159"/>
                    </a:lnTo>
                    <a:cubicBezTo>
                      <a:pt x="1480" y="196474"/>
                      <a:pt x="0" y="190698"/>
                      <a:pt x="2626" y="186196"/>
                    </a:cubicBezTo>
                    <a:cubicBezTo>
                      <a:pt x="5251" y="181694"/>
                      <a:pt x="11008" y="180138"/>
                      <a:pt x="15544" y="182704"/>
                    </a:cubicBezTo>
                    <a:lnTo>
                      <a:pt x="125081" y="246581"/>
                    </a:lnTo>
                    <a:lnTo>
                      <a:pt x="234619" y="182704"/>
                    </a:lnTo>
                    <a:cubicBezTo>
                      <a:pt x="239164" y="180085"/>
                      <a:pt x="244972" y="181634"/>
                      <a:pt x="247609" y="186169"/>
                    </a:cubicBezTo>
                    <a:close/>
                    <a:moveTo>
                      <a:pt x="234619" y="125554"/>
                    </a:moveTo>
                    <a:lnTo>
                      <a:pt x="125081" y="189431"/>
                    </a:lnTo>
                    <a:lnTo>
                      <a:pt x="15544" y="125554"/>
                    </a:lnTo>
                    <a:cubicBezTo>
                      <a:pt x="11043" y="123313"/>
                      <a:pt x="5574" y="124957"/>
                      <a:pt x="3055" y="129309"/>
                    </a:cubicBezTo>
                    <a:cubicBezTo>
                      <a:pt x="536" y="133661"/>
                      <a:pt x="1834" y="139221"/>
                      <a:pt x="6019" y="142009"/>
                    </a:cubicBezTo>
                    <a:lnTo>
                      <a:pt x="120319" y="208684"/>
                    </a:lnTo>
                    <a:cubicBezTo>
                      <a:pt x="123284" y="210413"/>
                      <a:pt x="126950" y="210413"/>
                      <a:pt x="129915" y="208684"/>
                    </a:cubicBezTo>
                    <a:lnTo>
                      <a:pt x="244215" y="142009"/>
                    </a:lnTo>
                    <a:cubicBezTo>
                      <a:pt x="247203" y="140318"/>
                      <a:pt x="249050" y="137151"/>
                      <a:pt x="249050" y="133718"/>
                    </a:cubicBezTo>
                    <a:cubicBezTo>
                      <a:pt x="249050" y="130286"/>
                      <a:pt x="247203" y="127118"/>
                      <a:pt x="244215" y="125428"/>
                    </a:cubicBezTo>
                    <a:cubicBezTo>
                      <a:pt x="241227" y="123738"/>
                      <a:pt x="237561" y="123786"/>
                      <a:pt x="234619" y="125554"/>
                    </a:cubicBezTo>
                    <a:close/>
                    <a:moveTo>
                      <a:pt x="1256" y="76631"/>
                    </a:moveTo>
                    <a:cubicBezTo>
                      <a:pt x="1264" y="73236"/>
                      <a:pt x="3079" y="70102"/>
                      <a:pt x="6019" y="68404"/>
                    </a:cubicBezTo>
                    <a:lnTo>
                      <a:pt x="120319" y="1729"/>
                    </a:lnTo>
                    <a:cubicBezTo>
                      <a:pt x="123284" y="0"/>
                      <a:pt x="126950" y="0"/>
                      <a:pt x="129915" y="1729"/>
                    </a:cubicBezTo>
                    <a:lnTo>
                      <a:pt x="244215" y="68404"/>
                    </a:lnTo>
                    <a:cubicBezTo>
                      <a:pt x="247141" y="70111"/>
                      <a:pt x="248941" y="73244"/>
                      <a:pt x="248941" y="76631"/>
                    </a:cubicBezTo>
                    <a:cubicBezTo>
                      <a:pt x="248941" y="80019"/>
                      <a:pt x="247141" y="83152"/>
                      <a:pt x="244215" y="84859"/>
                    </a:cubicBezTo>
                    <a:lnTo>
                      <a:pt x="129915" y="151534"/>
                    </a:lnTo>
                    <a:cubicBezTo>
                      <a:pt x="126950" y="153263"/>
                      <a:pt x="123284" y="153263"/>
                      <a:pt x="120319" y="151534"/>
                    </a:cubicBezTo>
                    <a:lnTo>
                      <a:pt x="6019" y="84859"/>
                    </a:lnTo>
                    <a:cubicBezTo>
                      <a:pt x="3079" y="83161"/>
                      <a:pt x="1264" y="80027"/>
                      <a:pt x="1256" y="76631"/>
                    </a:cubicBezTo>
                    <a:close/>
                    <a:moveTo>
                      <a:pt x="29689" y="76631"/>
                    </a:moveTo>
                    <a:lnTo>
                      <a:pt x="125081" y="132281"/>
                    </a:lnTo>
                    <a:lnTo>
                      <a:pt x="220474" y="76631"/>
                    </a:lnTo>
                    <a:lnTo>
                      <a:pt x="125081" y="2098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817239" y="4267200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合同/法规检索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62043" y="4567238"/>
              <a:ext cx="9241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LEGAL &amp; CONTRACTS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72258" y="4879181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上传合同/法规 PDF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8489" y="51173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快速查找条款/合规要求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26669" y="5371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标注来源页码可溯源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33400" y="3930961"/>
              <a:ext cx="276006" cy="253684"/>
              <a:chOff x="6033400" y="3930961"/>
              <a:chExt cx="276006" cy="25368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29409" y="4000643"/>
                <a:ext cx="170234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170234" h="174618">
                    <a:moveTo>
                      <a:pt x="166330" y="162187"/>
                    </a:moveTo>
                    <a:cubicBezTo>
                      <a:pt x="167045" y="164683"/>
                      <a:pt x="166350" y="167369"/>
                      <a:pt x="164514" y="169205"/>
                    </a:cubicBezTo>
                    <a:cubicBezTo>
                      <a:pt x="162678" y="171041"/>
                      <a:pt x="159992" y="171736"/>
                      <a:pt x="157496" y="171021"/>
                    </a:cubicBezTo>
                    <a:lnTo>
                      <a:pt x="121932" y="160865"/>
                    </a:lnTo>
                    <a:cubicBezTo>
                      <a:pt x="99854" y="172886"/>
                      <a:pt x="73615" y="174618"/>
                      <a:pt x="50149" y="165604"/>
                    </a:cubicBezTo>
                    <a:cubicBezTo>
                      <a:pt x="26683" y="156589"/>
                      <a:pt x="8352" y="137736"/>
                      <a:pt x="0" y="114026"/>
                    </a:cubicBezTo>
                    <a:lnTo>
                      <a:pt x="0" y="114026"/>
                    </a:lnTo>
                    <a:cubicBezTo>
                      <a:pt x="1548" y="114110"/>
                      <a:pt x="3108" y="114157"/>
                      <a:pt x="4679" y="114157"/>
                    </a:cubicBezTo>
                    <a:cubicBezTo>
                      <a:pt x="32483" y="114159"/>
                      <a:pt x="58561" y="100677"/>
                      <a:pt x="74634" y="77990"/>
                    </a:cubicBezTo>
                    <a:cubicBezTo>
                      <a:pt x="90708" y="55303"/>
                      <a:pt x="94780" y="26230"/>
                      <a:pt x="85558" y="0"/>
                    </a:cubicBezTo>
                    <a:lnTo>
                      <a:pt x="85558" y="0"/>
                    </a:lnTo>
                    <a:cubicBezTo>
                      <a:pt x="114935" y="1603"/>
                      <a:pt x="141438" y="18160"/>
                      <a:pt x="155763" y="43858"/>
                    </a:cubicBezTo>
                    <a:cubicBezTo>
                      <a:pt x="170088" y="69555"/>
                      <a:pt x="170234" y="100804"/>
                      <a:pt x="156150" y="1266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33400" y="3930961"/>
                <a:ext cx="276006" cy="253684"/>
              </a:xfrm>
              <a:custGeom>
                <a:avLst/>
                <a:gdLst/>
                <a:ahLst/>
                <a:cxnLst/>
                <a:rect l="l" t="t" r="r" b="b"/>
                <a:pathLst>
                  <a:path w="276006" h="253684">
                    <a:moveTo>
                      <a:pt x="262375" y="197329"/>
                    </a:moveTo>
                    <a:cubicBezTo>
                      <a:pt x="276006" y="169621"/>
                      <a:pt x="275359" y="137024"/>
                      <a:pt x="260639" y="109879"/>
                    </a:cubicBezTo>
                    <a:cubicBezTo>
                      <a:pt x="245919" y="82733"/>
                      <a:pt x="218953" y="64408"/>
                      <a:pt x="188295" y="60717"/>
                    </a:cubicBezTo>
                    <a:cubicBezTo>
                      <a:pt x="174653" y="28918"/>
                      <a:pt x="144840" y="7017"/>
                      <a:pt x="110417" y="3508"/>
                    </a:cubicBezTo>
                    <a:cubicBezTo>
                      <a:pt x="75993" y="0"/>
                      <a:pt x="42375" y="15435"/>
                      <a:pt x="22599" y="43829"/>
                    </a:cubicBezTo>
                    <a:cubicBezTo>
                      <a:pt x="2823" y="72222"/>
                      <a:pt x="0" y="109107"/>
                      <a:pt x="15225" y="140179"/>
                    </a:cubicBezTo>
                    <a:lnTo>
                      <a:pt x="6105" y="172112"/>
                    </a:lnTo>
                    <a:cubicBezTo>
                      <a:pt x="4448" y="177929"/>
                      <a:pt x="6072" y="184188"/>
                      <a:pt x="10349" y="188465"/>
                    </a:cubicBezTo>
                    <a:cubicBezTo>
                      <a:pt x="14627" y="192742"/>
                      <a:pt x="20885" y="194367"/>
                      <a:pt x="26703" y="192710"/>
                    </a:cubicBezTo>
                    <a:lnTo>
                      <a:pt x="58636" y="183589"/>
                    </a:lnTo>
                    <a:cubicBezTo>
                      <a:pt x="68271" y="188320"/>
                      <a:pt x="78636" y="191392"/>
                      <a:pt x="89294" y="192674"/>
                    </a:cubicBezTo>
                    <a:cubicBezTo>
                      <a:pt x="99561" y="216729"/>
                      <a:pt x="119268" y="235504"/>
                      <a:pt x="143792" y="244594"/>
                    </a:cubicBezTo>
                    <a:cubicBezTo>
                      <a:pt x="168316" y="253684"/>
                      <a:pt x="195499" y="252290"/>
                      <a:pt x="218965" y="240739"/>
                    </a:cubicBezTo>
                    <a:lnTo>
                      <a:pt x="250898" y="249860"/>
                    </a:lnTo>
                    <a:cubicBezTo>
                      <a:pt x="256715" y="251517"/>
                      <a:pt x="262974" y="249892"/>
                      <a:pt x="267251" y="245615"/>
                    </a:cubicBezTo>
                    <a:cubicBezTo>
                      <a:pt x="271528" y="241338"/>
                      <a:pt x="273153" y="235079"/>
                      <a:pt x="271495" y="229262"/>
                    </a:cubicBezTo>
                    <a:close/>
                    <a:moveTo>
                      <a:pt x="59659" y="163873"/>
                    </a:moveTo>
                    <a:cubicBezTo>
                      <a:pt x="58774" y="163873"/>
                      <a:pt x="57893" y="163993"/>
                      <a:pt x="57040" y="164230"/>
                    </a:cubicBezTo>
                    <a:lnTo>
                      <a:pt x="25596" y="173219"/>
                    </a:lnTo>
                    <a:lnTo>
                      <a:pt x="34585" y="141775"/>
                    </a:lnTo>
                    <a:cubicBezTo>
                      <a:pt x="35259" y="139379"/>
                      <a:pt x="34968" y="136815"/>
                      <a:pt x="33775" y="134631"/>
                    </a:cubicBezTo>
                    <a:cubicBezTo>
                      <a:pt x="15670" y="101392"/>
                      <a:pt x="24730" y="59900"/>
                      <a:pt x="55043" y="37233"/>
                    </a:cubicBezTo>
                    <a:cubicBezTo>
                      <a:pt x="85355" y="14566"/>
                      <a:pt x="127715" y="17607"/>
                      <a:pt x="154480" y="44371"/>
                    </a:cubicBezTo>
                    <a:cubicBezTo>
                      <a:pt x="181244" y="71135"/>
                      <a:pt x="184284" y="113495"/>
                      <a:pt x="161617" y="143808"/>
                    </a:cubicBezTo>
                    <a:cubicBezTo>
                      <a:pt x="138951" y="174120"/>
                      <a:pt x="97459" y="183180"/>
                      <a:pt x="64220" y="165075"/>
                    </a:cubicBezTo>
                    <a:cubicBezTo>
                      <a:pt x="62826" y="164295"/>
                      <a:pt x="61257" y="163882"/>
                      <a:pt x="59659" y="163873"/>
                    </a:cubicBezTo>
                    <a:close/>
                    <a:moveTo>
                      <a:pt x="243016" y="198925"/>
                    </a:moveTo>
                    <a:lnTo>
                      <a:pt x="252005" y="230369"/>
                    </a:lnTo>
                    <a:lnTo>
                      <a:pt x="220561" y="221380"/>
                    </a:lnTo>
                    <a:cubicBezTo>
                      <a:pt x="218165" y="220706"/>
                      <a:pt x="215601" y="220997"/>
                      <a:pt x="213417" y="222189"/>
                    </a:cubicBezTo>
                    <a:cubicBezTo>
                      <a:pt x="176889" y="242062"/>
                      <a:pt x="131175" y="229013"/>
                      <a:pt x="110642" y="192852"/>
                    </a:cubicBezTo>
                    <a:cubicBezTo>
                      <a:pt x="137009" y="190106"/>
                      <a:pt x="161036" y="176487"/>
                      <a:pt x="176935" y="155274"/>
                    </a:cubicBezTo>
                    <a:cubicBezTo>
                      <a:pt x="192834" y="134062"/>
                      <a:pt x="199165" y="107179"/>
                      <a:pt x="194402" y="81100"/>
                    </a:cubicBezTo>
                    <a:cubicBezTo>
                      <a:pt x="217538" y="86553"/>
                      <a:pt x="236804" y="102488"/>
                      <a:pt x="246498" y="124191"/>
                    </a:cubicBezTo>
                    <a:cubicBezTo>
                      <a:pt x="256192" y="145893"/>
                      <a:pt x="255203" y="170876"/>
                      <a:pt x="243825" y="191745"/>
                    </a:cubicBezTo>
                    <a:cubicBezTo>
                      <a:pt x="242623" y="193939"/>
                      <a:pt x="242332" y="196518"/>
                      <a:pt x="243016" y="1989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618559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私有化部署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70615" y="456723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ON-PREMISE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48312" y="48791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数据不出企业内网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73266" y="5117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纯本地 CPU 嵌入 + ChromaDB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90460" y="537162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 LLM 调用需外网 API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76588" y="3913430"/>
              <a:ext cx="230225" cy="268045"/>
              <a:chOff x="9676588" y="3913430"/>
              <a:chExt cx="230225" cy="26804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86509" y="4037302"/>
                <a:ext cx="210383" cy="125669"/>
              </a:xfrm>
              <a:custGeom>
                <a:avLst/>
                <a:gdLst/>
                <a:ahLst/>
                <a:cxnLst/>
                <a:rect l="l" t="t" r="r" b="b"/>
                <a:pathLst>
                  <a:path w="210383" h="125669">
                    <a:moveTo>
                      <a:pt x="65675" y="96548"/>
                    </a:moveTo>
                    <a:lnTo>
                      <a:pt x="30611" y="123027"/>
                    </a:lnTo>
                    <a:cubicBezTo>
                      <a:pt x="28043" y="125083"/>
                      <a:pt x="24597" y="125669"/>
                      <a:pt x="21494" y="124577"/>
                    </a:cubicBezTo>
                    <a:cubicBezTo>
                      <a:pt x="18391" y="123484"/>
                      <a:pt x="16072" y="120869"/>
                      <a:pt x="15359" y="117658"/>
                    </a:cubicBezTo>
                    <a:lnTo>
                      <a:pt x="643" y="51423"/>
                    </a:lnTo>
                    <a:cubicBezTo>
                      <a:pt x="0" y="48541"/>
                      <a:pt x="730" y="45524"/>
                      <a:pt x="2619" y="43255"/>
                    </a:cubicBezTo>
                    <a:lnTo>
                      <a:pt x="38707" y="0"/>
                    </a:lnTo>
                    <a:cubicBezTo>
                      <a:pt x="37326" y="27789"/>
                      <a:pt x="44112" y="60150"/>
                      <a:pt x="65675" y="96548"/>
                    </a:cubicBezTo>
                    <a:close/>
                    <a:moveTo>
                      <a:pt x="207764" y="43255"/>
                    </a:moveTo>
                    <a:lnTo>
                      <a:pt x="171676" y="0"/>
                    </a:lnTo>
                    <a:cubicBezTo>
                      <a:pt x="173117" y="27789"/>
                      <a:pt x="166271" y="60150"/>
                      <a:pt x="144708" y="96548"/>
                    </a:cubicBezTo>
                    <a:lnTo>
                      <a:pt x="179772" y="123027"/>
                    </a:lnTo>
                    <a:cubicBezTo>
                      <a:pt x="182340" y="125083"/>
                      <a:pt x="185786" y="125669"/>
                      <a:pt x="188889" y="124577"/>
                    </a:cubicBezTo>
                    <a:cubicBezTo>
                      <a:pt x="191991" y="123484"/>
                      <a:pt x="194311" y="120869"/>
                      <a:pt x="195024" y="117658"/>
                    </a:cubicBezTo>
                    <a:lnTo>
                      <a:pt x="209740" y="51423"/>
                    </a:lnTo>
                    <a:cubicBezTo>
                      <a:pt x="210383" y="48541"/>
                      <a:pt x="209653" y="45524"/>
                      <a:pt x="207764" y="43255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76588" y="3913430"/>
                <a:ext cx="230225" cy="268045"/>
              </a:xfrm>
              <a:custGeom>
                <a:avLst/>
                <a:gdLst/>
                <a:ahLst/>
                <a:cxnLst/>
                <a:rect l="l" t="t" r="r" b="b"/>
                <a:pathLst>
                  <a:path w="230225" h="268045">
                    <a:moveTo>
                      <a:pt x="143687" y="258520"/>
                    </a:moveTo>
                    <a:cubicBezTo>
                      <a:pt x="143687" y="263781"/>
                      <a:pt x="139423" y="268045"/>
                      <a:pt x="134162" y="268045"/>
                    </a:cubicBezTo>
                    <a:lnTo>
                      <a:pt x="96062" y="268045"/>
                    </a:lnTo>
                    <a:cubicBezTo>
                      <a:pt x="90802" y="268045"/>
                      <a:pt x="86537" y="263781"/>
                      <a:pt x="86537" y="258520"/>
                    </a:cubicBezTo>
                    <a:cubicBezTo>
                      <a:pt x="86537" y="253260"/>
                      <a:pt x="90802" y="248995"/>
                      <a:pt x="96062" y="248995"/>
                    </a:cubicBezTo>
                    <a:lnTo>
                      <a:pt x="134162" y="248995"/>
                    </a:lnTo>
                    <a:cubicBezTo>
                      <a:pt x="139423" y="248995"/>
                      <a:pt x="143687" y="253260"/>
                      <a:pt x="143687" y="258520"/>
                    </a:cubicBezTo>
                    <a:close/>
                    <a:moveTo>
                      <a:pt x="115112" y="125170"/>
                    </a:moveTo>
                    <a:cubicBezTo>
                      <a:pt x="123003" y="125170"/>
                      <a:pt x="129400" y="118774"/>
                      <a:pt x="129400" y="110883"/>
                    </a:cubicBezTo>
                    <a:cubicBezTo>
                      <a:pt x="129400" y="102992"/>
                      <a:pt x="123003" y="96595"/>
                      <a:pt x="115112" y="96595"/>
                    </a:cubicBezTo>
                    <a:cubicBezTo>
                      <a:pt x="107222" y="96595"/>
                      <a:pt x="100825" y="102992"/>
                      <a:pt x="100825" y="110883"/>
                    </a:cubicBezTo>
                    <a:cubicBezTo>
                      <a:pt x="100825" y="118774"/>
                      <a:pt x="107222" y="125170"/>
                      <a:pt x="115112" y="125170"/>
                    </a:cubicBezTo>
                    <a:close/>
                    <a:moveTo>
                      <a:pt x="228960" y="177355"/>
                    </a:moveTo>
                    <a:lnTo>
                      <a:pt x="214244" y="243590"/>
                    </a:lnTo>
                    <a:cubicBezTo>
                      <a:pt x="212825" y="249983"/>
                      <a:pt x="208221" y="255200"/>
                      <a:pt x="202053" y="257402"/>
                    </a:cubicBezTo>
                    <a:cubicBezTo>
                      <a:pt x="195886" y="259605"/>
                      <a:pt x="189019" y="258485"/>
                      <a:pt x="183871" y="254437"/>
                    </a:cubicBezTo>
                    <a:lnTo>
                      <a:pt x="151438" y="229945"/>
                    </a:lnTo>
                    <a:lnTo>
                      <a:pt x="78810" y="229945"/>
                    </a:lnTo>
                    <a:lnTo>
                      <a:pt x="46354" y="254437"/>
                    </a:lnTo>
                    <a:cubicBezTo>
                      <a:pt x="41206" y="258485"/>
                      <a:pt x="34339" y="259605"/>
                      <a:pt x="28172" y="257402"/>
                    </a:cubicBezTo>
                    <a:cubicBezTo>
                      <a:pt x="22004" y="255200"/>
                      <a:pt x="17400" y="249983"/>
                      <a:pt x="15981" y="243590"/>
                    </a:cubicBezTo>
                    <a:lnTo>
                      <a:pt x="1265" y="177355"/>
                    </a:lnTo>
                    <a:cubicBezTo>
                      <a:pt x="0" y="171596"/>
                      <a:pt x="1458" y="165575"/>
                      <a:pt x="5218" y="161032"/>
                    </a:cubicBezTo>
                    <a:lnTo>
                      <a:pt x="39222" y="120241"/>
                    </a:lnTo>
                    <a:cubicBezTo>
                      <a:pt x="40363" y="105250"/>
                      <a:pt x="43805" y="90525"/>
                      <a:pt x="49426" y="76581"/>
                    </a:cubicBezTo>
                    <a:cubicBezTo>
                      <a:pt x="64785" y="38076"/>
                      <a:pt x="92288" y="13918"/>
                      <a:pt x="103444" y="5322"/>
                    </a:cubicBezTo>
                    <a:cubicBezTo>
                      <a:pt x="110313" y="0"/>
                      <a:pt x="119912" y="0"/>
                      <a:pt x="126781" y="5322"/>
                    </a:cubicBezTo>
                    <a:cubicBezTo>
                      <a:pt x="137901" y="13918"/>
                      <a:pt x="165440" y="38076"/>
                      <a:pt x="180799" y="76581"/>
                    </a:cubicBezTo>
                    <a:cubicBezTo>
                      <a:pt x="186420" y="90525"/>
                      <a:pt x="189862" y="105250"/>
                      <a:pt x="191003" y="120241"/>
                    </a:cubicBezTo>
                    <a:lnTo>
                      <a:pt x="225007" y="161032"/>
                    </a:lnTo>
                    <a:cubicBezTo>
                      <a:pt x="228767" y="165575"/>
                      <a:pt x="230225" y="171596"/>
                      <a:pt x="228960" y="177355"/>
                    </a:cubicBezTo>
                    <a:close/>
                    <a:moveTo>
                      <a:pt x="81096" y="210895"/>
                    </a:moveTo>
                    <a:lnTo>
                      <a:pt x="149129" y="210895"/>
                    </a:lnTo>
                    <a:cubicBezTo>
                      <a:pt x="174275" y="166199"/>
                      <a:pt x="178978" y="123408"/>
                      <a:pt x="163107" y="83641"/>
                    </a:cubicBezTo>
                    <a:cubicBezTo>
                      <a:pt x="149105" y="48542"/>
                      <a:pt x="122840" y="26348"/>
                      <a:pt x="115112" y="20395"/>
                    </a:cubicBezTo>
                    <a:cubicBezTo>
                      <a:pt x="107361" y="26348"/>
                      <a:pt x="81096" y="48542"/>
                      <a:pt x="67095" y="83641"/>
                    </a:cubicBezTo>
                    <a:cubicBezTo>
                      <a:pt x="51247" y="123408"/>
                      <a:pt x="55950" y="166199"/>
                      <a:pt x="81096" y="210895"/>
                    </a:cubicBezTo>
                    <a:close/>
                    <a:moveTo>
                      <a:pt x="63237" y="217861"/>
                    </a:moveTo>
                    <a:cubicBezTo>
                      <a:pt x="50418" y="194564"/>
                      <a:pt x="42639" y="171668"/>
                      <a:pt x="39901" y="149173"/>
                    </a:cubicBezTo>
                    <a:lnTo>
                      <a:pt x="19862" y="173224"/>
                    </a:lnTo>
                    <a:lnTo>
                      <a:pt x="34579" y="239470"/>
                    </a:lnTo>
                    <a:lnTo>
                      <a:pt x="34793" y="239316"/>
                    </a:lnTo>
                    <a:close/>
                    <a:moveTo>
                      <a:pt x="210362" y="173224"/>
                    </a:moveTo>
                    <a:lnTo>
                      <a:pt x="190324" y="149173"/>
                    </a:lnTo>
                    <a:cubicBezTo>
                      <a:pt x="187610" y="171621"/>
                      <a:pt x="179847" y="194516"/>
                      <a:pt x="167036" y="217861"/>
                    </a:cubicBezTo>
                    <a:lnTo>
                      <a:pt x="195432" y="239292"/>
                    </a:lnTo>
                    <a:lnTo>
                      <a:pt x="195646" y="239447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085421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快速原型验证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17474" y="4567238"/>
              <a:ext cx="8341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RAPID PROTOTYPE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435" y="4879181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最小可行 RAG 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45178" y="5117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分钟级搭建验证概念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371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再决定是否上生产平台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2026-06-14T08:57:38Z</dcterms:created>
  <dcterms:modified xsi:type="dcterms:W3CDTF">2026-06-14T08:57:38Z</dcterms:modified>
  <cp:category/>
  <cp:contentStatus/>
</cp:coreProperties>
</file>