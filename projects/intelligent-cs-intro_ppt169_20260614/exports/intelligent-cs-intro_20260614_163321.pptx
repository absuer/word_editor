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欢迎来到本次技术分享。今天我们要介绍的是一个基于 RAG 架构的智能客服系统，它整合了 Streamlit 前端、LangChain LangGraph 代理框架和 ChromaDB 向量数据库，形成了一套完整的智能问答解决方案。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接下来的分享将分为七个部分：我们首先了解项目整体定位，然后深入技术栈和架构设计，接着拆解数据处理流程和四大核心模块，最后总结核心特性并演示如何快速部署运行。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这个系统的核心思路是将用户上传的文档转化为可检索的知识库。当用户提问时，系统优先从文档中语义检索答案，只有在文档覆盖不足时才自动回退到网络搜索。它支持七种常见的文件格式，包括 PDF、Word、Markdown 和图片 OCR，基本覆盖了企业日常的文档类型。同时内置的多轮对话记忆机制确保每次回答都理解前文语境。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系统基于三大核心技术构建。展示层使用 Streamlit，以纯 Python 代码实现 Web 界面和会话管理。代理层基于 LangChain 和 LangGraph，通过 ReAct 模式编排多个工具调用。存储层使用 ChromaDB 作为向量数据库，配合 HuggingFace 的多语言嵌入模型在本地 CPU 上运行。大语言模型选择了 DeepSeek，通过 OpenAI 兼容接口接入，网络搜索回退使用 DuckDuckGo，无需额外 API 密钥。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系统采用经典的三层水平架构。最上层是展示层，包含 Streamlit 界面、会话状态和设置面板。中间是代理层，LangGraph ReAct Agent 负责编排两个工具：retriever 用于文档语义检索，web_search 用于网络搜索回退。最下层是存储层，包含 ChromaDB 向量库、HuggingFace 嵌入模型和文件加载器。基础设施层提供配置管理、日志记录和测试支持。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数据经过四个阶段完成从文件到智能回答的流转。第一阶段是文件上传，用户在 Web 界面拖拽或点击上传，系统基于文件名和大小进行去重校验。第二阶段是解析分块，系统自动检测文件格式并调度对应的加载器，使用中文感知的分割策略将文档切分为语义连贯的分块。第三阶段是向量化存储，每个分块通过嵌入模型转为向量并存入 ChromaDB。第四阶段是检索生成，用户提问后 retriever 先检索文档，不足时回退到 web_search，最后 DeepSeek 大模型流式生成回答并标注来源。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FileLoader 模块提供了七种格式的自动检测与解析能力。每种格式都有对应的 LangChain 加载器，图片则通过 pytesseract 进行中英文混合 OCR 识别。分块策略采用 RecursiveCharacterTextSplitter，特别配置了中文句号作为核心分隔符，chunk 大小为一千字符，重叠一百五十字符。每个分块都会注入完整的元数据，包括原始文件名、格式类型、分块序号和上传时间，为后续的回答溯源提供基础。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VectorStoreManager 封装了 ChromaDB 和 HuggingFace 嵌入模型。采用懒加载初始化策略，只有首次访问时才创建 Chroma 客户端，同时内置了基于来源和序号的分块去重逻辑。AgentManager 使用 LangGraph 的 create_react_agent 创建 ReAct 代理，配置了 retriever 和 web_search 两个工具。retriever 优先调用，返回带来源标注的文档内容；web_search 作为回退方案，通过 DuckDuckGo 的 html 和 lite 双后端保证可用性。流式输出基于 LangGraph 的 values 模式，每次 AI 消息更新时 yield 完整响应文本。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MemoryManager 封装了 ConversationBufferWindowMemory，默认保留最近四轮对话。当用户提问时，系统先加载对话历史，将其注入 Agent 的 prompt 中，模型生成回答后再将本轮对话保存到记忆中。滑动窗口机制确保上下文不会无限增长，避免推理速度下降和 Token 浪费。记忆存储在 Streamlit 的 session_state 中，页面刷新后依然保持。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起来，这个系统有六大核心优势。多格式支持覆盖了七种常见文件类型。中文深度优化体现在分块策略和多语言嵌入模型上。智能回退机制确保文档不足时无缝切换到网络搜索。流式响应提供了实时逐字输出的体验。去重与持久化保证了数据一致性和跨会话可用性。回答可溯源让每个答案都附带文件名和页码，增强可信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部署这个系统非常简便。首先通过 pip 安装依赖，然后配置环境变量文件，设置 API 密钥、基础 URL 和模型名称，最后一条 streamlit run 命令即可启动应用。运行测试只需执行 pytest，测试套件覆盖了从文件加载到向量检索到代理创建的完整流程。所有数据包括向量库、上传文件和日志都持久化在 data 目录下。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让我们快速回顾今天的内容。智能客服系统将 RAG 架构、LangGraph Agent 编排和 ChromaDB 向量检索深度整合，提供了一个轻量高效、即装即用的智能问答平台。它支持七种文档格式、中文优化分块、本地嵌入、双工具智能回退，并且全流程可溯源，非常适合企业内部知识库问答场景。感谢各位的时间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2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pattFill prst="lgGrid">
              <a:fgClr>
                <a:srgbClr val="1E2244">
                  <a:alpha val="50000"/>
                </a:srgbClr>
              </a:fgClr>
              <a:bgClr>
                <a:srgbClr val="0A0E27"/>
              </a:bgClr>
            </a:patt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0D4FF">
                    <a:alpha val="6000"/>
                  </a:srgbClr>
                </a:gs>
                <a:gs pos="100000">
                  <a:srgbClr val="00D4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7C5CFC">
                    <a:alpha val="4000"/>
                  </a:srgbClr>
                </a:gs>
                <a:gs pos="100000">
                  <a:srgbClr val="7C5CFC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714500" y="571500"/>
            <a:ext cx="9906000" cy="5534025"/>
            <a:chOff x="1714500" y="571500"/>
            <a:chExt cx="9906000" cy="5534025"/>
          </a:xfrm>
        </p:grpSpPr>
        <p:sp>
          <p:nvSpPr>
            <p:cNvPr id="7" name="Ellipse 7"/>
            <p:cNvSpPr/>
            <p:nvPr/>
          </p:nvSpPr>
          <p:spPr>
            <a:xfrm>
              <a:off x="9334500" y="571500"/>
              <a:ext cx="2286000" cy="2286000"/>
            </a:xfrm>
            <a:prstGeom prst="ellipse">
              <a:avLst/>
            </a:prstGeom>
            <a:noFill/>
            <a:ln w="9525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715500" y="9525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7C5CFC">
                  <a:alpha val="10000"/>
                </a:srgb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439400" y="1676400"/>
              <a:ext cx="76200" cy="76200"/>
            </a:xfrm>
            <a:prstGeom prst="ellipse">
              <a:avLst/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714500" y="7620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00D4FF">
                  <a:alpha val="2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953500" y="6096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7C5CFC">
                  <a:alpha val="15000"/>
                </a:srgb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5905500"/>
            <a:ext cx="1905000" cy="66675"/>
            <a:chOff x="762000" y="5905500"/>
            <a:chExt cx="1905000" cy="66675"/>
          </a:xfrm>
        </p:grpSpPr>
        <p:sp>
          <p:nvSpPr>
            <p:cNvPr id="13" name="Rectangle 13"/>
            <p:cNvSpPr/>
            <p:nvPr/>
          </p:nvSpPr>
          <p:spPr>
            <a:xfrm>
              <a:off x="762000" y="5905500"/>
              <a:ext cx="1905000" cy="9525"/>
            </a:xfrm>
            <a:prstGeom prst="rect">
              <a:avLst/>
            </a:prstGeom>
            <a:solidFill>
              <a:srgbClr val="00D4FF">
                <a:alpha val="25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5962650"/>
              <a:ext cx="762000" cy="9525"/>
            </a:xfrm>
            <a:prstGeom prst="rect">
              <a:avLst/>
            </a:prstGeom>
            <a:solidFill>
              <a:srgbClr val="7C5CFC">
                <a:alpha val="300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885950" y="1414462"/>
            <a:ext cx="8591550" cy="3843338"/>
            <a:chOff x="1885950" y="1414462"/>
            <a:chExt cx="8591550" cy="3843338"/>
          </a:xfrm>
        </p:grpSpPr>
        <p:sp>
          <p:nvSpPr>
            <p:cNvPr id="16" name="Ellipse 16"/>
            <p:cNvSpPr/>
            <p:nvPr/>
          </p:nvSpPr>
          <p:spPr>
            <a:xfrm>
              <a:off x="1885950" y="1885950"/>
              <a:ext cx="38100" cy="38100"/>
            </a:xfrm>
            <a:prstGeom prst="ellipse">
              <a:avLst/>
            </a:prstGeom>
            <a:solidFill>
              <a:srgbClr val="00D4FF">
                <a:alpha val="3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319462" y="1414462"/>
              <a:ext cx="28575" cy="28575"/>
            </a:xfrm>
            <a:prstGeom prst="ellipse">
              <a:avLst/>
            </a:prstGeom>
            <a:solidFill>
              <a:srgbClr val="7C5CFC">
                <a:alpha val="2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982200" y="5219700"/>
              <a:ext cx="38100" cy="381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034462" y="4748212"/>
              <a:ext cx="28575" cy="28575"/>
            </a:xfrm>
            <a:prstGeom prst="ellipse">
              <a:avLst/>
            </a:prstGeom>
            <a:solidFill>
              <a:srgbClr val="FF6B9D">
                <a:alpha val="20000"/>
              </a:srgbClr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1905000" y="1428750"/>
              <a:ext cx="1428750" cy="476250"/>
            </a:xfrm>
            <a:custGeom>
              <a:avLst/>
              <a:gdLst/>
              <a:ahLst/>
              <a:cxnLst/>
              <a:rect l="l" t="t" r="r" b="b"/>
              <a:pathLst>
                <a:path w="1428750" h="476250">
                  <a:moveTo>
                    <a:pt x="0" y="476250"/>
                  </a:moveTo>
                  <a:lnTo>
                    <a:pt x="1428750" y="0"/>
                  </a:lnTo>
                </a:path>
              </a:pathLst>
            </a:custGeom>
            <a:noFill/>
            <a:ln w="4762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333750" y="1428750"/>
              <a:ext cx="7143750" cy="285750"/>
            </a:xfrm>
            <a:custGeom>
              <a:avLst/>
              <a:gdLst/>
              <a:ahLst/>
              <a:cxnLst/>
              <a:rect l="l" t="t" r="r" b="b"/>
              <a:pathLst>
                <a:path w="7143750" h="285750">
                  <a:moveTo>
                    <a:pt x="0" y="0"/>
                  </a:moveTo>
                  <a:lnTo>
                    <a:pt x="7143750" y="285750"/>
                  </a:lnTo>
                </a:path>
              </a:pathLst>
            </a:custGeom>
            <a:noFill/>
            <a:ln w="4762">
              <a:solidFill>
                <a:srgbClr val="7C5CFC">
                  <a:alpha val="10000"/>
                </a:srgbClr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619750" y="1476375"/>
            <a:ext cx="952500" cy="952500"/>
            <a:chOff x="5619750" y="1476375"/>
            <a:chExt cx="952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5619750" y="1476375"/>
              <a:ext cx="952500" cy="952500"/>
            </a:xfrm>
            <a:prstGeom prst="roundRect">
              <a:avLst>
                <a:gd name="adj" fmla="val 20000"/>
              </a:avLst>
            </a:prstGeom>
            <a:noFill/>
            <a:ln w="14288">
              <a:solidFill>
                <a:srgbClr val="00D4F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781675" y="1733550"/>
              <a:ext cx="152400" cy="152400"/>
            </a:xfrm>
            <a:prstGeom prst="ellipse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257925" y="1733550"/>
              <a:ext cx="152400" cy="152400"/>
            </a:xfrm>
            <a:prstGeom prst="ellipse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905500" y="2000250"/>
              <a:ext cx="381000" cy="7620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10250" y="1619250"/>
              <a:ext cx="114300" cy="142875"/>
            </a:xfrm>
            <a:prstGeom prst="roundRect">
              <a:avLst>
                <a:gd name="adj" fmla="val 25000"/>
              </a:avLst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67450" y="1619250"/>
              <a:ext cx="114300" cy="142875"/>
            </a:xfrm>
            <a:prstGeom prst="roundRect">
              <a:avLst>
                <a:gd name="adj" fmla="val 25000"/>
              </a:avLst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3759137" y="2465070"/>
            <a:ext cx="4673727" cy="1097280"/>
            <a:chOff x="3759137" y="2465070"/>
            <a:chExt cx="4673727" cy="1097280"/>
          </a:xfrm>
        </p:grpSpPr>
        <p:sp>
          <p:nvSpPr>
            <p:cNvPr id="30" name="TextBox 30"/>
            <p:cNvSpPr txBox="1"/>
            <p:nvPr/>
          </p:nvSpPr>
          <p:spPr>
            <a:xfrm>
              <a:off x="3759137" y="2465070"/>
              <a:ext cx="4673727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gradFill>
                    <a:gsLst>
                      <a:gs pos="0">
                        <a:srgbClr val="00D4FF"/>
                      </a:gs>
                      <a:gs pos="100000">
                        <a:srgbClr val="7C5CFC"/>
                      </a:gs>
                    </a:gsLst>
                    <a:lin ang="2700000" scaled="1"/>
                  </a:gradFill>
                  <a:effectLst>
                    <a:glow rad="57150">
                      <a:srgbClr val="00D4FF">
                        <a:alpha val="4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智能客服系统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15373" y="3392805"/>
            <a:ext cx="3361253" cy="764857"/>
            <a:chOff x="4415373" y="3392805"/>
            <a:chExt cx="3361253" cy="764857"/>
          </a:xfrm>
        </p:grpSpPr>
        <p:sp>
          <p:nvSpPr>
            <p:cNvPr id="32" name="TextBox 32"/>
            <p:cNvSpPr txBox="1"/>
            <p:nvPr/>
          </p:nvSpPr>
          <p:spPr>
            <a:xfrm>
              <a:off x="4415373" y="3392805"/>
              <a:ext cx="336125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基于 RAG 的智能问答平台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14962" y="382238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技术架构解析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143500" y="4286250"/>
            <a:ext cx="1905000" cy="28575"/>
            <a:chOff x="5143500" y="4286250"/>
            <a:chExt cx="1905000" cy="28575"/>
          </a:xfrm>
        </p:grpSpPr>
        <p:sp>
          <p:nvSpPr>
            <p:cNvPr id="35" name="Rectangle 35"/>
            <p:cNvSpPr/>
            <p:nvPr/>
          </p:nvSpPr>
          <p:spPr>
            <a:xfrm>
              <a:off x="5143500" y="42862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981700" y="4286250"/>
              <a:ext cx="381000" cy="28575"/>
            </a:xfrm>
            <a:prstGeom prst="roundRect">
              <a:avLst>
                <a:gd name="adj" fmla="val 50000"/>
              </a:avLst>
            </a:prstGeom>
            <a:solidFill>
              <a:srgbClr val="7C5CFC">
                <a:alpha val="40000"/>
              </a:srgb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38900" y="4286250"/>
              <a:ext cx="609600" cy="28575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4033957" y="6165056"/>
            <a:ext cx="4124087" cy="452438"/>
            <a:chOff x="4033957" y="6165056"/>
            <a:chExt cx="4124087" cy="452438"/>
          </a:xfrm>
        </p:grpSpPr>
        <p:sp>
          <p:nvSpPr>
            <p:cNvPr id="39" name="TextBox 39"/>
            <p:cNvSpPr txBox="1"/>
            <p:nvPr/>
          </p:nvSpPr>
          <p:spPr>
            <a:xfrm>
              <a:off x="4033957" y="616505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Streamlit + LangChain/LangGraph + ChromaDB + DeepSeek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33336" y="6419374"/>
              <a:ext cx="5253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4B8">
                      <a:alphaMod val="35000"/>
                    </a:srgbClr>
                  </a:solidFill>
                  <a:latin typeface="Arial"/>
                  <a:ea typeface="Microsoft YaHei"/>
                  <a:cs typeface="Arial"/>
                </a:rPr>
                <a:t>2026.06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4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2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0D4FF">
                    <a:alpha val="4000"/>
                  </a:srgbClr>
                </a:gs>
                <a:gs pos="100000">
                  <a:srgbClr val="00D4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18210" y="661035"/>
            <a:ext cx="824675" cy="681990"/>
            <a:chOff x="918210" y="661035"/>
            <a:chExt cx="824675" cy="681990"/>
          </a:xfrm>
        </p:grpSpPr>
        <p:sp>
          <p:nvSpPr>
            <p:cNvPr id="5" name="TextBox 5"/>
            <p:cNvSpPr txBox="1"/>
            <p:nvPr/>
          </p:nvSpPr>
          <p:spPr>
            <a:xfrm>
              <a:off x="918210" y="661035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212" y="1069181"/>
              <a:ext cx="5236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1314450"/>
              <a:ext cx="571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478280" y="1802130"/>
            <a:ext cx="9394150" cy="3591401"/>
            <a:chOff x="1478280" y="1802130"/>
            <a:chExt cx="9394150" cy="3591401"/>
          </a:xfrm>
        </p:grpSpPr>
        <p:grpSp>
          <p:nvGrpSpPr>
            <p:cNvPr id="13" name="Group 13"/>
            <p:cNvGrpSpPr/>
            <p:nvPr/>
          </p:nvGrpSpPr>
          <p:grpSpPr>
            <a:xfrm>
              <a:off x="1478280" y="1802130"/>
              <a:ext cx="2757963" cy="733901"/>
              <a:chOff x="1478280" y="1802130"/>
              <a:chExt cx="2757963" cy="73390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478280" y="180213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00D4FF">
                        <a:alphaMod val="25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2286000" y="1905000"/>
                <a:ext cx="28575" cy="381000"/>
              </a:xfrm>
              <a:prstGeom prst="roundRect">
                <a:avLst>
                  <a:gd name="adj" fmla="val 50000"/>
                </a:avLst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548890" y="1996440"/>
                <a:ext cx="1005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57462" y="2307431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系统定位与核心能力介绍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78280" y="2754630"/>
              <a:ext cx="2457926" cy="733901"/>
              <a:chOff x="1478280" y="2754630"/>
              <a:chExt cx="2457926" cy="73390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478280" y="275463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7C5CFC">
                        <a:alphaMod val="25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286000" y="2857500"/>
                <a:ext cx="28575" cy="381000"/>
              </a:xfrm>
              <a:prstGeom prst="roundRect">
                <a:avLst>
                  <a:gd name="adj" fmla="val 50000"/>
                </a:avLst>
              </a:prstGeom>
              <a:solidFill>
                <a:srgbClr val="7C5CFC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548890" y="2948940"/>
                <a:ext cx="124587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技术栈一览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557462" y="3259931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核心技术组件与选型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478280" y="3707130"/>
              <a:ext cx="2757963" cy="733901"/>
              <a:chOff x="1478280" y="3707130"/>
              <a:chExt cx="2757963" cy="733901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478280" y="370713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FF6B9D">
                        <a:alphaMod val="20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286000" y="3810000"/>
                <a:ext cx="28575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F6B9D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548890" y="3901440"/>
                <a:ext cx="14859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系统架构总览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557462" y="4212431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模块关系与三层架构设计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78280" y="4659630"/>
              <a:ext cx="2757963" cy="733901"/>
              <a:chOff x="1478280" y="4659630"/>
              <a:chExt cx="2757963" cy="733901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1478280" y="465963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00D4FF">
                        <a:alphaMod val="25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2286000" y="4762500"/>
                <a:ext cx="28575" cy="381000"/>
              </a:xfrm>
              <a:prstGeom prst="roundRect">
                <a:avLst>
                  <a:gd name="adj" fmla="val 50000"/>
                </a:avLst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548890" y="4853940"/>
                <a:ext cx="14859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数据处理流程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557462" y="5164931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从上传到检索的完整链路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621780" y="1802130"/>
              <a:ext cx="4250650" cy="733901"/>
              <a:chOff x="6621780" y="1802130"/>
              <a:chExt cx="4250650" cy="733901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6621780" y="180213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7C5CFC">
                        <a:alphaMod val="25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429500" y="1905000"/>
                <a:ext cx="28575" cy="381000"/>
              </a:xfrm>
              <a:prstGeom prst="roundRect">
                <a:avLst>
                  <a:gd name="adj" fmla="val 50000"/>
                </a:avLst>
              </a:prstGeom>
              <a:solidFill>
                <a:srgbClr val="7C5CFC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92390" y="1996440"/>
                <a:ext cx="14859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核心模块解析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700962" y="2307431"/>
                <a:ext cx="317146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FileLoader / VectorStore / Agent / Memory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621780" y="2754630"/>
              <a:ext cx="2796540" cy="733901"/>
              <a:chOff x="6621780" y="2754630"/>
              <a:chExt cx="2796540" cy="733901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621780" y="275463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00D4FF">
                        <a:alphaMod val="25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429500" y="2857500"/>
                <a:ext cx="28575" cy="381000"/>
              </a:xfrm>
              <a:prstGeom prst="roundRect">
                <a:avLst>
                  <a:gd name="adj" fmla="val 50000"/>
                </a:avLst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92390" y="2948940"/>
                <a:ext cx="17259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核心特性与亮点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700962" y="3259931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六大核心优势总结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621780" y="3707130"/>
              <a:ext cx="2607944" cy="733901"/>
              <a:chOff x="6621780" y="3707130"/>
              <a:chExt cx="2607944" cy="733901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6621780" y="370713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FF6B9D">
                        <a:alphaMod val="20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429500" y="3810000"/>
                <a:ext cx="28575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F6B9D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92390" y="3901440"/>
                <a:ext cx="124587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运行与部署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700962" y="4212431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命令、配置与环境变量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621780" y="4659630"/>
              <a:ext cx="2157888" cy="733901"/>
              <a:chOff x="6621780" y="4659630"/>
              <a:chExt cx="2157888" cy="733901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6621780" y="465963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7C5CFC">
                        <a:alphaMod val="25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429500" y="4762500"/>
                <a:ext cx="28575" cy="381000"/>
              </a:xfrm>
              <a:prstGeom prst="roundRect">
                <a:avLst>
                  <a:gd name="adj" fmla="val 50000"/>
                </a:avLst>
              </a:prstGeom>
              <a:solidFill>
                <a:srgbClr val="7C5CFC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692390" y="4853940"/>
                <a:ext cx="52578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700962" y="5164931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回顾与后续展望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2A2E45">
                <a:alpha val="5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4B8">
                      <a:alphaMod val="40000"/>
                    </a:srgbClr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65785"/>
            <a:ext cx="4907875" cy="636746"/>
            <a:chOff x="762000" y="565785"/>
            <a:chExt cx="4907875" cy="636746"/>
          </a:xfrm>
        </p:grpSpPr>
        <p:sp>
          <p:nvSpPr>
            <p:cNvPr id="3" name="Rectangle 3"/>
            <p:cNvSpPr/>
            <p:nvPr/>
          </p:nvSpPr>
          <p:spPr>
            <a:xfrm>
              <a:off x="762000" y="571500"/>
              <a:ext cx="38100" cy="3429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5657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8212" y="973931"/>
              <a:ext cx="4731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PROJECT OVERVIEW — RAG-POWERED INTELLIGENT CUSTOMER SERVICE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3431345" cy="4572000"/>
            <a:chOff x="762000" y="1524000"/>
            <a:chExt cx="13431345" cy="4572000"/>
          </a:xfrm>
        </p:grpSpPr>
        <p:sp>
          <p:nvSpPr>
            <p:cNvPr id="7" name="Rectangle 7"/>
            <p:cNvSpPr/>
            <p:nvPr/>
          </p:nvSpPr>
          <p:spPr>
            <a:xfrm>
              <a:off x="762000" y="1524000"/>
              <a:ext cx="5143500" cy="4572000"/>
            </a:xfrm>
            <a:prstGeom prst="roundRect">
              <a:avLst>
                <a:gd name="adj" fmla="val 2500"/>
              </a:avLst>
            </a:prstGeom>
            <a:solidFill>
              <a:srgbClr val="131837">
                <a:alpha val="50000"/>
              </a:srgbClr>
            </a:solidFill>
            <a:ln w="9525">
              <a:solidFill>
                <a:srgbClr val="2A2E4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795" y="1726882"/>
              <a:ext cx="131665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基于</a:t>
              </a:r>
              <a:r>
                <a:rPr lang="zh-CN" sz="165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 xml:space="preserve"> RAG（Retrieval-Augmented Generation）</a:t>
              </a:r>
              <a:r>
                <a:rPr lang="zh-CN" sz="1650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架构的智能客服系统，将用户上传的文档作为知识库，结合大语言模型进行智能问答。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6795" y="2203132"/>
              <a:ext cx="105702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 xml:space="preserve">支持 </a:t>
              </a:r>
              <a:r>
                <a:rPr lang="zh-CN" sz="1650" b="1" dirty="0">
                  <a:solidFill>
                    <a:srgbClr val="7C5CFC"/>
                  </a:solidFill>
                  <a:latin typeface="Arial"/>
                  <a:ea typeface="Microsoft YaHei"/>
                  <a:cs typeface="Arial"/>
                </a:rPr>
                <a:t>7 种</a:t>
              </a:r>
              <a:r>
                <a:rPr lang="zh-CN" sz="1650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文件格式（PDF、DOCX、TXT、Markdown、CSV、HTML、图片 OCR），满足企业多样化文档需求。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95" y="2679382"/>
              <a:ext cx="113733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优先从上传文档中</a:t>
              </a:r>
              <a:r>
                <a:rPr lang="zh-CN" sz="165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语义检索</a:t>
              </a:r>
              <a:r>
                <a:rPr lang="zh-CN" sz="1650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答案；文档覆盖不足时，自动</a:t>
              </a:r>
              <a:r>
                <a:rPr lang="zh-CN" sz="1650" b="1" dirty="0">
                  <a:solidFill>
                    <a:srgbClr val="FF6B9D"/>
                  </a:solidFill>
                  <a:latin typeface="Arial"/>
                  <a:ea typeface="Microsoft YaHei"/>
                  <a:cs typeface="Arial"/>
                </a:rPr>
                <a:t>回退至网络搜索</a:t>
              </a:r>
              <a:r>
                <a:rPr lang="zh-CN" sz="1650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（DuckDuckGo），确保回答始终有据可依。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795" y="3155632"/>
              <a:ext cx="81829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内置</a:t>
              </a:r>
              <a:r>
                <a:rPr lang="zh-CN" sz="1650" b="1" dirty="0">
                  <a:solidFill>
                    <a:srgbClr val="7C5CFC"/>
                  </a:solidFill>
                  <a:latin typeface="Arial"/>
                  <a:ea typeface="Microsoft YaHei"/>
                  <a:cs typeface="Arial"/>
                </a:rPr>
                <a:t>多轮对话记忆</a:t>
              </a:r>
              <a:r>
                <a:rPr lang="zh-CN" sz="1650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机制，基于滑动窗口保持上下文连贯，让每一次回答都理解前文。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1524000"/>
            <a:ext cx="5143500" cy="4572000"/>
            <a:chOff x="6286500" y="1524000"/>
            <a:chExt cx="5143500" cy="4572000"/>
          </a:xfrm>
        </p:grpSpPr>
        <p:grpSp>
          <p:nvGrpSpPr>
            <p:cNvPr id="20" name="Group 20"/>
            <p:cNvGrpSpPr/>
            <p:nvPr/>
          </p:nvGrpSpPr>
          <p:grpSpPr>
            <a:xfrm>
              <a:off x="6286500" y="1524000"/>
              <a:ext cx="5143500" cy="762000"/>
              <a:chOff x="6286500" y="1524000"/>
              <a:chExt cx="5143500" cy="762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286500" y="1524000"/>
                <a:ext cx="5143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31837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6477000" y="1714500"/>
                <a:ext cx="381000" cy="381000"/>
              </a:xfrm>
              <a:prstGeom prst="ellipse">
                <a:avLst/>
              </a:prstGeom>
              <a:solidFill>
                <a:srgbClr val="00D4FF">
                  <a:alpha val="12000"/>
                </a:srgbClr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6548438" y="1781173"/>
                <a:ext cx="234355" cy="228602"/>
                <a:chOff x="6548438" y="1781173"/>
                <a:chExt cx="234355" cy="228602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6696075" y="1790700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66675" y="66675"/>
                      </a:moveTo>
                      <a:lnTo>
                        <a:pt x="0" y="666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D4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6548438" y="1781173"/>
                  <a:ext cx="234355" cy="228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55" h="228602">
                      <a:moveTo>
                        <a:pt x="28575" y="142877"/>
                      </a:moveTo>
                      <a:lnTo>
                        <a:pt x="9525" y="142877"/>
                      </a:lnTo>
                      <a:cubicBezTo>
                        <a:pt x="4264" y="142877"/>
                        <a:pt x="0" y="147141"/>
                        <a:pt x="0" y="152402"/>
                      </a:cubicBezTo>
                      <a:lnTo>
                        <a:pt x="0" y="219077"/>
                      </a:lnTo>
                      <a:cubicBezTo>
                        <a:pt x="0" y="224337"/>
                        <a:pt x="4264" y="228602"/>
                        <a:pt x="9525" y="228602"/>
                      </a:cubicBezTo>
                      <a:lnTo>
                        <a:pt x="28575" y="228602"/>
                      </a:lnTo>
                      <a:cubicBezTo>
                        <a:pt x="52247" y="228602"/>
                        <a:pt x="71438" y="209412"/>
                        <a:pt x="71438" y="185739"/>
                      </a:cubicBezTo>
                      <a:cubicBezTo>
                        <a:pt x="71438" y="162067"/>
                        <a:pt x="52247" y="142877"/>
                        <a:pt x="28575" y="142877"/>
                      </a:cubicBezTo>
                      <a:close/>
                      <a:moveTo>
                        <a:pt x="28575" y="209552"/>
                      </a:moveTo>
                      <a:lnTo>
                        <a:pt x="19050" y="209552"/>
                      </a:lnTo>
                      <a:lnTo>
                        <a:pt x="19050" y="161927"/>
                      </a:lnTo>
                      <a:lnTo>
                        <a:pt x="28575" y="161927"/>
                      </a:lnTo>
                      <a:cubicBezTo>
                        <a:pt x="41726" y="161927"/>
                        <a:pt x="52388" y="172588"/>
                        <a:pt x="52388" y="185739"/>
                      </a:cubicBezTo>
                      <a:cubicBezTo>
                        <a:pt x="52388" y="198891"/>
                        <a:pt x="41726" y="209552"/>
                        <a:pt x="28575" y="209552"/>
                      </a:cubicBezTo>
                      <a:close/>
                      <a:moveTo>
                        <a:pt x="230422" y="203706"/>
                      </a:moveTo>
                      <a:cubicBezTo>
                        <a:pt x="234222" y="207343"/>
                        <a:pt x="234355" y="213371"/>
                        <a:pt x="230719" y="217172"/>
                      </a:cubicBezTo>
                      <a:cubicBezTo>
                        <a:pt x="224016" y="224388"/>
                        <a:pt x="214636" y="228522"/>
                        <a:pt x="204788" y="228602"/>
                      </a:cubicBezTo>
                      <a:cubicBezTo>
                        <a:pt x="183773" y="228602"/>
                        <a:pt x="166688" y="209373"/>
                        <a:pt x="166688" y="185739"/>
                      </a:cubicBezTo>
                      <a:cubicBezTo>
                        <a:pt x="166688" y="162106"/>
                        <a:pt x="183773" y="142877"/>
                        <a:pt x="204788" y="142877"/>
                      </a:cubicBezTo>
                      <a:cubicBezTo>
                        <a:pt x="214636" y="142957"/>
                        <a:pt x="224016" y="147091"/>
                        <a:pt x="230719" y="154307"/>
                      </a:cubicBezTo>
                      <a:cubicBezTo>
                        <a:pt x="234274" y="158120"/>
                        <a:pt x="234103" y="164081"/>
                        <a:pt x="230337" y="167685"/>
                      </a:cubicBezTo>
                      <a:cubicBezTo>
                        <a:pt x="226571" y="171288"/>
                        <a:pt x="220608" y="171195"/>
                        <a:pt x="216956" y="167475"/>
                      </a:cubicBezTo>
                      <a:cubicBezTo>
                        <a:pt x="213831" y="164037"/>
                        <a:pt x="209432" y="162031"/>
                        <a:pt x="204788" y="161927"/>
                      </a:cubicBezTo>
                      <a:cubicBezTo>
                        <a:pt x="194286" y="161927"/>
                        <a:pt x="185738" y="172643"/>
                        <a:pt x="185738" y="185739"/>
                      </a:cubicBezTo>
                      <a:cubicBezTo>
                        <a:pt x="185738" y="198836"/>
                        <a:pt x="194286" y="209552"/>
                        <a:pt x="204788" y="209552"/>
                      </a:cubicBezTo>
                      <a:cubicBezTo>
                        <a:pt x="209434" y="209456"/>
                        <a:pt x="213836" y="207449"/>
                        <a:pt x="216956" y="204004"/>
                      </a:cubicBezTo>
                      <a:cubicBezTo>
                        <a:pt x="220592" y="200203"/>
                        <a:pt x="226621" y="200070"/>
                        <a:pt x="230422" y="203706"/>
                      </a:cubicBezTo>
                      <a:close/>
                      <a:moveTo>
                        <a:pt x="119062" y="142877"/>
                      </a:moveTo>
                      <a:cubicBezTo>
                        <a:pt x="98060" y="142877"/>
                        <a:pt x="80962" y="162106"/>
                        <a:pt x="80962" y="185739"/>
                      </a:cubicBezTo>
                      <a:cubicBezTo>
                        <a:pt x="80962" y="209373"/>
                        <a:pt x="98060" y="228602"/>
                        <a:pt x="119062" y="228602"/>
                      </a:cubicBezTo>
                      <a:cubicBezTo>
                        <a:pt x="140065" y="228602"/>
                        <a:pt x="157162" y="209373"/>
                        <a:pt x="157162" y="185739"/>
                      </a:cubicBezTo>
                      <a:cubicBezTo>
                        <a:pt x="157162" y="162106"/>
                        <a:pt x="140065" y="142877"/>
                        <a:pt x="119062" y="142877"/>
                      </a:cubicBezTo>
                      <a:close/>
                      <a:moveTo>
                        <a:pt x="119062" y="209552"/>
                      </a:moveTo>
                      <a:cubicBezTo>
                        <a:pt x="108561" y="209552"/>
                        <a:pt x="100012" y="198836"/>
                        <a:pt x="100012" y="185739"/>
                      </a:cubicBezTo>
                      <a:cubicBezTo>
                        <a:pt x="100012" y="172643"/>
                        <a:pt x="108561" y="161927"/>
                        <a:pt x="119062" y="161927"/>
                      </a:cubicBezTo>
                      <a:cubicBezTo>
                        <a:pt x="129564" y="161927"/>
                        <a:pt x="138112" y="172643"/>
                        <a:pt x="138112" y="185739"/>
                      </a:cubicBezTo>
                      <a:cubicBezTo>
                        <a:pt x="138112" y="198836"/>
                        <a:pt x="129564" y="209552"/>
                        <a:pt x="119062" y="209552"/>
                      </a:cubicBezTo>
                      <a:close/>
                      <a:moveTo>
                        <a:pt x="23812" y="114302"/>
                      </a:moveTo>
                      <a:cubicBezTo>
                        <a:pt x="29073" y="114302"/>
                        <a:pt x="33338" y="110037"/>
                        <a:pt x="33338" y="104777"/>
                      </a:cubicBezTo>
                      <a:lnTo>
                        <a:pt x="33338" y="19052"/>
                      </a:lnTo>
                      <a:lnTo>
                        <a:pt x="138112" y="19052"/>
                      </a:lnTo>
                      <a:lnTo>
                        <a:pt x="138112" y="76202"/>
                      </a:lnTo>
                      <a:cubicBezTo>
                        <a:pt x="138112" y="81462"/>
                        <a:pt x="142377" y="85727"/>
                        <a:pt x="147638" y="85727"/>
                      </a:cubicBezTo>
                      <a:lnTo>
                        <a:pt x="204788" y="85727"/>
                      </a:lnTo>
                      <a:lnTo>
                        <a:pt x="204788" y="104777"/>
                      </a:lnTo>
                      <a:cubicBezTo>
                        <a:pt x="204788" y="110037"/>
                        <a:pt x="209052" y="114302"/>
                        <a:pt x="214312" y="114302"/>
                      </a:cubicBezTo>
                      <a:cubicBezTo>
                        <a:pt x="219573" y="114302"/>
                        <a:pt x="223838" y="110037"/>
                        <a:pt x="223838" y="104777"/>
                      </a:cubicBezTo>
                      <a:lnTo>
                        <a:pt x="223838" y="76202"/>
                      </a:lnTo>
                      <a:cubicBezTo>
                        <a:pt x="223839" y="73675"/>
                        <a:pt x="222837" y="71251"/>
                        <a:pt x="221051" y="69463"/>
                      </a:cubicBezTo>
                      <a:lnTo>
                        <a:pt x="154376" y="2788"/>
                      </a:lnTo>
                      <a:cubicBezTo>
                        <a:pt x="152589" y="1002"/>
                        <a:pt x="150164" y="0"/>
                        <a:pt x="147638" y="2"/>
                      </a:cubicBezTo>
                      <a:lnTo>
                        <a:pt x="33338" y="2"/>
                      </a:lnTo>
                      <a:cubicBezTo>
                        <a:pt x="22816" y="2"/>
                        <a:pt x="14288" y="8531"/>
                        <a:pt x="14288" y="19052"/>
                      </a:cubicBezTo>
                      <a:lnTo>
                        <a:pt x="14288" y="104777"/>
                      </a:lnTo>
                      <a:cubicBezTo>
                        <a:pt x="14288" y="110037"/>
                        <a:pt x="18552" y="114302"/>
                        <a:pt x="23812" y="114302"/>
                      </a:cubicBezTo>
                      <a:close/>
                      <a:moveTo>
                        <a:pt x="157162" y="32518"/>
                      </a:moveTo>
                      <a:lnTo>
                        <a:pt x="191322" y="66677"/>
                      </a:lnTo>
                      <a:lnTo>
                        <a:pt x="157162" y="66677"/>
                      </a:lnTo>
                      <a:close/>
                    </a:path>
                  </a:pathLst>
                </a:custGeom>
                <a:solidFill>
                  <a:srgbClr val="00D4FF"/>
                </a:solidFill>
                <a:ln>
                  <a:noFill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6934200" y="170497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7 种文件格式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938962" y="1974056"/>
                <a:ext cx="329898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286500" y="2476500"/>
              <a:ext cx="5143500" cy="762000"/>
              <a:chOff x="6286500" y="2476500"/>
              <a:chExt cx="5143500" cy="762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286500" y="2476500"/>
                <a:ext cx="5143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31837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6477000" y="2667000"/>
                <a:ext cx="381000" cy="381000"/>
              </a:xfrm>
              <a:prstGeom prst="ellipse">
                <a:avLst/>
              </a:prstGeom>
              <a:solidFill>
                <a:srgbClr val="7C5CFC">
                  <a:alpha val="12000"/>
                </a:srgbClr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6532840" y="2722795"/>
                <a:ext cx="259421" cy="259466"/>
                <a:chOff x="6532840" y="2722795"/>
                <a:chExt cx="259421" cy="259466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6553200" y="27432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90500" y="95250"/>
                      </a:moveTo>
                      <a:cubicBezTo>
                        <a:pt x="190500" y="147855"/>
                        <a:pt x="147855" y="190500"/>
                        <a:pt x="95250" y="190500"/>
                      </a:cubicBezTo>
                      <a:cubicBezTo>
                        <a:pt x="42645" y="190500"/>
                        <a:pt x="0" y="147855"/>
                        <a:pt x="0" y="95250"/>
                      </a:cubicBezTo>
                      <a:cubicBezTo>
                        <a:pt x="0" y="42645"/>
                        <a:pt x="42645" y="0"/>
                        <a:pt x="95250" y="0"/>
                      </a:cubicBezTo>
                      <a:cubicBezTo>
                        <a:pt x="147855" y="0"/>
                        <a:pt x="190500" y="42645"/>
                        <a:pt x="190500" y="95250"/>
                      </a:cubicBezTo>
                      <a:close/>
                    </a:path>
                  </a:pathLst>
                </a:custGeom>
                <a:solidFill>
                  <a:srgbClr val="7C5CF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532840" y="2722795"/>
                  <a:ext cx="259421" cy="259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21" h="259466">
                      <a:moveTo>
                        <a:pt x="255699" y="242266"/>
                      </a:moveTo>
                      <a:lnTo>
                        <a:pt x="196096" y="182664"/>
                      </a:lnTo>
                      <a:cubicBezTo>
                        <a:pt x="232054" y="139538"/>
                        <a:pt x="227731" y="75757"/>
                        <a:pt x="186282" y="37879"/>
                      </a:cubicBezTo>
                      <a:cubicBezTo>
                        <a:pt x="144834" y="0"/>
                        <a:pt x="80922" y="1423"/>
                        <a:pt x="41201" y="41110"/>
                      </a:cubicBezTo>
                      <a:cubicBezTo>
                        <a:pt x="1480" y="80796"/>
                        <a:pt x="0" y="144706"/>
                        <a:pt x="37842" y="186188"/>
                      </a:cubicBezTo>
                      <a:cubicBezTo>
                        <a:pt x="75684" y="227670"/>
                        <a:pt x="139461" y="232050"/>
                        <a:pt x="182618" y="196130"/>
                      </a:cubicBezTo>
                      <a:lnTo>
                        <a:pt x="242221" y="255744"/>
                      </a:lnTo>
                      <a:cubicBezTo>
                        <a:pt x="245943" y="259466"/>
                        <a:pt x="251977" y="259466"/>
                        <a:pt x="255699" y="255744"/>
                      </a:cubicBezTo>
                      <a:cubicBezTo>
                        <a:pt x="259421" y="252022"/>
                        <a:pt x="259421" y="245988"/>
                        <a:pt x="255699" y="242266"/>
                      </a:cubicBezTo>
                      <a:close/>
                      <a:moveTo>
                        <a:pt x="29885" y="115655"/>
                      </a:moveTo>
                      <a:cubicBezTo>
                        <a:pt x="29885" y="68311"/>
                        <a:pt x="68265" y="29930"/>
                        <a:pt x="115610" y="29930"/>
                      </a:cubicBezTo>
                      <a:cubicBezTo>
                        <a:pt x="162955" y="29930"/>
                        <a:pt x="201335" y="68311"/>
                        <a:pt x="201335" y="115655"/>
                      </a:cubicBezTo>
                      <a:cubicBezTo>
                        <a:pt x="201335" y="163000"/>
                        <a:pt x="162955" y="201380"/>
                        <a:pt x="115610" y="201380"/>
                      </a:cubicBezTo>
                      <a:cubicBezTo>
                        <a:pt x="68287" y="201328"/>
                        <a:pt x="29937" y="162978"/>
                        <a:pt x="29885" y="115655"/>
                      </a:cubicBezTo>
                      <a:close/>
                    </a:path>
                  </a:pathLst>
                </a:custGeom>
                <a:solidFill>
                  <a:srgbClr val="7C5CFC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6934200" y="26574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双工具智能检索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38962" y="2926556"/>
                <a:ext cx="230135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文档优先检索 + 联网搜索智能回退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86500" y="3429000"/>
              <a:ext cx="5143500" cy="762000"/>
              <a:chOff x="6286500" y="3429000"/>
              <a:chExt cx="5143500" cy="762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286500" y="3429000"/>
                <a:ext cx="5143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31837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6477000" y="3619500"/>
                <a:ext cx="381000" cy="381000"/>
              </a:xfrm>
              <a:prstGeom prst="ellipse">
                <a:avLst/>
              </a:prstGeom>
              <a:solidFill>
                <a:srgbClr val="FF6B9D">
                  <a:alpha val="12000"/>
                </a:srgbClr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6524616" y="3681388"/>
                <a:ext cx="285759" cy="247698"/>
                <a:chOff x="6524616" y="3681388"/>
                <a:chExt cx="285759" cy="247698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534099" y="3695700"/>
                  <a:ext cx="266759" cy="21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59" h="219075">
                      <a:moveTo>
                        <a:pt x="266751" y="109538"/>
                      </a:moveTo>
                      <a:cubicBezTo>
                        <a:pt x="266759" y="133763"/>
                        <a:pt x="251491" y="155362"/>
                        <a:pt x="228651" y="163437"/>
                      </a:cubicBezTo>
                      <a:lnTo>
                        <a:pt x="228651" y="163437"/>
                      </a:lnTo>
                      <a:lnTo>
                        <a:pt x="228651" y="171450"/>
                      </a:lnTo>
                      <a:cubicBezTo>
                        <a:pt x="228651" y="197753"/>
                        <a:pt x="207329" y="219075"/>
                        <a:pt x="181026" y="219075"/>
                      </a:cubicBezTo>
                      <a:cubicBezTo>
                        <a:pt x="154724" y="219075"/>
                        <a:pt x="133401" y="197753"/>
                        <a:pt x="133401" y="171450"/>
                      </a:cubicBezTo>
                      <a:cubicBezTo>
                        <a:pt x="133401" y="197753"/>
                        <a:pt x="112079" y="219075"/>
                        <a:pt x="85776" y="219075"/>
                      </a:cubicBezTo>
                      <a:cubicBezTo>
                        <a:pt x="59474" y="219075"/>
                        <a:pt x="38151" y="197753"/>
                        <a:pt x="38151" y="171450"/>
                      </a:cubicBezTo>
                      <a:lnTo>
                        <a:pt x="38151" y="163437"/>
                      </a:lnTo>
                      <a:lnTo>
                        <a:pt x="38151" y="163437"/>
                      </a:lnTo>
                      <a:cubicBezTo>
                        <a:pt x="15291" y="155379"/>
                        <a:pt x="0" y="133777"/>
                        <a:pt x="0" y="109538"/>
                      </a:cubicBezTo>
                      <a:cubicBezTo>
                        <a:pt x="0" y="85298"/>
                        <a:pt x="15291" y="63696"/>
                        <a:pt x="38151" y="55638"/>
                      </a:cubicBezTo>
                      <a:lnTo>
                        <a:pt x="38151" y="47625"/>
                      </a:lnTo>
                      <a:cubicBezTo>
                        <a:pt x="38151" y="21322"/>
                        <a:pt x="59474" y="0"/>
                        <a:pt x="85776" y="0"/>
                      </a:cubicBezTo>
                      <a:cubicBezTo>
                        <a:pt x="112079" y="0"/>
                        <a:pt x="133401" y="21322"/>
                        <a:pt x="133401" y="47625"/>
                      </a:cubicBezTo>
                      <a:cubicBezTo>
                        <a:pt x="133401" y="21322"/>
                        <a:pt x="154724" y="0"/>
                        <a:pt x="181026" y="0"/>
                      </a:cubicBezTo>
                      <a:cubicBezTo>
                        <a:pt x="207329" y="0"/>
                        <a:pt x="228651" y="21322"/>
                        <a:pt x="228651" y="47625"/>
                      </a:cubicBezTo>
                      <a:lnTo>
                        <a:pt x="228651" y="55638"/>
                      </a:lnTo>
                      <a:cubicBezTo>
                        <a:pt x="251491" y="63713"/>
                        <a:pt x="266759" y="85312"/>
                        <a:pt x="266751" y="109538"/>
                      </a:cubicBezTo>
                      <a:close/>
                    </a:path>
                  </a:pathLst>
                </a:custGeom>
                <a:solidFill>
                  <a:srgbClr val="FF6B9D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524616" y="3681388"/>
                  <a:ext cx="285759" cy="247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9" h="247698">
                      <a:moveTo>
                        <a:pt x="285759" y="123849"/>
                      </a:moveTo>
                      <a:cubicBezTo>
                        <a:pt x="285733" y="98099"/>
                        <a:pt x="270911" y="74656"/>
                        <a:pt x="247659" y="63592"/>
                      </a:cubicBezTo>
                      <a:lnTo>
                        <a:pt x="247659" y="61937"/>
                      </a:lnTo>
                      <a:cubicBezTo>
                        <a:pt x="247636" y="36738"/>
                        <a:pt x="231112" y="14527"/>
                        <a:pt x="206982" y="7264"/>
                      </a:cubicBezTo>
                      <a:cubicBezTo>
                        <a:pt x="182853" y="0"/>
                        <a:pt x="156813" y="9398"/>
                        <a:pt x="142884" y="30397"/>
                      </a:cubicBezTo>
                      <a:cubicBezTo>
                        <a:pt x="128955" y="9398"/>
                        <a:pt x="102915" y="0"/>
                        <a:pt x="78786" y="7264"/>
                      </a:cubicBezTo>
                      <a:cubicBezTo>
                        <a:pt x="54656" y="14527"/>
                        <a:pt x="38131" y="36738"/>
                        <a:pt x="38109" y="61937"/>
                      </a:cubicBezTo>
                      <a:lnTo>
                        <a:pt x="38109" y="63592"/>
                      </a:lnTo>
                      <a:cubicBezTo>
                        <a:pt x="14836" y="74627"/>
                        <a:pt x="0" y="98080"/>
                        <a:pt x="0" y="123837"/>
                      </a:cubicBezTo>
                      <a:cubicBezTo>
                        <a:pt x="0" y="149594"/>
                        <a:pt x="14836" y="173048"/>
                        <a:pt x="38109" y="184083"/>
                      </a:cubicBezTo>
                      <a:lnTo>
                        <a:pt x="38109" y="185762"/>
                      </a:lnTo>
                      <a:cubicBezTo>
                        <a:pt x="38131" y="210961"/>
                        <a:pt x="54656" y="233171"/>
                        <a:pt x="78786" y="240435"/>
                      </a:cubicBezTo>
                      <a:cubicBezTo>
                        <a:pt x="102915" y="247698"/>
                        <a:pt x="128955" y="238301"/>
                        <a:pt x="142884" y="217301"/>
                      </a:cubicBezTo>
                      <a:cubicBezTo>
                        <a:pt x="156813" y="238301"/>
                        <a:pt x="182853" y="247698"/>
                        <a:pt x="206982" y="240435"/>
                      </a:cubicBezTo>
                      <a:cubicBezTo>
                        <a:pt x="231112" y="233171"/>
                        <a:pt x="247636" y="210961"/>
                        <a:pt x="247659" y="185762"/>
                      </a:cubicBezTo>
                      <a:lnTo>
                        <a:pt x="247659" y="184083"/>
                      </a:lnTo>
                      <a:cubicBezTo>
                        <a:pt x="270907" y="173027"/>
                        <a:pt x="285730" y="149592"/>
                        <a:pt x="285759" y="123849"/>
                      </a:cubicBezTo>
                      <a:close/>
                      <a:moveTo>
                        <a:pt x="95259" y="223862"/>
                      </a:moveTo>
                      <a:cubicBezTo>
                        <a:pt x="75804" y="223859"/>
                        <a:pt x="59477" y="209199"/>
                        <a:pt x="57385" y="189857"/>
                      </a:cubicBezTo>
                      <a:cubicBezTo>
                        <a:pt x="60465" y="190297"/>
                        <a:pt x="63573" y="190520"/>
                        <a:pt x="66684" y="190524"/>
                      </a:cubicBezTo>
                      <a:lnTo>
                        <a:pt x="76209" y="190524"/>
                      </a:lnTo>
                      <a:cubicBezTo>
                        <a:pt x="81469" y="190524"/>
                        <a:pt x="85734" y="186260"/>
                        <a:pt x="85734" y="180999"/>
                      </a:cubicBezTo>
                      <a:cubicBezTo>
                        <a:pt x="85734" y="175739"/>
                        <a:pt x="81469" y="171474"/>
                        <a:pt x="76209" y="171474"/>
                      </a:cubicBezTo>
                      <a:lnTo>
                        <a:pt x="66684" y="171474"/>
                      </a:lnTo>
                      <a:cubicBezTo>
                        <a:pt x="43466" y="171501"/>
                        <a:pt x="23613" y="154783"/>
                        <a:pt x="19689" y="131899"/>
                      </a:cubicBezTo>
                      <a:cubicBezTo>
                        <a:pt x="15764" y="109016"/>
                        <a:pt x="28913" y="86637"/>
                        <a:pt x="50813" y="78927"/>
                      </a:cubicBezTo>
                      <a:cubicBezTo>
                        <a:pt x="54616" y="77580"/>
                        <a:pt x="57158" y="73984"/>
                        <a:pt x="57159" y="69950"/>
                      </a:cubicBezTo>
                      <a:lnTo>
                        <a:pt x="57159" y="61937"/>
                      </a:lnTo>
                      <a:cubicBezTo>
                        <a:pt x="57159" y="40895"/>
                        <a:pt x="74217" y="23837"/>
                        <a:pt x="95259" y="23837"/>
                      </a:cubicBezTo>
                      <a:cubicBezTo>
                        <a:pt x="116301" y="23837"/>
                        <a:pt x="133359" y="40895"/>
                        <a:pt x="133359" y="61937"/>
                      </a:cubicBezTo>
                      <a:lnTo>
                        <a:pt x="133359" y="143209"/>
                      </a:lnTo>
                      <a:cubicBezTo>
                        <a:pt x="122899" y="133802"/>
                        <a:pt x="109327" y="128601"/>
                        <a:pt x="95259" y="128612"/>
                      </a:cubicBezTo>
                      <a:cubicBezTo>
                        <a:pt x="89998" y="128612"/>
                        <a:pt x="85734" y="132876"/>
                        <a:pt x="85734" y="138137"/>
                      </a:cubicBezTo>
                      <a:cubicBezTo>
                        <a:pt x="85734" y="143397"/>
                        <a:pt x="89998" y="147662"/>
                        <a:pt x="95259" y="147662"/>
                      </a:cubicBezTo>
                      <a:cubicBezTo>
                        <a:pt x="116301" y="147662"/>
                        <a:pt x="133359" y="164720"/>
                        <a:pt x="133359" y="185762"/>
                      </a:cubicBezTo>
                      <a:cubicBezTo>
                        <a:pt x="133359" y="206804"/>
                        <a:pt x="116301" y="223862"/>
                        <a:pt x="95259" y="223862"/>
                      </a:cubicBezTo>
                      <a:close/>
                      <a:moveTo>
                        <a:pt x="219084" y="171474"/>
                      </a:moveTo>
                      <a:lnTo>
                        <a:pt x="209559" y="171474"/>
                      </a:lnTo>
                      <a:cubicBezTo>
                        <a:pt x="204298" y="171474"/>
                        <a:pt x="200034" y="175739"/>
                        <a:pt x="200034" y="180999"/>
                      </a:cubicBezTo>
                      <a:cubicBezTo>
                        <a:pt x="200034" y="186260"/>
                        <a:pt x="204298" y="190524"/>
                        <a:pt x="209559" y="190524"/>
                      </a:cubicBezTo>
                      <a:lnTo>
                        <a:pt x="219084" y="190524"/>
                      </a:lnTo>
                      <a:cubicBezTo>
                        <a:pt x="222195" y="190520"/>
                        <a:pt x="225303" y="190297"/>
                        <a:pt x="228383" y="189857"/>
                      </a:cubicBezTo>
                      <a:cubicBezTo>
                        <a:pt x="226178" y="210249"/>
                        <a:pt x="208226" y="225236"/>
                        <a:pt x="187768" y="223763"/>
                      </a:cubicBezTo>
                      <a:cubicBezTo>
                        <a:pt x="167311" y="222291"/>
                        <a:pt x="151690" y="204888"/>
                        <a:pt x="152428" y="184391"/>
                      </a:cubicBezTo>
                      <a:cubicBezTo>
                        <a:pt x="153166" y="163893"/>
                        <a:pt x="169998" y="147659"/>
                        <a:pt x="190509" y="147662"/>
                      </a:cubicBezTo>
                      <a:cubicBezTo>
                        <a:pt x="195769" y="147662"/>
                        <a:pt x="200034" y="143397"/>
                        <a:pt x="200034" y="138137"/>
                      </a:cubicBezTo>
                      <a:cubicBezTo>
                        <a:pt x="200034" y="132876"/>
                        <a:pt x="195769" y="128612"/>
                        <a:pt x="190509" y="128612"/>
                      </a:cubicBezTo>
                      <a:cubicBezTo>
                        <a:pt x="176441" y="128601"/>
                        <a:pt x="162868" y="133802"/>
                        <a:pt x="152409" y="143209"/>
                      </a:cubicBezTo>
                      <a:lnTo>
                        <a:pt x="152409" y="61937"/>
                      </a:lnTo>
                      <a:cubicBezTo>
                        <a:pt x="152409" y="40895"/>
                        <a:pt x="169467" y="23837"/>
                        <a:pt x="190509" y="23837"/>
                      </a:cubicBezTo>
                      <a:cubicBezTo>
                        <a:pt x="211551" y="23837"/>
                        <a:pt x="228609" y="40895"/>
                        <a:pt x="228609" y="61937"/>
                      </a:cubicBezTo>
                      <a:lnTo>
                        <a:pt x="228609" y="69950"/>
                      </a:lnTo>
                      <a:cubicBezTo>
                        <a:pt x="228610" y="73984"/>
                        <a:pt x="231152" y="77580"/>
                        <a:pt x="234955" y="78927"/>
                      </a:cubicBezTo>
                      <a:cubicBezTo>
                        <a:pt x="256855" y="86637"/>
                        <a:pt x="270004" y="109016"/>
                        <a:pt x="266079" y="131899"/>
                      </a:cubicBezTo>
                      <a:cubicBezTo>
                        <a:pt x="262155" y="154783"/>
                        <a:pt x="242301" y="171501"/>
                        <a:pt x="219084" y="171474"/>
                      </a:cubicBezTo>
                      <a:close/>
                      <a:moveTo>
                        <a:pt x="238134" y="109562"/>
                      </a:moveTo>
                      <a:cubicBezTo>
                        <a:pt x="238134" y="114822"/>
                        <a:pt x="233869" y="119087"/>
                        <a:pt x="228609" y="119087"/>
                      </a:cubicBezTo>
                      <a:lnTo>
                        <a:pt x="223846" y="119087"/>
                      </a:lnTo>
                      <a:cubicBezTo>
                        <a:pt x="200174" y="119087"/>
                        <a:pt x="180984" y="99897"/>
                        <a:pt x="180984" y="76224"/>
                      </a:cubicBezTo>
                      <a:lnTo>
                        <a:pt x="180984" y="71462"/>
                      </a:lnTo>
                      <a:cubicBezTo>
                        <a:pt x="180984" y="66201"/>
                        <a:pt x="185248" y="61937"/>
                        <a:pt x="190509" y="61937"/>
                      </a:cubicBezTo>
                      <a:cubicBezTo>
                        <a:pt x="195769" y="61937"/>
                        <a:pt x="200034" y="66201"/>
                        <a:pt x="200034" y="71462"/>
                      </a:cubicBezTo>
                      <a:lnTo>
                        <a:pt x="200034" y="76224"/>
                      </a:lnTo>
                      <a:cubicBezTo>
                        <a:pt x="200034" y="89376"/>
                        <a:pt x="210695" y="100037"/>
                        <a:pt x="223846" y="100037"/>
                      </a:cubicBezTo>
                      <a:lnTo>
                        <a:pt x="228609" y="100037"/>
                      </a:lnTo>
                      <a:cubicBezTo>
                        <a:pt x="233869" y="100037"/>
                        <a:pt x="238134" y="104301"/>
                        <a:pt x="238134" y="109562"/>
                      </a:cubicBezTo>
                      <a:close/>
                      <a:moveTo>
                        <a:pt x="61921" y="119087"/>
                      </a:moveTo>
                      <a:lnTo>
                        <a:pt x="57159" y="119087"/>
                      </a:lnTo>
                      <a:cubicBezTo>
                        <a:pt x="51898" y="119087"/>
                        <a:pt x="47634" y="114822"/>
                        <a:pt x="47634" y="109562"/>
                      </a:cubicBezTo>
                      <a:cubicBezTo>
                        <a:pt x="47634" y="104301"/>
                        <a:pt x="51898" y="100037"/>
                        <a:pt x="57159" y="100037"/>
                      </a:cubicBezTo>
                      <a:lnTo>
                        <a:pt x="61921" y="100037"/>
                      </a:lnTo>
                      <a:cubicBezTo>
                        <a:pt x="75073" y="100037"/>
                        <a:pt x="85734" y="89376"/>
                        <a:pt x="85734" y="76224"/>
                      </a:cubicBezTo>
                      <a:lnTo>
                        <a:pt x="85734" y="71462"/>
                      </a:lnTo>
                      <a:cubicBezTo>
                        <a:pt x="85734" y="66201"/>
                        <a:pt x="89998" y="61937"/>
                        <a:pt x="95259" y="61937"/>
                      </a:cubicBezTo>
                      <a:cubicBezTo>
                        <a:pt x="100519" y="61937"/>
                        <a:pt x="104784" y="66201"/>
                        <a:pt x="104784" y="71462"/>
                      </a:cubicBezTo>
                      <a:lnTo>
                        <a:pt x="104784" y="76224"/>
                      </a:lnTo>
                      <a:cubicBezTo>
                        <a:pt x="104784" y="99897"/>
                        <a:pt x="85594" y="119087"/>
                        <a:pt x="61921" y="119087"/>
                      </a:cubicBezTo>
                      <a:close/>
                    </a:path>
                  </a:pathLst>
                </a:custGeom>
                <a:solidFill>
                  <a:srgbClr val="FF6B9D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6934200" y="36099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938962" y="3879056"/>
                <a:ext cx="32239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DeepSeek-v4-pro via LangGraph ReAct Agent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286500" y="4381500"/>
              <a:ext cx="5143500" cy="762000"/>
              <a:chOff x="6286500" y="4381500"/>
              <a:chExt cx="5143500" cy="762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286500" y="4381500"/>
                <a:ext cx="5143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31837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6477000" y="4572000"/>
                <a:ext cx="381000" cy="381000"/>
              </a:xfrm>
              <a:prstGeom prst="ellipse">
                <a:avLst/>
              </a:prstGeom>
              <a:solidFill>
                <a:srgbClr val="00D4FF">
                  <a:alpha val="12000"/>
                </a:srgbClr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528700" y="4635811"/>
                <a:ext cx="276006" cy="253684"/>
                <a:chOff x="6528700" y="4635811"/>
                <a:chExt cx="276006" cy="253684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624709" y="4705493"/>
                  <a:ext cx="170234" cy="174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234" h="174618">
                      <a:moveTo>
                        <a:pt x="166330" y="162187"/>
                      </a:moveTo>
                      <a:cubicBezTo>
                        <a:pt x="167045" y="164683"/>
                        <a:pt x="166350" y="167369"/>
                        <a:pt x="164514" y="169205"/>
                      </a:cubicBezTo>
                      <a:cubicBezTo>
                        <a:pt x="162678" y="171041"/>
                        <a:pt x="159992" y="171736"/>
                        <a:pt x="157496" y="171021"/>
                      </a:cubicBezTo>
                      <a:lnTo>
                        <a:pt x="121932" y="160865"/>
                      </a:lnTo>
                      <a:cubicBezTo>
                        <a:pt x="99854" y="172886"/>
                        <a:pt x="73615" y="174618"/>
                        <a:pt x="50149" y="165604"/>
                      </a:cubicBezTo>
                      <a:cubicBezTo>
                        <a:pt x="26683" y="156589"/>
                        <a:pt x="8352" y="137736"/>
                        <a:pt x="0" y="114026"/>
                      </a:cubicBezTo>
                      <a:lnTo>
                        <a:pt x="0" y="114026"/>
                      </a:lnTo>
                      <a:cubicBezTo>
                        <a:pt x="1548" y="114110"/>
                        <a:pt x="3108" y="114157"/>
                        <a:pt x="4679" y="114157"/>
                      </a:cubicBezTo>
                      <a:cubicBezTo>
                        <a:pt x="32483" y="114159"/>
                        <a:pt x="58561" y="100677"/>
                        <a:pt x="74634" y="77990"/>
                      </a:cubicBezTo>
                      <a:cubicBezTo>
                        <a:pt x="90708" y="55303"/>
                        <a:pt x="94780" y="26230"/>
                        <a:pt x="85558" y="0"/>
                      </a:cubicBezTo>
                      <a:lnTo>
                        <a:pt x="85558" y="0"/>
                      </a:lnTo>
                      <a:cubicBezTo>
                        <a:pt x="114935" y="1603"/>
                        <a:pt x="141438" y="18160"/>
                        <a:pt x="155763" y="43858"/>
                      </a:cubicBezTo>
                      <a:cubicBezTo>
                        <a:pt x="170088" y="69555"/>
                        <a:pt x="170234" y="100804"/>
                        <a:pt x="156150" y="126635"/>
                      </a:cubicBezTo>
                      <a:close/>
                    </a:path>
                  </a:pathLst>
                </a:custGeom>
                <a:solidFill>
                  <a:srgbClr val="00D4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528700" y="4635811"/>
                  <a:ext cx="276006" cy="253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006" h="253684">
                      <a:moveTo>
                        <a:pt x="262375" y="197329"/>
                      </a:moveTo>
                      <a:cubicBezTo>
                        <a:pt x="276006" y="169621"/>
                        <a:pt x="275359" y="137024"/>
                        <a:pt x="260639" y="109879"/>
                      </a:cubicBezTo>
                      <a:cubicBezTo>
                        <a:pt x="245919" y="82733"/>
                        <a:pt x="218953" y="64408"/>
                        <a:pt x="188295" y="60717"/>
                      </a:cubicBezTo>
                      <a:cubicBezTo>
                        <a:pt x="174653" y="28918"/>
                        <a:pt x="144840" y="7017"/>
                        <a:pt x="110417" y="3508"/>
                      </a:cubicBezTo>
                      <a:cubicBezTo>
                        <a:pt x="75993" y="0"/>
                        <a:pt x="42375" y="15435"/>
                        <a:pt x="22599" y="43829"/>
                      </a:cubicBezTo>
                      <a:cubicBezTo>
                        <a:pt x="2823" y="72222"/>
                        <a:pt x="0" y="109107"/>
                        <a:pt x="15225" y="140179"/>
                      </a:cubicBezTo>
                      <a:lnTo>
                        <a:pt x="6105" y="172112"/>
                      </a:lnTo>
                      <a:cubicBezTo>
                        <a:pt x="4448" y="177929"/>
                        <a:pt x="6072" y="184188"/>
                        <a:pt x="10349" y="188465"/>
                      </a:cubicBezTo>
                      <a:cubicBezTo>
                        <a:pt x="14627" y="192742"/>
                        <a:pt x="20885" y="194367"/>
                        <a:pt x="26703" y="192710"/>
                      </a:cubicBezTo>
                      <a:lnTo>
                        <a:pt x="58636" y="183589"/>
                      </a:lnTo>
                      <a:cubicBezTo>
                        <a:pt x="68271" y="188320"/>
                        <a:pt x="78636" y="191392"/>
                        <a:pt x="89294" y="192674"/>
                      </a:cubicBezTo>
                      <a:cubicBezTo>
                        <a:pt x="99561" y="216729"/>
                        <a:pt x="119268" y="235504"/>
                        <a:pt x="143792" y="244594"/>
                      </a:cubicBezTo>
                      <a:cubicBezTo>
                        <a:pt x="168316" y="253684"/>
                        <a:pt x="195499" y="252290"/>
                        <a:pt x="218965" y="240739"/>
                      </a:cubicBezTo>
                      <a:lnTo>
                        <a:pt x="250898" y="249860"/>
                      </a:lnTo>
                      <a:cubicBezTo>
                        <a:pt x="256715" y="251517"/>
                        <a:pt x="262974" y="249892"/>
                        <a:pt x="267251" y="245615"/>
                      </a:cubicBezTo>
                      <a:cubicBezTo>
                        <a:pt x="271528" y="241338"/>
                        <a:pt x="273153" y="235079"/>
                        <a:pt x="271495" y="229262"/>
                      </a:cubicBezTo>
                      <a:close/>
                      <a:moveTo>
                        <a:pt x="59659" y="163873"/>
                      </a:moveTo>
                      <a:cubicBezTo>
                        <a:pt x="58774" y="163873"/>
                        <a:pt x="57893" y="163993"/>
                        <a:pt x="57040" y="164230"/>
                      </a:cubicBezTo>
                      <a:lnTo>
                        <a:pt x="25596" y="173219"/>
                      </a:lnTo>
                      <a:lnTo>
                        <a:pt x="34585" y="141775"/>
                      </a:lnTo>
                      <a:cubicBezTo>
                        <a:pt x="35259" y="139379"/>
                        <a:pt x="34968" y="136815"/>
                        <a:pt x="33775" y="134631"/>
                      </a:cubicBezTo>
                      <a:cubicBezTo>
                        <a:pt x="15670" y="101392"/>
                        <a:pt x="24730" y="59900"/>
                        <a:pt x="55043" y="37233"/>
                      </a:cubicBezTo>
                      <a:cubicBezTo>
                        <a:pt x="85355" y="14566"/>
                        <a:pt x="127715" y="17607"/>
                        <a:pt x="154480" y="44371"/>
                      </a:cubicBezTo>
                      <a:cubicBezTo>
                        <a:pt x="181244" y="71135"/>
                        <a:pt x="184284" y="113495"/>
                        <a:pt x="161617" y="143808"/>
                      </a:cubicBezTo>
                      <a:cubicBezTo>
                        <a:pt x="138951" y="174120"/>
                        <a:pt x="97459" y="183180"/>
                        <a:pt x="64220" y="165075"/>
                      </a:cubicBezTo>
                      <a:cubicBezTo>
                        <a:pt x="62826" y="164295"/>
                        <a:pt x="61257" y="163882"/>
                        <a:pt x="59659" y="163873"/>
                      </a:cubicBezTo>
                      <a:close/>
                      <a:moveTo>
                        <a:pt x="243016" y="198925"/>
                      </a:moveTo>
                      <a:lnTo>
                        <a:pt x="252005" y="230369"/>
                      </a:lnTo>
                      <a:lnTo>
                        <a:pt x="220561" y="221380"/>
                      </a:lnTo>
                      <a:cubicBezTo>
                        <a:pt x="218165" y="220706"/>
                        <a:pt x="215601" y="220997"/>
                        <a:pt x="213417" y="222189"/>
                      </a:cubicBezTo>
                      <a:cubicBezTo>
                        <a:pt x="176889" y="242062"/>
                        <a:pt x="131175" y="229013"/>
                        <a:pt x="110642" y="192852"/>
                      </a:cubicBezTo>
                      <a:cubicBezTo>
                        <a:pt x="137009" y="190106"/>
                        <a:pt x="161036" y="176487"/>
                        <a:pt x="176935" y="155274"/>
                      </a:cubicBezTo>
                      <a:cubicBezTo>
                        <a:pt x="192834" y="134062"/>
                        <a:pt x="199165" y="107179"/>
                        <a:pt x="194402" y="81100"/>
                      </a:cubicBezTo>
                      <a:cubicBezTo>
                        <a:pt x="217538" y="86553"/>
                        <a:pt x="236804" y="102488"/>
                        <a:pt x="246498" y="124191"/>
                      </a:cubicBezTo>
                      <a:cubicBezTo>
                        <a:pt x="256192" y="145893"/>
                        <a:pt x="255203" y="170876"/>
                        <a:pt x="243825" y="191745"/>
                      </a:cubicBezTo>
                      <a:cubicBezTo>
                        <a:pt x="242623" y="193939"/>
                        <a:pt x="242332" y="196518"/>
                        <a:pt x="243016" y="198925"/>
                      </a:cubicBezTo>
                      <a:close/>
                    </a:path>
                  </a:pathLst>
                </a:custGeom>
                <a:solidFill>
                  <a:srgbClr val="00D4FF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34200" y="456247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多轮对话记忆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938962" y="4831556"/>
                <a:ext cx="303645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滑动窗口 BufferWindowMemory 上下文保持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6286500" y="5334000"/>
              <a:ext cx="5143500" cy="762000"/>
              <a:chOff x="6286500" y="5334000"/>
              <a:chExt cx="5143500" cy="762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286500" y="5334000"/>
                <a:ext cx="51435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31837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6477000" y="5524500"/>
                <a:ext cx="381000" cy="381000"/>
              </a:xfrm>
              <a:prstGeom prst="ellipse">
                <a:avLst/>
              </a:prstGeom>
              <a:solidFill>
                <a:srgbClr val="7C5CFC">
                  <a:alpha val="12000"/>
                </a:srgbClr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6543675" y="5591175"/>
                <a:ext cx="247650" cy="247650"/>
                <a:chOff x="6543675" y="5591175"/>
                <a:chExt cx="247650" cy="24765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6553200" y="560070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228600" y="114300"/>
                      </a:moveTo>
                      <a:cubicBezTo>
                        <a:pt x="228600" y="177426"/>
                        <a:pt x="177426" y="228600"/>
                        <a:pt x="114300" y="228600"/>
                      </a:cubicBezTo>
                      <a:cubicBezTo>
                        <a:pt x="51174" y="228600"/>
                        <a:pt x="0" y="177426"/>
                        <a:pt x="0" y="114300"/>
                      </a:cubicBezTo>
                      <a:cubicBezTo>
                        <a:pt x="0" y="51174"/>
                        <a:pt x="51174" y="0"/>
                        <a:pt x="114300" y="0"/>
                      </a:cubicBezTo>
                      <a:cubicBezTo>
                        <a:pt x="177426" y="0"/>
                        <a:pt x="228600" y="51174"/>
                        <a:pt x="228600" y="114300"/>
                      </a:cubicBezTo>
                      <a:close/>
                    </a:path>
                  </a:pathLst>
                </a:custGeom>
                <a:solidFill>
                  <a:srgbClr val="7C5CF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543675" y="5591175"/>
                  <a:ext cx="247650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47650">
                      <a:moveTo>
                        <a:pt x="178189" y="88511"/>
                      </a:moveTo>
                      <a:cubicBezTo>
                        <a:pt x="179978" y="90298"/>
                        <a:pt x="180982" y="92722"/>
                        <a:pt x="180982" y="95250"/>
                      </a:cubicBezTo>
                      <a:cubicBezTo>
                        <a:pt x="180982" y="97778"/>
                        <a:pt x="179978" y="100202"/>
                        <a:pt x="178189" y="101989"/>
                      </a:cubicBezTo>
                      <a:lnTo>
                        <a:pt x="111514" y="168664"/>
                      </a:lnTo>
                      <a:cubicBezTo>
                        <a:pt x="109727" y="170453"/>
                        <a:pt x="107303" y="171457"/>
                        <a:pt x="104775" y="171457"/>
                      </a:cubicBezTo>
                      <a:cubicBezTo>
                        <a:pt x="102247" y="171457"/>
                        <a:pt x="99823" y="170453"/>
                        <a:pt x="98036" y="168664"/>
                      </a:cubicBezTo>
                      <a:lnTo>
                        <a:pt x="69461" y="140089"/>
                      </a:lnTo>
                      <a:cubicBezTo>
                        <a:pt x="65739" y="136367"/>
                        <a:pt x="65739" y="130333"/>
                        <a:pt x="69461" y="126611"/>
                      </a:cubicBezTo>
                      <a:cubicBezTo>
                        <a:pt x="73183" y="122889"/>
                        <a:pt x="79217" y="122889"/>
                        <a:pt x="82939" y="126611"/>
                      </a:cubicBezTo>
                      <a:lnTo>
                        <a:pt x="104775" y="148459"/>
                      </a:lnTo>
                      <a:lnTo>
                        <a:pt x="164711" y="88511"/>
                      </a:lnTo>
                      <a:cubicBezTo>
                        <a:pt x="166498" y="86722"/>
                        <a:pt x="168922" y="85718"/>
                        <a:pt x="171450" y="85718"/>
                      </a:cubicBezTo>
                      <a:cubicBezTo>
                        <a:pt x="173978" y="85718"/>
                        <a:pt x="176402" y="86722"/>
                        <a:pt x="178189" y="88511"/>
                      </a:cubicBezTo>
                      <a:close/>
                      <a:moveTo>
                        <a:pt x="247650" y="123825"/>
                      </a:moveTo>
                      <a:cubicBezTo>
                        <a:pt x="247650" y="192212"/>
                        <a:pt x="192212" y="247650"/>
                        <a:pt x="123825" y="247650"/>
                      </a:cubicBezTo>
                      <a:cubicBezTo>
                        <a:pt x="55438" y="247650"/>
                        <a:pt x="0" y="192212"/>
                        <a:pt x="0" y="123825"/>
                      </a:cubicBezTo>
                      <a:cubicBezTo>
                        <a:pt x="0" y="55438"/>
                        <a:pt x="55438" y="0"/>
                        <a:pt x="123825" y="0"/>
                      </a:cubicBezTo>
                      <a:cubicBezTo>
                        <a:pt x="192182" y="72"/>
                        <a:pt x="247578" y="55468"/>
                        <a:pt x="247650" y="123825"/>
                      </a:cubicBezTo>
                      <a:close/>
                      <a:moveTo>
                        <a:pt x="228600" y="123825"/>
                      </a:moveTo>
                      <a:cubicBezTo>
                        <a:pt x="228600" y="65959"/>
                        <a:pt x="181691" y="19050"/>
                        <a:pt x="123825" y="19050"/>
                      </a:cubicBezTo>
                      <a:cubicBezTo>
                        <a:pt x="65959" y="19050"/>
                        <a:pt x="19050" y="65959"/>
                        <a:pt x="19050" y="123825"/>
                      </a:cubicBezTo>
                      <a:cubicBezTo>
                        <a:pt x="19050" y="181691"/>
                        <a:pt x="65959" y="228600"/>
                        <a:pt x="123825" y="228600"/>
                      </a:cubicBezTo>
                      <a:cubicBezTo>
                        <a:pt x="181663" y="228534"/>
                        <a:pt x="228534" y="181663"/>
                        <a:pt x="228600" y="123825"/>
                      </a:cubicBezTo>
                      <a:close/>
                    </a:path>
                  </a:pathLst>
                </a:custGeom>
                <a:solidFill>
                  <a:srgbClr val="7C5CFC"/>
                </a:solidFill>
                <a:ln>
                  <a:noFill/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6934200" y="55149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回答可溯源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938962" y="578405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每个回答附来源文件名与页码，可信可查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4" name="Rectangle 54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2A2E45">
                <a:alpha val="5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4B8">
                      <a:alphaMod val="40000"/>
                    </a:srgbClr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70535"/>
            <a:ext cx="4495323" cy="636746"/>
            <a:chOff x="762000" y="470535"/>
            <a:chExt cx="4495323" cy="636746"/>
          </a:xfrm>
        </p:grpSpPr>
        <p:sp>
          <p:nvSpPr>
            <p:cNvPr id="3" name="Rectangle 3"/>
            <p:cNvSpPr/>
            <p:nvPr/>
          </p:nvSpPr>
          <p:spPr>
            <a:xfrm>
              <a:off x="762000" y="476250"/>
              <a:ext cx="38100" cy="3429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4705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技术栈一览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8212" y="878681"/>
              <a:ext cx="43191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TECH STACK — STREAMLIT + LANGCHAIN/LANGGRAPH + CHROMADB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381125"/>
            <a:ext cx="2524125" cy="2381250"/>
            <a:chOff x="762000" y="1381125"/>
            <a:chExt cx="2524125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381125"/>
              <a:ext cx="2524125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81125"/>
              <a:ext cx="2524125" cy="2381250"/>
            </a:xfrm>
            <a:prstGeom prst="roundRect">
              <a:avLst>
                <a:gd name="adj" fmla="val 4000"/>
              </a:avLst>
            </a:prstGeom>
            <a:gradFill>
              <a:gsLst>
                <a:gs pos="0">
                  <a:srgbClr val="00D4FF">
                    <a:alpha val="6000"/>
                  </a:srgbClr>
                </a:gs>
                <a:gs pos="100000">
                  <a:srgbClr val="7C5CFC">
                    <a:alpha val="2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09650" y="1628775"/>
              <a:ext cx="457200" cy="457200"/>
            </a:xfrm>
            <a:prstGeom prst="ellipse">
              <a:avLst/>
            </a:prstGeom>
            <a:solidFill>
              <a:srgbClr val="00D4FF">
                <a:alpha val="10000"/>
              </a:srgb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83469" y="1726406"/>
              <a:ext cx="309562" cy="285750"/>
              <a:chOff x="1083469" y="1726406"/>
              <a:chExt cx="309562" cy="285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95375" y="1738312"/>
                <a:ext cx="285750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4781">
                    <a:moveTo>
                      <a:pt x="285750" y="23812"/>
                    </a:moveTo>
                    <a:lnTo>
                      <a:pt x="285750" y="154781"/>
                    </a:lnTo>
                    <a:lnTo>
                      <a:pt x="0" y="154781"/>
                    </a:ln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261938" y="0"/>
                    </a:lnTo>
                    <a:cubicBezTo>
                      <a:pt x="275089" y="0"/>
                      <a:pt x="285750" y="10661"/>
                      <a:pt x="285750" y="23812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83469" y="1726406"/>
                <a:ext cx="309562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285750">
                    <a:moveTo>
                      <a:pt x="273844" y="0"/>
                    </a:moveTo>
                    <a:lnTo>
                      <a:pt x="35719" y="0"/>
                    </a:lnTo>
                    <a:cubicBezTo>
                      <a:pt x="15992" y="0"/>
                      <a:pt x="0" y="15992"/>
                      <a:pt x="0" y="35719"/>
                    </a:cubicBezTo>
                    <a:lnTo>
                      <a:pt x="0" y="202406"/>
                    </a:lnTo>
                    <a:cubicBezTo>
                      <a:pt x="0" y="222133"/>
                      <a:pt x="15992" y="238125"/>
                      <a:pt x="35719" y="238125"/>
                    </a:cubicBezTo>
                    <a:lnTo>
                      <a:pt x="142875" y="238125"/>
                    </a:lnTo>
                    <a:lnTo>
                      <a:pt x="142875" y="261938"/>
                    </a:lnTo>
                    <a:lnTo>
                      <a:pt x="107156" y="261938"/>
                    </a:lnTo>
                    <a:cubicBezTo>
                      <a:pt x="100581" y="261938"/>
                      <a:pt x="95250" y="267268"/>
                      <a:pt x="95250" y="273844"/>
                    </a:cubicBezTo>
                    <a:cubicBezTo>
                      <a:pt x="95250" y="280419"/>
                      <a:pt x="100581" y="285750"/>
                      <a:pt x="107156" y="285750"/>
                    </a:cubicBezTo>
                    <a:lnTo>
                      <a:pt x="202406" y="285750"/>
                    </a:lnTo>
                    <a:cubicBezTo>
                      <a:pt x="208982" y="285750"/>
                      <a:pt x="214312" y="280419"/>
                      <a:pt x="214312" y="273844"/>
                    </a:cubicBezTo>
                    <a:cubicBezTo>
                      <a:pt x="214312" y="267268"/>
                      <a:pt x="208982" y="261938"/>
                      <a:pt x="202406" y="261938"/>
                    </a:cubicBezTo>
                    <a:lnTo>
                      <a:pt x="166688" y="261938"/>
                    </a:lnTo>
                    <a:lnTo>
                      <a:pt x="166688" y="238125"/>
                    </a:lnTo>
                    <a:lnTo>
                      <a:pt x="273844" y="238125"/>
                    </a:lnTo>
                    <a:cubicBezTo>
                      <a:pt x="293571" y="238125"/>
                      <a:pt x="309562" y="222133"/>
                      <a:pt x="309562" y="202406"/>
                    </a:cubicBezTo>
                    <a:lnTo>
                      <a:pt x="309562" y="35719"/>
                    </a:lnTo>
                    <a:cubicBezTo>
                      <a:pt x="309562" y="15992"/>
                      <a:pt x="293571" y="0"/>
                      <a:pt x="273844" y="0"/>
                    </a:cubicBezTo>
                    <a:close/>
                    <a:moveTo>
                      <a:pt x="35719" y="23812"/>
                    </a:moveTo>
                    <a:lnTo>
                      <a:pt x="273844" y="23812"/>
                    </a:lnTo>
                    <a:cubicBezTo>
                      <a:pt x="280419" y="23812"/>
                      <a:pt x="285750" y="29143"/>
                      <a:pt x="285750" y="35719"/>
                    </a:cubicBezTo>
                    <a:lnTo>
                      <a:pt x="285750" y="154781"/>
                    </a:lnTo>
                    <a:lnTo>
                      <a:pt x="23812" y="154781"/>
                    </a:lnTo>
                    <a:lnTo>
                      <a:pt x="23812" y="35719"/>
                    </a:lnTo>
                    <a:cubicBezTo>
                      <a:pt x="23812" y="29143"/>
                      <a:pt x="29143" y="23812"/>
                      <a:pt x="35719" y="23812"/>
                    </a:cubicBezTo>
                    <a:close/>
                    <a:moveTo>
                      <a:pt x="273844" y="214312"/>
                    </a:moveTo>
                    <a:lnTo>
                      <a:pt x="35719" y="214312"/>
                    </a:lnTo>
                    <a:cubicBezTo>
                      <a:pt x="29143" y="214312"/>
                      <a:pt x="23812" y="208982"/>
                      <a:pt x="23812" y="202406"/>
                    </a:cubicBezTo>
                    <a:lnTo>
                      <a:pt x="23812" y="178594"/>
                    </a:lnTo>
                    <a:lnTo>
                      <a:pt x="285750" y="178594"/>
                    </a:lnTo>
                    <a:lnTo>
                      <a:pt x="285750" y="202406"/>
                    </a:lnTo>
                    <a:cubicBezTo>
                      <a:pt x="285750" y="208982"/>
                      <a:pt x="280419" y="214312"/>
                      <a:pt x="273844" y="214312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76325" y="2171700"/>
              <a:ext cx="10147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Streamlit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4898" y="2463641"/>
              <a:ext cx="9945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D4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WEB UI FRAMEWORK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1088" y="2783681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Web 界面与会话管理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088" y="3002756"/>
              <a:ext cx="15737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文件上传 / 聊天 / 设置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1088" y="3221831"/>
              <a:ext cx="1558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session_state 持久化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476625" y="1381125"/>
            <a:ext cx="2524125" cy="2381250"/>
            <a:chOff x="3476625" y="1381125"/>
            <a:chExt cx="2524125" cy="2381250"/>
          </a:xfrm>
        </p:grpSpPr>
        <p:sp>
          <p:nvSpPr>
            <p:cNvPr id="19" name="Rectangle 19"/>
            <p:cNvSpPr/>
            <p:nvPr/>
          </p:nvSpPr>
          <p:spPr>
            <a:xfrm>
              <a:off x="3476625" y="1381125"/>
              <a:ext cx="2524125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24275" y="1628775"/>
              <a:ext cx="457200" cy="457200"/>
            </a:xfrm>
            <a:prstGeom prst="ellipse">
              <a:avLst/>
            </a:prstGeom>
            <a:solidFill>
              <a:srgbClr val="7C5CFC">
                <a:alpha val="10000"/>
              </a:srgbClr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793862" y="1697582"/>
              <a:ext cx="318557" cy="308035"/>
              <a:chOff x="3793862" y="1697582"/>
              <a:chExt cx="318557" cy="30803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917156" y="18216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793862" y="1697582"/>
                <a:ext cx="318557" cy="308035"/>
              </a:xfrm>
              <a:custGeom>
                <a:avLst/>
                <a:gdLst/>
                <a:ahLst/>
                <a:cxnLst/>
                <a:rect l="l" t="t" r="r" b="b"/>
                <a:pathLst>
                  <a:path w="318557" h="308035">
                    <a:moveTo>
                      <a:pt x="266170" y="195511"/>
                    </a:moveTo>
                    <a:cubicBezTo>
                      <a:pt x="255646" y="195506"/>
                      <a:pt x="245420" y="199004"/>
                      <a:pt x="237104" y="205453"/>
                    </a:cubicBezTo>
                    <a:lnTo>
                      <a:pt x="202709" y="178664"/>
                    </a:lnTo>
                    <a:cubicBezTo>
                      <a:pt x="205306" y="172712"/>
                      <a:pt x="206644" y="166287"/>
                      <a:pt x="206638" y="159793"/>
                    </a:cubicBezTo>
                    <a:cubicBezTo>
                      <a:pt x="206638" y="158691"/>
                      <a:pt x="206638" y="157590"/>
                      <a:pt x="206519" y="156504"/>
                    </a:cubicBezTo>
                    <a:lnTo>
                      <a:pt x="226209" y="149940"/>
                    </a:lnTo>
                    <a:cubicBezTo>
                      <a:pt x="239087" y="169801"/>
                      <a:pt x="264596" y="177190"/>
                      <a:pt x="286095" y="167287"/>
                    </a:cubicBezTo>
                    <a:cubicBezTo>
                      <a:pt x="307594" y="157384"/>
                      <a:pt x="318557" y="133195"/>
                      <a:pt x="311832" y="110500"/>
                    </a:cubicBezTo>
                    <a:cubicBezTo>
                      <a:pt x="305107" y="87805"/>
                      <a:pt x="282736" y="73494"/>
                      <a:pt x="259312" y="76902"/>
                    </a:cubicBezTo>
                    <a:cubicBezTo>
                      <a:pt x="235889" y="80310"/>
                      <a:pt x="218523" y="100404"/>
                      <a:pt x="218545" y="124074"/>
                    </a:cubicBezTo>
                    <a:cubicBezTo>
                      <a:pt x="218545" y="125175"/>
                      <a:pt x="218545" y="126277"/>
                      <a:pt x="218664" y="127363"/>
                    </a:cubicBezTo>
                    <a:lnTo>
                      <a:pt x="198974" y="133926"/>
                    </a:lnTo>
                    <a:cubicBezTo>
                      <a:pt x="190204" y="120368"/>
                      <a:pt x="175161" y="112177"/>
                      <a:pt x="159013" y="112168"/>
                    </a:cubicBezTo>
                    <a:cubicBezTo>
                      <a:pt x="156386" y="112173"/>
                      <a:pt x="153763" y="112392"/>
                      <a:pt x="151170" y="112822"/>
                    </a:cubicBezTo>
                    <a:lnTo>
                      <a:pt x="140990" y="89843"/>
                    </a:lnTo>
                    <a:cubicBezTo>
                      <a:pt x="159140" y="75341"/>
                      <a:pt x="164178" y="49860"/>
                      <a:pt x="152913" y="29542"/>
                    </a:cubicBezTo>
                    <a:cubicBezTo>
                      <a:pt x="141647" y="9225"/>
                      <a:pt x="117366" y="0"/>
                      <a:pt x="95451" y="7712"/>
                    </a:cubicBezTo>
                    <a:cubicBezTo>
                      <a:pt x="73537" y="15425"/>
                      <a:pt x="60385" y="37824"/>
                      <a:pt x="64328" y="60719"/>
                    </a:cubicBezTo>
                    <a:cubicBezTo>
                      <a:pt x="68270" y="83614"/>
                      <a:pt x="88157" y="100323"/>
                      <a:pt x="111388" y="100261"/>
                    </a:cubicBezTo>
                    <a:cubicBezTo>
                      <a:pt x="114016" y="100256"/>
                      <a:pt x="116639" y="100037"/>
                      <a:pt x="119232" y="99607"/>
                    </a:cubicBezTo>
                    <a:lnTo>
                      <a:pt x="129412" y="122526"/>
                    </a:lnTo>
                    <a:cubicBezTo>
                      <a:pt x="111608" y="136617"/>
                      <a:pt x="106264" y="161335"/>
                      <a:pt x="116657" y="181522"/>
                    </a:cubicBezTo>
                    <a:lnTo>
                      <a:pt x="78393" y="215514"/>
                    </a:lnTo>
                    <a:cubicBezTo>
                      <a:pt x="58471" y="202083"/>
                      <a:pt x="31669" y="205561"/>
                      <a:pt x="15834" y="223633"/>
                    </a:cubicBezTo>
                    <a:cubicBezTo>
                      <a:pt x="0" y="241704"/>
                      <a:pt x="73" y="268731"/>
                      <a:pt x="16005" y="286716"/>
                    </a:cubicBezTo>
                    <a:cubicBezTo>
                      <a:pt x="31937" y="304701"/>
                      <a:pt x="58758" y="308035"/>
                      <a:pt x="78607" y="294496"/>
                    </a:cubicBezTo>
                    <a:cubicBezTo>
                      <a:pt x="98457" y="280957"/>
                      <a:pt x="105143" y="254771"/>
                      <a:pt x="94214" y="233373"/>
                    </a:cubicBezTo>
                    <a:lnTo>
                      <a:pt x="132477" y="199381"/>
                    </a:lnTo>
                    <a:cubicBezTo>
                      <a:pt x="149470" y="210822"/>
                      <a:pt x="171883" y="210078"/>
                      <a:pt x="188080" y="197535"/>
                    </a:cubicBezTo>
                    <a:lnTo>
                      <a:pt x="222474" y="224325"/>
                    </a:lnTo>
                    <a:cubicBezTo>
                      <a:pt x="219885" y="230258"/>
                      <a:pt x="218548" y="236662"/>
                      <a:pt x="218545" y="243136"/>
                    </a:cubicBezTo>
                    <a:cubicBezTo>
                      <a:pt x="218545" y="269439"/>
                      <a:pt x="239867" y="290761"/>
                      <a:pt x="266170" y="290761"/>
                    </a:cubicBezTo>
                    <a:cubicBezTo>
                      <a:pt x="292472" y="290761"/>
                      <a:pt x="313795" y="269439"/>
                      <a:pt x="313795" y="243136"/>
                    </a:cubicBezTo>
                    <a:cubicBezTo>
                      <a:pt x="313795" y="216834"/>
                      <a:pt x="292472" y="195511"/>
                      <a:pt x="266170" y="195511"/>
                    </a:cubicBezTo>
                    <a:close/>
                    <a:moveTo>
                      <a:pt x="266170" y="100261"/>
                    </a:moveTo>
                    <a:cubicBezTo>
                      <a:pt x="279321" y="100261"/>
                      <a:pt x="289982" y="110923"/>
                      <a:pt x="289982" y="124074"/>
                    </a:cubicBezTo>
                    <a:cubicBezTo>
                      <a:pt x="289982" y="137225"/>
                      <a:pt x="279321" y="147886"/>
                      <a:pt x="266170" y="147886"/>
                    </a:cubicBezTo>
                    <a:cubicBezTo>
                      <a:pt x="253018" y="147886"/>
                      <a:pt x="242357" y="137225"/>
                      <a:pt x="242357" y="124074"/>
                    </a:cubicBezTo>
                    <a:cubicBezTo>
                      <a:pt x="242357" y="110923"/>
                      <a:pt x="253018" y="100261"/>
                      <a:pt x="266170" y="100261"/>
                    </a:cubicBezTo>
                    <a:close/>
                    <a:moveTo>
                      <a:pt x="87576" y="52636"/>
                    </a:moveTo>
                    <a:cubicBezTo>
                      <a:pt x="87576" y="39485"/>
                      <a:pt x="98237" y="28824"/>
                      <a:pt x="111388" y="28824"/>
                    </a:cubicBezTo>
                    <a:cubicBezTo>
                      <a:pt x="124540" y="28824"/>
                      <a:pt x="135201" y="39485"/>
                      <a:pt x="135201" y="52636"/>
                    </a:cubicBezTo>
                    <a:cubicBezTo>
                      <a:pt x="135201" y="65788"/>
                      <a:pt x="124540" y="76449"/>
                      <a:pt x="111388" y="76449"/>
                    </a:cubicBezTo>
                    <a:cubicBezTo>
                      <a:pt x="98237" y="76449"/>
                      <a:pt x="87576" y="65788"/>
                      <a:pt x="87576" y="52636"/>
                    </a:cubicBezTo>
                    <a:close/>
                    <a:moveTo>
                      <a:pt x="51857" y="278855"/>
                    </a:moveTo>
                    <a:cubicBezTo>
                      <a:pt x="38706" y="278855"/>
                      <a:pt x="28045" y="268194"/>
                      <a:pt x="28045" y="255043"/>
                    </a:cubicBezTo>
                    <a:cubicBezTo>
                      <a:pt x="28045" y="241891"/>
                      <a:pt x="38706" y="231230"/>
                      <a:pt x="51857" y="231230"/>
                    </a:cubicBezTo>
                    <a:cubicBezTo>
                      <a:pt x="65008" y="231230"/>
                      <a:pt x="75670" y="241891"/>
                      <a:pt x="75670" y="255043"/>
                    </a:cubicBezTo>
                    <a:cubicBezTo>
                      <a:pt x="75670" y="268194"/>
                      <a:pt x="65008" y="278855"/>
                      <a:pt x="51857" y="278855"/>
                    </a:cubicBezTo>
                    <a:close/>
                    <a:moveTo>
                      <a:pt x="135201" y="159793"/>
                    </a:moveTo>
                    <a:cubicBezTo>
                      <a:pt x="135201" y="146641"/>
                      <a:pt x="145862" y="135980"/>
                      <a:pt x="159013" y="135980"/>
                    </a:cubicBezTo>
                    <a:cubicBezTo>
                      <a:pt x="172165" y="135980"/>
                      <a:pt x="182826" y="146641"/>
                      <a:pt x="182826" y="159793"/>
                    </a:cubicBezTo>
                    <a:cubicBezTo>
                      <a:pt x="182826" y="172944"/>
                      <a:pt x="172165" y="183605"/>
                      <a:pt x="159013" y="183605"/>
                    </a:cubicBezTo>
                    <a:cubicBezTo>
                      <a:pt x="145862" y="183605"/>
                      <a:pt x="135201" y="172944"/>
                      <a:pt x="135201" y="159793"/>
                    </a:cubicBezTo>
                    <a:close/>
                    <a:moveTo>
                      <a:pt x="266170" y="266949"/>
                    </a:moveTo>
                    <a:cubicBezTo>
                      <a:pt x="253018" y="266949"/>
                      <a:pt x="242357" y="256288"/>
                      <a:pt x="242357" y="243136"/>
                    </a:cubicBezTo>
                    <a:cubicBezTo>
                      <a:pt x="242357" y="229985"/>
                      <a:pt x="253018" y="219324"/>
                      <a:pt x="266170" y="219324"/>
                    </a:cubicBezTo>
                    <a:cubicBezTo>
                      <a:pt x="279321" y="219324"/>
                      <a:pt x="289982" y="229985"/>
                      <a:pt x="289982" y="243136"/>
                    </a:cubicBezTo>
                    <a:cubicBezTo>
                      <a:pt x="289982" y="256288"/>
                      <a:pt x="279321" y="266949"/>
                      <a:pt x="266170" y="266949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790950" y="2171700"/>
              <a:ext cx="21803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LangChain+LangGraph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99522" y="2463641"/>
              <a:ext cx="9670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C5CFC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AGENT FRAMEWORK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95712" y="2783681"/>
              <a:ext cx="12437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ReAct Agent 编排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95712" y="3002756"/>
              <a:ext cx="14162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Tool 调用与流式输出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95712" y="3221831"/>
              <a:ext cx="15137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create_react_agent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91250" y="1381125"/>
            <a:ext cx="2524125" cy="2381250"/>
            <a:chOff x="6191250" y="1381125"/>
            <a:chExt cx="2524125" cy="2381250"/>
          </a:xfrm>
        </p:grpSpPr>
        <p:sp>
          <p:nvSpPr>
            <p:cNvPr id="30" name="Rectangle 30"/>
            <p:cNvSpPr/>
            <p:nvPr/>
          </p:nvSpPr>
          <p:spPr>
            <a:xfrm>
              <a:off x="6191250" y="1381125"/>
              <a:ext cx="2524125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438900" y="1628775"/>
              <a:ext cx="457200" cy="457200"/>
            </a:xfrm>
            <a:prstGeom prst="ellipse">
              <a:avLst/>
            </a:prstGeom>
            <a:solidFill>
              <a:srgbClr val="FF6B9D">
                <a:alpha val="10000"/>
              </a:srgbClr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524625" y="1702594"/>
              <a:ext cx="285750" cy="309562"/>
              <a:chOff x="6524625" y="1702594"/>
              <a:chExt cx="285750" cy="30956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36531" y="1714500"/>
                <a:ext cx="2619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142875">
                    <a:moveTo>
                      <a:pt x="261938" y="71438"/>
                    </a:moveTo>
                    <a:cubicBezTo>
                      <a:pt x="261938" y="110892"/>
                      <a:pt x="203299" y="142875"/>
                      <a:pt x="130969" y="142875"/>
                    </a:cubicBezTo>
                    <a:cubicBezTo>
                      <a:pt x="58638" y="142875"/>
                      <a:pt x="0" y="110892"/>
                      <a:pt x="0" y="71438"/>
                    </a:cubicBezTo>
                    <a:cubicBezTo>
                      <a:pt x="0" y="31983"/>
                      <a:pt x="58638" y="0"/>
                      <a:pt x="130969" y="0"/>
                    </a:cubicBezTo>
                    <a:cubicBezTo>
                      <a:pt x="203299" y="0"/>
                      <a:pt x="261938" y="31983"/>
                      <a:pt x="261938" y="71438"/>
                    </a:cubicBez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24625" y="1702594"/>
                <a:ext cx="285750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09562">
                    <a:moveTo>
                      <a:pt x="142875" y="0"/>
                    </a:moveTo>
                    <a:cubicBezTo>
                      <a:pt x="62761" y="0"/>
                      <a:pt x="0" y="36612"/>
                      <a:pt x="0" y="83344"/>
                    </a:cubicBezTo>
                    <a:lnTo>
                      <a:pt x="0" y="226219"/>
                    </a:lnTo>
                    <a:cubicBezTo>
                      <a:pt x="0" y="272951"/>
                      <a:pt x="62761" y="309562"/>
                      <a:pt x="142875" y="309562"/>
                    </a:cubicBezTo>
                    <a:cubicBezTo>
                      <a:pt x="222989" y="309562"/>
                      <a:pt x="285750" y="272951"/>
                      <a:pt x="285750" y="226219"/>
                    </a:cubicBezTo>
                    <a:lnTo>
                      <a:pt x="285750" y="83344"/>
                    </a:lnTo>
                    <a:cubicBezTo>
                      <a:pt x="285750" y="36612"/>
                      <a:pt x="222989" y="0"/>
                      <a:pt x="142875" y="0"/>
                    </a:cubicBezTo>
                    <a:close/>
                    <a:moveTo>
                      <a:pt x="261938" y="154781"/>
                    </a:moveTo>
                    <a:cubicBezTo>
                      <a:pt x="261938" y="169099"/>
                      <a:pt x="250210" y="183699"/>
                      <a:pt x="229776" y="194846"/>
                    </a:cubicBezTo>
                    <a:cubicBezTo>
                      <a:pt x="206767" y="207392"/>
                      <a:pt x="175900" y="214312"/>
                      <a:pt x="142875" y="214312"/>
                    </a:cubicBezTo>
                    <a:cubicBezTo>
                      <a:pt x="109850" y="214312"/>
                      <a:pt x="78983" y="207392"/>
                      <a:pt x="55974" y="194846"/>
                    </a:cubicBezTo>
                    <a:cubicBezTo>
                      <a:pt x="35540" y="183699"/>
                      <a:pt x="23812" y="169099"/>
                      <a:pt x="23812" y="154781"/>
                    </a:cubicBezTo>
                    <a:lnTo>
                      <a:pt x="23812" y="130016"/>
                    </a:lnTo>
                    <a:cubicBezTo>
                      <a:pt x="49203" y="152340"/>
                      <a:pt x="92616" y="166688"/>
                      <a:pt x="142875" y="166688"/>
                    </a:cubicBezTo>
                    <a:cubicBezTo>
                      <a:pt x="193134" y="166688"/>
                      <a:pt x="236547" y="152281"/>
                      <a:pt x="261938" y="130016"/>
                    </a:cubicBezTo>
                    <a:close/>
                    <a:moveTo>
                      <a:pt x="55974" y="43279"/>
                    </a:moveTo>
                    <a:cubicBezTo>
                      <a:pt x="78983" y="30733"/>
                      <a:pt x="109850" y="23812"/>
                      <a:pt x="142875" y="23812"/>
                    </a:cubicBezTo>
                    <a:cubicBezTo>
                      <a:pt x="175900" y="23812"/>
                      <a:pt x="206767" y="30733"/>
                      <a:pt x="229776" y="43279"/>
                    </a:cubicBezTo>
                    <a:cubicBezTo>
                      <a:pt x="250210" y="54426"/>
                      <a:pt x="261938" y="69026"/>
                      <a:pt x="261938" y="83344"/>
                    </a:cubicBezTo>
                    <a:cubicBezTo>
                      <a:pt x="261938" y="97661"/>
                      <a:pt x="250210" y="112261"/>
                      <a:pt x="229776" y="123408"/>
                    </a:cubicBezTo>
                    <a:cubicBezTo>
                      <a:pt x="206767" y="135954"/>
                      <a:pt x="175900" y="142875"/>
                      <a:pt x="142875" y="142875"/>
                    </a:cubicBezTo>
                    <a:cubicBezTo>
                      <a:pt x="109850" y="142875"/>
                      <a:pt x="78983" y="135954"/>
                      <a:pt x="55974" y="123408"/>
                    </a:cubicBezTo>
                    <a:cubicBezTo>
                      <a:pt x="35540" y="112261"/>
                      <a:pt x="23812" y="97661"/>
                      <a:pt x="23812" y="83344"/>
                    </a:cubicBezTo>
                    <a:cubicBezTo>
                      <a:pt x="23812" y="69026"/>
                      <a:pt x="35540" y="54426"/>
                      <a:pt x="55974" y="43279"/>
                    </a:cubicBezTo>
                    <a:close/>
                    <a:moveTo>
                      <a:pt x="229776" y="266283"/>
                    </a:moveTo>
                    <a:cubicBezTo>
                      <a:pt x="206767" y="278829"/>
                      <a:pt x="175900" y="285750"/>
                      <a:pt x="142875" y="285750"/>
                    </a:cubicBezTo>
                    <a:cubicBezTo>
                      <a:pt x="109850" y="285750"/>
                      <a:pt x="78983" y="278829"/>
                      <a:pt x="55974" y="266283"/>
                    </a:cubicBezTo>
                    <a:cubicBezTo>
                      <a:pt x="35540" y="255136"/>
                      <a:pt x="23812" y="240536"/>
                      <a:pt x="23812" y="226219"/>
                    </a:cubicBezTo>
                    <a:lnTo>
                      <a:pt x="23812" y="201454"/>
                    </a:lnTo>
                    <a:cubicBezTo>
                      <a:pt x="49203" y="223778"/>
                      <a:pt x="92616" y="238125"/>
                      <a:pt x="142875" y="238125"/>
                    </a:cubicBezTo>
                    <a:cubicBezTo>
                      <a:pt x="193134" y="238125"/>
                      <a:pt x="236547" y="223718"/>
                      <a:pt x="261938" y="201454"/>
                    </a:cubicBezTo>
                    <a:lnTo>
                      <a:pt x="261938" y="226219"/>
                    </a:lnTo>
                    <a:cubicBezTo>
                      <a:pt x="261938" y="240536"/>
                      <a:pt x="250210" y="255136"/>
                      <a:pt x="229776" y="266283"/>
                    </a:cubicBez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505575" y="2171700"/>
              <a:ext cx="10042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ChromaDB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14148" y="2463641"/>
              <a:ext cx="923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6B9D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VECTOR DATABASE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0338" y="2783681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文档嵌入存储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10338" y="30027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相似度语义检索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10338" y="3221831"/>
              <a:ext cx="1791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持久化 data/chroma_db/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05875" y="1381125"/>
            <a:ext cx="2524125" cy="2381250"/>
            <a:chOff x="8905875" y="1381125"/>
            <a:chExt cx="2524125" cy="2381250"/>
          </a:xfrm>
        </p:grpSpPr>
        <p:sp>
          <p:nvSpPr>
            <p:cNvPr id="41" name="Rectangle 41"/>
            <p:cNvSpPr/>
            <p:nvPr/>
          </p:nvSpPr>
          <p:spPr>
            <a:xfrm>
              <a:off x="8905875" y="1381125"/>
              <a:ext cx="2524125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153525" y="1628775"/>
              <a:ext cx="457200" cy="457200"/>
            </a:xfrm>
            <a:prstGeom prst="ellipse">
              <a:avLst/>
            </a:prstGeom>
            <a:solidFill>
              <a:srgbClr val="00D4FF">
                <a:alpha val="10000"/>
              </a:srgbClr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15438" y="1690688"/>
              <a:ext cx="333375" cy="333375"/>
              <a:chOff x="9215438" y="1690688"/>
              <a:chExt cx="333375" cy="33337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9263062" y="1738312"/>
                <a:ext cx="2381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38125">
                    <a:moveTo>
                      <a:pt x="226219" y="0"/>
                    </a:moveTo>
                    <a:lnTo>
                      <a:pt x="11906" y="0"/>
                    </a:lnTo>
                    <a:cubicBezTo>
                      <a:pt x="5331" y="0"/>
                      <a:pt x="0" y="5331"/>
                      <a:pt x="0" y="11906"/>
                    </a:cubicBezTo>
                    <a:lnTo>
                      <a:pt x="0" y="226219"/>
                    </a:lnTo>
                    <a:cubicBezTo>
                      <a:pt x="0" y="232794"/>
                      <a:pt x="5331" y="238125"/>
                      <a:pt x="11906" y="238125"/>
                    </a:cubicBezTo>
                    <a:lnTo>
                      <a:pt x="226219" y="238125"/>
                    </a:lnTo>
                    <a:cubicBezTo>
                      <a:pt x="232794" y="238125"/>
                      <a:pt x="238125" y="232794"/>
                      <a:pt x="238125" y="226219"/>
                    </a:cubicBezTo>
                    <a:lnTo>
                      <a:pt x="238125" y="11906"/>
                    </a:lnTo>
                    <a:cubicBezTo>
                      <a:pt x="238125" y="5331"/>
                      <a:pt x="232794" y="0"/>
                      <a:pt x="226219" y="0"/>
                    </a:cubicBezTo>
                    <a:close/>
                    <a:moveTo>
                      <a:pt x="154781" y="154781"/>
                    </a:moveTo>
                    <a:lnTo>
                      <a:pt x="83344" y="154781"/>
                    </a:lnTo>
                    <a:lnTo>
                      <a:pt x="83344" y="83344"/>
                    </a:lnTo>
                    <a:lnTo>
                      <a:pt x="154781" y="83344"/>
                    </a:ln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215438" y="1690688"/>
                <a:ext cx="33337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33375">
                    <a:moveTo>
                      <a:pt x="202406" y="119062"/>
                    </a:moveTo>
                    <a:lnTo>
                      <a:pt x="130969" y="119062"/>
                    </a:lnTo>
                    <a:cubicBezTo>
                      <a:pt x="124393" y="119062"/>
                      <a:pt x="119062" y="124393"/>
                      <a:pt x="119062" y="130969"/>
                    </a:cubicBezTo>
                    <a:lnTo>
                      <a:pt x="119062" y="202406"/>
                    </a:lnTo>
                    <a:cubicBezTo>
                      <a:pt x="119062" y="208982"/>
                      <a:pt x="124393" y="214312"/>
                      <a:pt x="130969" y="214312"/>
                    </a:cubicBezTo>
                    <a:lnTo>
                      <a:pt x="202406" y="214312"/>
                    </a:lnTo>
                    <a:cubicBezTo>
                      <a:pt x="208982" y="214312"/>
                      <a:pt x="214312" y="208982"/>
                      <a:pt x="214312" y="202406"/>
                    </a:cubicBezTo>
                    <a:lnTo>
                      <a:pt x="214312" y="130969"/>
                    </a:lnTo>
                    <a:cubicBezTo>
                      <a:pt x="214312" y="124393"/>
                      <a:pt x="208982" y="119062"/>
                      <a:pt x="202406" y="119062"/>
                    </a:cubicBezTo>
                    <a:close/>
                    <a:moveTo>
                      <a:pt x="190500" y="190500"/>
                    </a:moveTo>
                    <a:lnTo>
                      <a:pt x="142875" y="190500"/>
                    </a:lnTo>
                    <a:lnTo>
                      <a:pt x="142875" y="142875"/>
                    </a:lnTo>
                    <a:lnTo>
                      <a:pt x="190500" y="142875"/>
                    </a:lnTo>
                    <a:close/>
                    <a:moveTo>
                      <a:pt x="321469" y="190500"/>
                    </a:moveTo>
                    <a:lnTo>
                      <a:pt x="297656" y="190500"/>
                    </a:lnTo>
                    <a:lnTo>
                      <a:pt x="297656" y="142875"/>
                    </a:lnTo>
                    <a:lnTo>
                      <a:pt x="321469" y="142875"/>
                    </a:lnTo>
                    <a:cubicBezTo>
                      <a:pt x="328044" y="142875"/>
                      <a:pt x="333375" y="137544"/>
                      <a:pt x="333375" y="130969"/>
                    </a:cubicBezTo>
                    <a:cubicBezTo>
                      <a:pt x="333375" y="124393"/>
                      <a:pt x="328044" y="119062"/>
                      <a:pt x="321469" y="119062"/>
                    </a:cubicBezTo>
                    <a:lnTo>
                      <a:pt x="297656" y="119062"/>
                    </a:lnTo>
                    <a:lnTo>
                      <a:pt x="297656" y="59531"/>
                    </a:lnTo>
                    <a:cubicBezTo>
                      <a:pt x="297656" y="46380"/>
                      <a:pt x="286995" y="35719"/>
                      <a:pt x="273844" y="35719"/>
                    </a:cubicBezTo>
                    <a:lnTo>
                      <a:pt x="214312" y="35719"/>
                    </a:lnTo>
                    <a:lnTo>
                      <a:pt x="214312" y="11906"/>
                    </a:lnTo>
                    <a:cubicBezTo>
                      <a:pt x="214312" y="5331"/>
                      <a:pt x="208982" y="0"/>
                      <a:pt x="202406" y="0"/>
                    </a:cubicBezTo>
                    <a:cubicBezTo>
                      <a:pt x="195831" y="0"/>
                      <a:pt x="190500" y="5331"/>
                      <a:pt x="190500" y="11906"/>
                    </a:cubicBezTo>
                    <a:lnTo>
                      <a:pt x="190500" y="35719"/>
                    </a:lnTo>
                    <a:lnTo>
                      <a:pt x="142875" y="35719"/>
                    </a:lnTo>
                    <a:lnTo>
                      <a:pt x="142875" y="11906"/>
                    </a:lnTo>
                    <a:cubicBezTo>
                      <a:pt x="142875" y="5331"/>
                      <a:pt x="137544" y="0"/>
                      <a:pt x="130969" y="0"/>
                    </a:cubicBezTo>
                    <a:cubicBezTo>
                      <a:pt x="124393" y="0"/>
                      <a:pt x="119062" y="5331"/>
                      <a:pt x="119062" y="11906"/>
                    </a:cubicBezTo>
                    <a:lnTo>
                      <a:pt x="119062" y="35719"/>
                    </a:lnTo>
                    <a:lnTo>
                      <a:pt x="59531" y="35719"/>
                    </a:lnTo>
                    <a:cubicBezTo>
                      <a:pt x="46380" y="35719"/>
                      <a:pt x="35719" y="46380"/>
                      <a:pt x="35719" y="59531"/>
                    </a:cubicBezTo>
                    <a:lnTo>
                      <a:pt x="35719" y="119062"/>
                    </a:lnTo>
                    <a:lnTo>
                      <a:pt x="11906" y="119062"/>
                    </a:lnTo>
                    <a:cubicBezTo>
                      <a:pt x="5331" y="119062"/>
                      <a:pt x="0" y="124393"/>
                      <a:pt x="0" y="130969"/>
                    </a:cubicBezTo>
                    <a:cubicBezTo>
                      <a:pt x="0" y="137544"/>
                      <a:pt x="5331" y="142875"/>
                      <a:pt x="11906" y="142875"/>
                    </a:cubicBezTo>
                    <a:lnTo>
                      <a:pt x="35719" y="142875"/>
                    </a:lnTo>
                    <a:lnTo>
                      <a:pt x="35719" y="190500"/>
                    </a:lnTo>
                    <a:lnTo>
                      <a:pt x="11906" y="190500"/>
                    </a:lnTo>
                    <a:cubicBezTo>
                      <a:pt x="5331" y="190500"/>
                      <a:pt x="0" y="195831"/>
                      <a:pt x="0" y="202406"/>
                    </a:cubicBezTo>
                    <a:cubicBezTo>
                      <a:pt x="0" y="208982"/>
                      <a:pt x="5331" y="214312"/>
                      <a:pt x="11906" y="214312"/>
                    </a:cubicBezTo>
                    <a:lnTo>
                      <a:pt x="35719" y="214312"/>
                    </a:lnTo>
                    <a:lnTo>
                      <a:pt x="35719" y="273844"/>
                    </a:lnTo>
                    <a:cubicBezTo>
                      <a:pt x="35719" y="286995"/>
                      <a:pt x="46380" y="297656"/>
                      <a:pt x="59531" y="297656"/>
                    </a:cubicBezTo>
                    <a:lnTo>
                      <a:pt x="119062" y="297656"/>
                    </a:lnTo>
                    <a:lnTo>
                      <a:pt x="119062" y="321469"/>
                    </a:lnTo>
                    <a:cubicBezTo>
                      <a:pt x="119062" y="328044"/>
                      <a:pt x="124393" y="333375"/>
                      <a:pt x="130969" y="333375"/>
                    </a:cubicBezTo>
                    <a:cubicBezTo>
                      <a:pt x="137544" y="333375"/>
                      <a:pt x="142875" y="328044"/>
                      <a:pt x="142875" y="321469"/>
                    </a:cubicBezTo>
                    <a:lnTo>
                      <a:pt x="142875" y="297656"/>
                    </a:lnTo>
                    <a:lnTo>
                      <a:pt x="190500" y="297656"/>
                    </a:lnTo>
                    <a:lnTo>
                      <a:pt x="190500" y="321469"/>
                    </a:lnTo>
                    <a:cubicBezTo>
                      <a:pt x="190500" y="328044"/>
                      <a:pt x="195831" y="333375"/>
                      <a:pt x="202406" y="333375"/>
                    </a:cubicBezTo>
                    <a:cubicBezTo>
                      <a:pt x="208982" y="333375"/>
                      <a:pt x="214312" y="328044"/>
                      <a:pt x="214312" y="321469"/>
                    </a:cubicBezTo>
                    <a:lnTo>
                      <a:pt x="214312" y="297656"/>
                    </a:lnTo>
                    <a:lnTo>
                      <a:pt x="273844" y="297656"/>
                    </a:lnTo>
                    <a:cubicBezTo>
                      <a:pt x="286995" y="297656"/>
                      <a:pt x="297656" y="286995"/>
                      <a:pt x="297656" y="273844"/>
                    </a:cubicBezTo>
                    <a:lnTo>
                      <a:pt x="297656" y="214312"/>
                    </a:lnTo>
                    <a:lnTo>
                      <a:pt x="321469" y="214312"/>
                    </a:lnTo>
                    <a:cubicBezTo>
                      <a:pt x="328044" y="214312"/>
                      <a:pt x="333375" y="208982"/>
                      <a:pt x="333375" y="202406"/>
                    </a:cubicBezTo>
                    <a:cubicBezTo>
                      <a:pt x="333375" y="195831"/>
                      <a:pt x="328044" y="190500"/>
                      <a:pt x="321469" y="190500"/>
                    </a:cubicBezTo>
                    <a:close/>
                    <a:moveTo>
                      <a:pt x="273844" y="273844"/>
                    </a:moveTo>
                    <a:lnTo>
                      <a:pt x="59531" y="273844"/>
                    </a:lnTo>
                    <a:lnTo>
                      <a:pt x="59531" y="59531"/>
                    </a:lnTo>
                    <a:lnTo>
                      <a:pt x="273844" y="59531"/>
                    </a:lnTo>
                    <a:lnTo>
                      <a:pt x="273844" y="202213"/>
                    </a:lnTo>
                    <a:cubicBezTo>
                      <a:pt x="273844" y="202213"/>
                      <a:pt x="273844" y="202347"/>
                      <a:pt x="273844" y="202406"/>
                    </a:cubicBezTo>
                    <a:cubicBezTo>
                      <a:pt x="273844" y="202466"/>
                      <a:pt x="273844" y="202540"/>
                      <a:pt x="273844" y="202600"/>
                    </a:cubicBezTo>
                    <a:lnTo>
                      <a:pt x="273844" y="273844"/>
                    </a:ln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220200" y="2171700"/>
              <a:ext cx="1938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HuggingFace Embed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28772" y="2463641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D4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EMBEDDING MODEL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24962" y="2783681"/>
              <a:ext cx="17687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paraphrase-multilingual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24962" y="3002756"/>
              <a:ext cx="1086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MiniLM-L12-v2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24962" y="3221831"/>
              <a:ext cx="9211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CPU 本地运行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62000" y="3952875"/>
            <a:ext cx="2524125" cy="2381250"/>
            <a:chOff x="762000" y="3952875"/>
            <a:chExt cx="2524125" cy="2381250"/>
          </a:xfrm>
        </p:grpSpPr>
        <p:sp>
          <p:nvSpPr>
            <p:cNvPr id="52" name="Rectangle 52"/>
            <p:cNvSpPr/>
            <p:nvPr/>
          </p:nvSpPr>
          <p:spPr>
            <a:xfrm>
              <a:off x="762000" y="3952875"/>
              <a:ext cx="2524125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09650" y="4200525"/>
              <a:ext cx="457200" cy="457200"/>
            </a:xfrm>
            <a:prstGeom prst="ellipse">
              <a:avLst/>
            </a:prstGeom>
            <a:solidFill>
              <a:srgbClr val="7C5CFC">
                <a:alpha val="10000"/>
              </a:srgbClr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1059645" y="4268360"/>
              <a:ext cx="357199" cy="309623"/>
              <a:chOff x="1059645" y="4268360"/>
              <a:chExt cx="357199" cy="3096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071499" y="4286250"/>
                <a:ext cx="333449" cy="273844"/>
              </a:xfrm>
              <a:custGeom>
                <a:avLst/>
                <a:gdLst/>
                <a:ahLst/>
                <a:cxnLst/>
                <a:rect l="l" t="t" r="r" b="b"/>
                <a:pathLst>
                  <a:path w="333449" h="273844">
                    <a:moveTo>
                      <a:pt x="333439" y="136922"/>
                    </a:moveTo>
                    <a:cubicBezTo>
                      <a:pt x="333449" y="167204"/>
                      <a:pt x="314364" y="194202"/>
                      <a:pt x="285814" y="204296"/>
                    </a:cubicBezTo>
                    <a:lnTo>
                      <a:pt x="285814" y="204296"/>
                    </a:lnTo>
                    <a:lnTo>
                      <a:pt x="285814" y="214312"/>
                    </a:lnTo>
                    <a:cubicBezTo>
                      <a:pt x="285814" y="247191"/>
                      <a:pt x="259161" y="273844"/>
                      <a:pt x="226283" y="273844"/>
                    </a:cubicBezTo>
                    <a:cubicBezTo>
                      <a:pt x="193404" y="273844"/>
                      <a:pt x="166751" y="247191"/>
                      <a:pt x="166751" y="214312"/>
                    </a:cubicBezTo>
                    <a:cubicBezTo>
                      <a:pt x="166751" y="247191"/>
                      <a:pt x="140098" y="273844"/>
                      <a:pt x="107220" y="273844"/>
                    </a:cubicBezTo>
                    <a:cubicBezTo>
                      <a:pt x="74342" y="273844"/>
                      <a:pt x="47689" y="247191"/>
                      <a:pt x="47689" y="214312"/>
                    </a:cubicBezTo>
                    <a:lnTo>
                      <a:pt x="47689" y="204296"/>
                    </a:lnTo>
                    <a:lnTo>
                      <a:pt x="47689" y="204296"/>
                    </a:lnTo>
                    <a:cubicBezTo>
                      <a:pt x="19113" y="194224"/>
                      <a:pt x="0" y="167221"/>
                      <a:pt x="0" y="136922"/>
                    </a:cubicBezTo>
                    <a:cubicBezTo>
                      <a:pt x="0" y="106623"/>
                      <a:pt x="19113" y="79620"/>
                      <a:pt x="47689" y="69547"/>
                    </a:cubicBezTo>
                    <a:lnTo>
                      <a:pt x="47689" y="59531"/>
                    </a:lnTo>
                    <a:cubicBezTo>
                      <a:pt x="47689" y="26653"/>
                      <a:pt x="74342" y="0"/>
                      <a:pt x="107220" y="0"/>
                    </a:cubicBezTo>
                    <a:cubicBezTo>
                      <a:pt x="140098" y="0"/>
                      <a:pt x="166751" y="26653"/>
                      <a:pt x="166751" y="59531"/>
                    </a:cubicBezTo>
                    <a:cubicBezTo>
                      <a:pt x="166751" y="26653"/>
                      <a:pt x="193404" y="0"/>
                      <a:pt x="226283" y="0"/>
                    </a:cubicBezTo>
                    <a:cubicBezTo>
                      <a:pt x="259161" y="0"/>
                      <a:pt x="285814" y="26653"/>
                      <a:pt x="285814" y="59531"/>
                    </a:cubicBezTo>
                    <a:lnTo>
                      <a:pt x="285814" y="69547"/>
                    </a:lnTo>
                    <a:cubicBezTo>
                      <a:pt x="314364" y="79641"/>
                      <a:pt x="333449" y="106640"/>
                      <a:pt x="333439" y="136922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059645" y="4268360"/>
                <a:ext cx="357199" cy="309623"/>
              </a:xfrm>
              <a:custGeom>
                <a:avLst/>
                <a:gdLst/>
                <a:ahLst/>
                <a:cxnLst/>
                <a:rect l="l" t="t" r="r" b="b"/>
                <a:pathLst>
                  <a:path w="357199" h="309623">
                    <a:moveTo>
                      <a:pt x="357199" y="154812"/>
                    </a:moveTo>
                    <a:cubicBezTo>
                      <a:pt x="357167" y="122624"/>
                      <a:pt x="338638" y="93320"/>
                      <a:pt x="309574" y="79490"/>
                    </a:cubicBezTo>
                    <a:lnTo>
                      <a:pt x="309574" y="77421"/>
                    </a:lnTo>
                    <a:cubicBezTo>
                      <a:pt x="309545" y="45922"/>
                      <a:pt x="288890" y="18159"/>
                      <a:pt x="258728" y="9079"/>
                    </a:cubicBezTo>
                    <a:cubicBezTo>
                      <a:pt x="228566" y="0"/>
                      <a:pt x="196017" y="11747"/>
                      <a:pt x="178605" y="37996"/>
                    </a:cubicBezTo>
                    <a:cubicBezTo>
                      <a:pt x="161193" y="11747"/>
                      <a:pt x="128644" y="0"/>
                      <a:pt x="98482" y="9079"/>
                    </a:cubicBezTo>
                    <a:cubicBezTo>
                      <a:pt x="68320" y="18159"/>
                      <a:pt x="47664" y="45922"/>
                      <a:pt x="47636" y="77421"/>
                    </a:cubicBezTo>
                    <a:lnTo>
                      <a:pt x="47636" y="79490"/>
                    </a:lnTo>
                    <a:cubicBezTo>
                      <a:pt x="18545" y="93284"/>
                      <a:pt x="0" y="122600"/>
                      <a:pt x="0" y="154797"/>
                    </a:cubicBezTo>
                    <a:cubicBezTo>
                      <a:pt x="0" y="186993"/>
                      <a:pt x="18545" y="216310"/>
                      <a:pt x="47636" y="230104"/>
                    </a:cubicBezTo>
                    <a:lnTo>
                      <a:pt x="47636" y="232202"/>
                    </a:lnTo>
                    <a:cubicBezTo>
                      <a:pt x="47664" y="263701"/>
                      <a:pt x="68320" y="291464"/>
                      <a:pt x="98482" y="300544"/>
                    </a:cubicBezTo>
                    <a:cubicBezTo>
                      <a:pt x="128644" y="309623"/>
                      <a:pt x="161193" y="297876"/>
                      <a:pt x="178605" y="271627"/>
                    </a:cubicBezTo>
                    <a:cubicBezTo>
                      <a:pt x="196017" y="297876"/>
                      <a:pt x="228566" y="309623"/>
                      <a:pt x="258728" y="300544"/>
                    </a:cubicBezTo>
                    <a:cubicBezTo>
                      <a:pt x="288890" y="291464"/>
                      <a:pt x="309545" y="263701"/>
                      <a:pt x="309574" y="232202"/>
                    </a:cubicBezTo>
                    <a:lnTo>
                      <a:pt x="309574" y="230104"/>
                    </a:lnTo>
                    <a:cubicBezTo>
                      <a:pt x="338634" y="216283"/>
                      <a:pt x="357162" y="186990"/>
                      <a:pt x="357199" y="154812"/>
                    </a:cubicBezTo>
                    <a:close/>
                    <a:moveTo>
                      <a:pt x="119074" y="279827"/>
                    </a:moveTo>
                    <a:cubicBezTo>
                      <a:pt x="94755" y="279824"/>
                      <a:pt x="74346" y="261499"/>
                      <a:pt x="71731" y="237322"/>
                    </a:cubicBezTo>
                    <a:cubicBezTo>
                      <a:pt x="75582" y="237871"/>
                      <a:pt x="79466" y="238150"/>
                      <a:pt x="83355" y="238155"/>
                    </a:cubicBezTo>
                    <a:lnTo>
                      <a:pt x="95261" y="238155"/>
                    </a:lnTo>
                    <a:cubicBezTo>
                      <a:pt x="101837" y="238155"/>
                      <a:pt x="107167" y="232825"/>
                      <a:pt x="107167" y="226249"/>
                    </a:cubicBezTo>
                    <a:cubicBezTo>
                      <a:pt x="107167" y="219673"/>
                      <a:pt x="101837" y="214343"/>
                      <a:pt x="95261" y="214343"/>
                    </a:cubicBezTo>
                    <a:lnTo>
                      <a:pt x="83355" y="214343"/>
                    </a:lnTo>
                    <a:cubicBezTo>
                      <a:pt x="54333" y="214377"/>
                      <a:pt x="29516" y="193478"/>
                      <a:pt x="24611" y="164874"/>
                    </a:cubicBezTo>
                    <a:cubicBezTo>
                      <a:pt x="19705" y="136269"/>
                      <a:pt x="36141" y="108296"/>
                      <a:pt x="63516" y="98659"/>
                    </a:cubicBezTo>
                    <a:cubicBezTo>
                      <a:pt x="68270" y="96976"/>
                      <a:pt x="71448" y="92480"/>
                      <a:pt x="71449" y="87437"/>
                    </a:cubicBezTo>
                    <a:lnTo>
                      <a:pt x="71449" y="77421"/>
                    </a:lnTo>
                    <a:cubicBezTo>
                      <a:pt x="71449" y="51118"/>
                      <a:pt x="92771" y="29796"/>
                      <a:pt x="119074" y="29796"/>
                    </a:cubicBezTo>
                    <a:cubicBezTo>
                      <a:pt x="145376" y="29796"/>
                      <a:pt x="166699" y="51118"/>
                      <a:pt x="166699" y="77421"/>
                    </a:cubicBezTo>
                    <a:lnTo>
                      <a:pt x="166699" y="179011"/>
                    </a:lnTo>
                    <a:cubicBezTo>
                      <a:pt x="153624" y="167252"/>
                      <a:pt x="136658" y="160752"/>
                      <a:pt x="119074" y="160765"/>
                    </a:cubicBezTo>
                    <a:cubicBezTo>
                      <a:pt x="112498" y="160765"/>
                      <a:pt x="107167" y="166095"/>
                      <a:pt x="107167" y="172671"/>
                    </a:cubicBezTo>
                    <a:cubicBezTo>
                      <a:pt x="107167" y="179247"/>
                      <a:pt x="112498" y="184577"/>
                      <a:pt x="119074" y="184577"/>
                    </a:cubicBezTo>
                    <a:cubicBezTo>
                      <a:pt x="145376" y="184577"/>
                      <a:pt x="166699" y="205900"/>
                      <a:pt x="166699" y="232202"/>
                    </a:cubicBezTo>
                    <a:cubicBezTo>
                      <a:pt x="166699" y="258505"/>
                      <a:pt x="145376" y="279827"/>
                      <a:pt x="119074" y="279827"/>
                    </a:cubicBezTo>
                    <a:close/>
                    <a:moveTo>
                      <a:pt x="273855" y="214343"/>
                    </a:moveTo>
                    <a:lnTo>
                      <a:pt x="261949" y="214343"/>
                    </a:lnTo>
                    <a:cubicBezTo>
                      <a:pt x="255373" y="214343"/>
                      <a:pt x="250042" y="219673"/>
                      <a:pt x="250042" y="226249"/>
                    </a:cubicBezTo>
                    <a:cubicBezTo>
                      <a:pt x="250042" y="232825"/>
                      <a:pt x="255373" y="238155"/>
                      <a:pt x="261949" y="238155"/>
                    </a:cubicBezTo>
                    <a:lnTo>
                      <a:pt x="273855" y="238155"/>
                    </a:lnTo>
                    <a:cubicBezTo>
                      <a:pt x="277744" y="238150"/>
                      <a:pt x="281628" y="237871"/>
                      <a:pt x="285478" y="237322"/>
                    </a:cubicBezTo>
                    <a:cubicBezTo>
                      <a:pt x="282722" y="262811"/>
                      <a:pt x="260282" y="281545"/>
                      <a:pt x="234710" y="279704"/>
                    </a:cubicBezTo>
                    <a:cubicBezTo>
                      <a:pt x="209138" y="277864"/>
                      <a:pt x="189613" y="256110"/>
                      <a:pt x="190535" y="230488"/>
                    </a:cubicBezTo>
                    <a:cubicBezTo>
                      <a:pt x="191458" y="204867"/>
                      <a:pt x="212498" y="184574"/>
                      <a:pt x="238136" y="184577"/>
                    </a:cubicBezTo>
                    <a:cubicBezTo>
                      <a:pt x="244712" y="184577"/>
                      <a:pt x="250042" y="179247"/>
                      <a:pt x="250042" y="172671"/>
                    </a:cubicBezTo>
                    <a:cubicBezTo>
                      <a:pt x="250042" y="166095"/>
                      <a:pt x="244712" y="160765"/>
                      <a:pt x="238136" y="160765"/>
                    </a:cubicBezTo>
                    <a:cubicBezTo>
                      <a:pt x="220552" y="160752"/>
                      <a:pt x="203585" y="167252"/>
                      <a:pt x="190511" y="179011"/>
                    </a:cubicBezTo>
                    <a:lnTo>
                      <a:pt x="190511" y="77421"/>
                    </a:lnTo>
                    <a:cubicBezTo>
                      <a:pt x="190511" y="51118"/>
                      <a:pt x="211834" y="29796"/>
                      <a:pt x="238136" y="29796"/>
                    </a:cubicBezTo>
                    <a:cubicBezTo>
                      <a:pt x="264439" y="29796"/>
                      <a:pt x="285761" y="51118"/>
                      <a:pt x="285761" y="77421"/>
                    </a:cubicBezTo>
                    <a:lnTo>
                      <a:pt x="285761" y="87437"/>
                    </a:lnTo>
                    <a:cubicBezTo>
                      <a:pt x="285762" y="92480"/>
                      <a:pt x="288940" y="96976"/>
                      <a:pt x="293694" y="98659"/>
                    </a:cubicBezTo>
                    <a:cubicBezTo>
                      <a:pt x="321069" y="108296"/>
                      <a:pt x="337505" y="136269"/>
                      <a:pt x="332599" y="164874"/>
                    </a:cubicBezTo>
                    <a:cubicBezTo>
                      <a:pt x="327694" y="193478"/>
                      <a:pt x="302877" y="214377"/>
                      <a:pt x="273855" y="214343"/>
                    </a:cubicBezTo>
                    <a:close/>
                    <a:moveTo>
                      <a:pt x="297667" y="136952"/>
                    </a:moveTo>
                    <a:cubicBezTo>
                      <a:pt x="297667" y="143528"/>
                      <a:pt x="292337" y="148858"/>
                      <a:pt x="285761" y="148858"/>
                    </a:cubicBezTo>
                    <a:lnTo>
                      <a:pt x="279808" y="148858"/>
                    </a:lnTo>
                    <a:cubicBezTo>
                      <a:pt x="250218" y="148858"/>
                      <a:pt x="226230" y="124871"/>
                      <a:pt x="226230" y="95280"/>
                    </a:cubicBezTo>
                    <a:lnTo>
                      <a:pt x="226230" y="89327"/>
                    </a:lnTo>
                    <a:cubicBezTo>
                      <a:pt x="226230" y="82752"/>
                      <a:pt x="231561" y="77421"/>
                      <a:pt x="238136" y="77421"/>
                    </a:cubicBezTo>
                    <a:cubicBezTo>
                      <a:pt x="244712" y="77421"/>
                      <a:pt x="250042" y="82752"/>
                      <a:pt x="250042" y="89327"/>
                    </a:cubicBezTo>
                    <a:lnTo>
                      <a:pt x="250042" y="95280"/>
                    </a:lnTo>
                    <a:cubicBezTo>
                      <a:pt x="250042" y="111719"/>
                      <a:pt x="263369" y="125046"/>
                      <a:pt x="279808" y="125046"/>
                    </a:cubicBezTo>
                    <a:lnTo>
                      <a:pt x="285761" y="125046"/>
                    </a:lnTo>
                    <a:cubicBezTo>
                      <a:pt x="292337" y="125046"/>
                      <a:pt x="297667" y="130377"/>
                      <a:pt x="297667" y="136952"/>
                    </a:cubicBezTo>
                    <a:close/>
                    <a:moveTo>
                      <a:pt x="77402" y="148858"/>
                    </a:moveTo>
                    <a:lnTo>
                      <a:pt x="71449" y="148858"/>
                    </a:lnTo>
                    <a:cubicBezTo>
                      <a:pt x="64873" y="148858"/>
                      <a:pt x="59542" y="143528"/>
                      <a:pt x="59542" y="136952"/>
                    </a:cubicBezTo>
                    <a:cubicBezTo>
                      <a:pt x="59542" y="130377"/>
                      <a:pt x="64873" y="125046"/>
                      <a:pt x="71449" y="125046"/>
                    </a:cubicBezTo>
                    <a:lnTo>
                      <a:pt x="77402" y="125046"/>
                    </a:lnTo>
                    <a:cubicBezTo>
                      <a:pt x="93841" y="125046"/>
                      <a:pt x="107167" y="111719"/>
                      <a:pt x="107167" y="95280"/>
                    </a:cubicBezTo>
                    <a:lnTo>
                      <a:pt x="107167" y="89327"/>
                    </a:lnTo>
                    <a:cubicBezTo>
                      <a:pt x="107167" y="82752"/>
                      <a:pt x="112498" y="77421"/>
                      <a:pt x="119074" y="77421"/>
                    </a:cubicBezTo>
                    <a:cubicBezTo>
                      <a:pt x="125649" y="77421"/>
                      <a:pt x="130980" y="82752"/>
                      <a:pt x="130980" y="89327"/>
                    </a:cubicBezTo>
                    <a:lnTo>
                      <a:pt x="130980" y="95280"/>
                    </a:lnTo>
                    <a:cubicBezTo>
                      <a:pt x="130980" y="124871"/>
                      <a:pt x="106992" y="148858"/>
                      <a:pt x="77402" y="148858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76325" y="4743450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DeepSeek LLM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4898" y="5035391"/>
              <a:ext cx="12201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C5CFC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LARGE LANGUAGE MODEL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1088" y="5355431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deepseek-v4-pro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1088" y="5574506"/>
              <a:ext cx="16712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OpenAI-compatible /v1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81088" y="5793581"/>
              <a:ext cx="11912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ChatOpenAI 接入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476625" y="3952875"/>
            <a:ext cx="2524125" cy="2381250"/>
            <a:chOff x="3476625" y="3952875"/>
            <a:chExt cx="2524125" cy="2381250"/>
          </a:xfrm>
        </p:grpSpPr>
        <p:sp>
          <p:nvSpPr>
            <p:cNvPr id="63" name="Rectangle 63"/>
            <p:cNvSpPr/>
            <p:nvPr/>
          </p:nvSpPr>
          <p:spPr>
            <a:xfrm>
              <a:off x="3476625" y="3952875"/>
              <a:ext cx="2524125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3724275" y="4200525"/>
              <a:ext cx="457200" cy="457200"/>
            </a:xfrm>
            <a:prstGeom prst="ellipse">
              <a:avLst/>
            </a:prstGeom>
            <a:solidFill>
              <a:srgbClr val="00D4FF">
                <a:alpha val="10000"/>
              </a:srgbClr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3796017" y="4272021"/>
              <a:ext cx="311639" cy="311885"/>
              <a:chOff x="3796017" y="4272021"/>
              <a:chExt cx="311639" cy="31188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3796017" y="4272021"/>
                <a:ext cx="286338" cy="272758"/>
              </a:xfrm>
              <a:custGeom>
                <a:avLst/>
                <a:gdLst/>
                <a:ahLst/>
                <a:cxnLst/>
                <a:rect l="l" t="t" r="r" b="b"/>
                <a:pathLst>
                  <a:path w="286338" h="272758">
                    <a:moveTo>
                      <a:pt x="286338" y="217692"/>
                    </a:moveTo>
                    <a:cubicBezTo>
                      <a:pt x="276069" y="239583"/>
                      <a:pt x="260434" y="258525"/>
                      <a:pt x="240886" y="272758"/>
                    </a:cubicBezTo>
                    <a:lnTo>
                      <a:pt x="226956" y="258813"/>
                    </a:lnTo>
                    <a:cubicBezTo>
                      <a:pt x="225463" y="257315"/>
                      <a:pt x="223599" y="256241"/>
                      <a:pt x="221553" y="255702"/>
                    </a:cubicBezTo>
                    <a:lnTo>
                      <a:pt x="189600" y="247279"/>
                    </a:lnTo>
                    <a:cubicBezTo>
                      <a:pt x="183736" y="245736"/>
                      <a:pt x="179967" y="240033"/>
                      <a:pt x="180849" y="234033"/>
                    </a:cubicBezTo>
                    <a:lnTo>
                      <a:pt x="184391" y="209923"/>
                    </a:lnTo>
                    <a:cubicBezTo>
                      <a:pt x="185000" y="205786"/>
                      <a:pt x="187734" y="202273"/>
                      <a:pt x="191594" y="200666"/>
                    </a:cubicBezTo>
                    <a:lnTo>
                      <a:pt x="236927" y="181824"/>
                    </a:lnTo>
                    <a:cubicBezTo>
                      <a:pt x="241203" y="180050"/>
                      <a:pt x="246120" y="180915"/>
                      <a:pt x="249533" y="184042"/>
                    </a:cubicBezTo>
                    <a:close/>
                    <a:moveTo>
                      <a:pt x="204319" y="122873"/>
                    </a:moveTo>
                    <a:lnTo>
                      <a:pt x="237314" y="84476"/>
                    </a:lnTo>
                    <a:cubicBezTo>
                      <a:pt x="239169" y="82323"/>
                      <a:pt x="240194" y="79578"/>
                      <a:pt x="240202" y="76737"/>
                    </a:cubicBezTo>
                    <a:lnTo>
                      <a:pt x="240202" y="41018"/>
                    </a:lnTo>
                    <a:cubicBezTo>
                      <a:pt x="183171" y="0"/>
                      <a:pt x="104784" y="6527"/>
                      <a:pt x="55322" y="56411"/>
                    </a:cubicBezTo>
                    <a:cubicBezTo>
                      <a:pt x="5860" y="106295"/>
                      <a:pt x="0" y="184735"/>
                      <a:pt x="41501" y="241415"/>
                    </a:cubicBezTo>
                    <a:lnTo>
                      <a:pt x="56265" y="231711"/>
                    </a:lnTo>
                    <a:cubicBezTo>
                      <a:pt x="59586" y="229517"/>
                      <a:pt x="61591" y="225809"/>
                      <a:pt x="61608" y="221829"/>
                    </a:cubicBezTo>
                    <a:lnTo>
                      <a:pt x="61920" y="167909"/>
                    </a:lnTo>
                    <a:cubicBezTo>
                      <a:pt x="61937" y="165572"/>
                      <a:pt x="62635" y="163291"/>
                      <a:pt x="63930" y="161345"/>
                    </a:cubicBezTo>
                    <a:lnTo>
                      <a:pt x="95094" y="114762"/>
                    </a:lnTo>
                    <a:cubicBezTo>
                      <a:pt x="96900" y="112082"/>
                      <a:pt x="99718" y="110251"/>
                      <a:pt x="102901" y="109689"/>
                    </a:cubicBezTo>
                    <a:cubicBezTo>
                      <a:pt x="106083" y="109128"/>
                      <a:pt x="109358" y="109885"/>
                      <a:pt x="111971" y="111786"/>
                    </a:cubicBezTo>
                    <a:lnTo>
                      <a:pt x="141454" y="131133"/>
                    </a:lnTo>
                    <a:cubicBezTo>
                      <a:pt x="143937" y="132921"/>
                      <a:pt x="147009" y="133693"/>
                      <a:pt x="150042" y="133291"/>
                    </a:cubicBezTo>
                    <a:lnTo>
                      <a:pt x="196863" y="126951"/>
                    </a:lnTo>
                    <a:cubicBezTo>
                      <a:pt x="199765" y="126555"/>
                      <a:pt x="202420" y="125104"/>
                      <a:pt x="204319" y="122873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3798094" y="4274344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154781" y="0"/>
                    </a:moveTo>
                    <a:cubicBezTo>
                      <a:pt x="69298" y="0"/>
                      <a:pt x="0" y="69298"/>
                      <a:pt x="0" y="154781"/>
                    </a:cubicBezTo>
                    <a:cubicBezTo>
                      <a:pt x="0" y="240265"/>
                      <a:pt x="69298" y="309562"/>
                      <a:pt x="154781" y="309562"/>
                    </a:cubicBezTo>
                    <a:cubicBezTo>
                      <a:pt x="240265" y="309562"/>
                      <a:pt x="309562" y="240265"/>
                      <a:pt x="309562" y="154781"/>
                    </a:cubicBezTo>
                    <a:cubicBezTo>
                      <a:pt x="309472" y="69335"/>
                      <a:pt x="240227" y="90"/>
                      <a:pt x="154781" y="0"/>
                    </a:cubicBezTo>
                    <a:close/>
                    <a:moveTo>
                      <a:pt x="154781" y="23812"/>
                    </a:moveTo>
                    <a:cubicBezTo>
                      <a:pt x="180156" y="23786"/>
                      <a:pt x="204985" y="31172"/>
                      <a:pt x="226219" y="45065"/>
                    </a:cubicBezTo>
                    <a:lnTo>
                      <a:pt x="226219" y="74414"/>
                    </a:lnTo>
                    <a:lnTo>
                      <a:pt x="193224" y="112722"/>
                    </a:lnTo>
                    <a:lnTo>
                      <a:pt x="146387" y="119062"/>
                    </a:lnTo>
                    <a:lnTo>
                      <a:pt x="145926" y="118735"/>
                    </a:lnTo>
                    <a:lnTo>
                      <a:pt x="116651" y="99596"/>
                    </a:lnTo>
                    <a:cubicBezTo>
                      <a:pt x="111408" y="95902"/>
                      <a:pt x="104897" y="94480"/>
                      <a:pt x="98591" y="95651"/>
                    </a:cubicBezTo>
                    <a:cubicBezTo>
                      <a:pt x="92285" y="96822"/>
                      <a:pt x="86718" y="100487"/>
                      <a:pt x="83150" y="105817"/>
                    </a:cubicBezTo>
                    <a:lnTo>
                      <a:pt x="51986" y="152400"/>
                    </a:lnTo>
                    <a:cubicBezTo>
                      <a:pt x="49389" y="156282"/>
                      <a:pt x="47992" y="160842"/>
                      <a:pt x="47967" y="165512"/>
                    </a:cubicBezTo>
                    <a:lnTo>
                      <a:pt x="47625" y="219432"/>
                    </a:lnTo>
                    <a:lnTo>
                      <a:pt x="42758" y="222632"/>
                    </a:lnTo>
                    <a:cubicBezTo>
                      <a:pt x="18263" y="182190"/>
                      <a:pt x="17468" y="131684"/>
                      <a:pt x="40678" y="90491"/>
                    </a:cubicBezTo>
                    <a:cubicBezTo>
                      <a:pt x="63888" y="49297"/>
                      <a:pt x="107499" y="23812"/>
                      <a:pt x="154781" y="23812"/>
                    </a:cubicBezTo>
                    <a:close/>
                    <a:moveTo>
                      <a:pt x="56986" y="241801"/>
                    </a:moveTo>
                    <a:lnTo>
                      <a:pt x="60737" y="239345"/>
                    </a:lnTo>
                    <a:cubicBezTo>
                      <a:pt x="67388" y="234958"/>
                      <a:pt x="71405" y="227534"/>
                      <a:pt x="71438" y="219566"/>
                    </a:cubicBezTo>
                    <a:lnTo>
                      <a:pt x="71750" y="165646"/>
                    </a:lnTo>
                    <a:lnTo>
                      <a:pt x="102944" y="119062"/>
                    </a:lnTo>
                    <a:cubicBezTo>
                      <a:pt x="103097" y="119180"/>
                      <a:pt x="103256" y="119289"/>
                      <a:pt x="103421" y="119390"/>
                    </a:cubicBezTo>
                    <a:lnTo>
                      <a:pt x="132695" y="138544"/>
                    </a:lnTo>
                    <a:cubicBezTo>
                      <a:pt x="137601" y="142007"/>
                      <a:pt x="143638" y="143480"/>
                      <a:pt x="149587" y="142667"/>
                    </a:cubicBezTo>
                    <a:lnTo>
                      <a:pt x="196453" y="136312"/>
                    </a:lnTo>
                    <a:cubicBezTo>
                      <a:pt x="202232" y="135540"/>
                      <a:pt x="207528" y="132676"/>
                      <a:pt x="211336" y="128260"/>
                    </a:cubicBezTo>
                    <a:lnTo>
                      <a:pt x="244331" y="89922"/>
                    </a:lnTo>
                    <a:cubicBezTo>
                      <a:pt x="248021" y="85599"/>
                      <a:pt x="250043" y="80098"/>
                      <a:pt x="250031" y="74414"/>
                    </a:cubicBezTo>
                    <a:lnTo>
                      <a:pt x="250031" y="64993"/>
                    </a:lnTo>
                    <a:cubicBezTo>
                      <a:pt x="282833" y="99696"/>
                      <a:pt x="294111" y="149518"/>
                      <a:pt x="279455" y="194965"/>
                    </a:cubicBezTo>
                    <a:lnTo>
                      <a:pt x="255434" y="172998"/>
                    </a:lnTo>
                    <a:cubicBezTo>
                      <a:pt x="248616" y="166740"/>
                      <a:pt x="238790" y="164999"/>
                      <a:pt x="230237" y="168533"/>
                    </a:cubicBezTo>
                    <a:lnTo>
                      <a:pt x="184904" y="187360"/>
                    </a:lnTo>
                    <a:cubicBezTo>
                      <a:pt x="177195" y="190596"/>
                      <a:pt x="171733" y="197620"/>
                      <a:pt x="170497" y="205889"/>
                    </a:cubicBezTo>
                    <a:lnTo>
                      <a:pt x="166941" y="229984"/>
                    </a:lnTo>
                    <a:cubicBezTo>
                      <a:pt x="165170" y="241993"/>
                      <a:pt x="172716" y="253411"/>
                      <a:pt x="184458" y="256490"/>
                    </a:cubicBezTo>
                    <a:lnTo>
                      <a:pt x="216396" y="264914"/>
                    </a:lnTo>
                    <a:lnTo>
                      <a:pt x="219908" y="268441"/>
                    </a:lnTo>
                    <a:cubicBezTo>
                      <a:pt x="166149" y="299286"/>
                      <a:pt x="98121" y="288163"/>
                      <a:pt x="56986" y="241801"/>
                    </a:cubicBezTo>
                    <a:close/>
                    <a:moveTo>
                      <a:pt x="239613" y="254496"/>
                    </a:moveTo>
                    <a:lnTo>
                      <a:pt x="233214" y="248082"/>
                    </a:lnTo>
                    <a:cubicBezTo>
                      <a:pt x="230228" y="245085"/>
                      <a:pt x="226499" y="242938"/>
                      <a:pt x="222409" y="241861"/>
                    </a:cubicBezTo>
                    <a:lnTo>
                      <a:pt x="190500" y="233437"/>
                    </a:lnTo>
                    <a:lnTo>
                      <a:pt x="194057" y="209342"/>
                    </a:lnTo>
                    <a:lnTo>
                      <a:pt x="239375" y="190500"/>
                    </a:lnTo>
                    <a:lnTo>
                      <a:pt x="269379" y="218003"/>
                    </a:lnTo>
                    <a:cubicBezTo>
                      <a:pt x="261732" y="231858"/>
                      <a:pt x="251648" y="244220"/>
                      <a:pt x="239613" y="254496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3790950" y="4743450"/>
              <a:ext cx="1193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DuckDuckGo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799522" y="5035391"/>
              <a:ext cx="11375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D4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WEB SEARCH FALLBACK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795712" y="53554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文档外知识回退查询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795712" y="5574506"/>
              <a:ext cx="1183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html/lite 双后端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795712" y="5793581"/>
              <a:ext cx="8761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无需 API Key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191250" y="3952875"/>
            <a:ext cx="2524125" cy="2381250"/>
            <a:chOff x="6191250" y="3952875"/>
            <a:chExt cx="2524125" cy="2381250"/>
          </a:xfrm>
        </p:grpSpPr>
        <p:sp>
          <p:nvSpPr>
            <p:cNvPr id="74" name="Rectangle 74"/>
            <p:cNvSpPr/>
            <p:nvPr/>
          </p:nvSpPr>
          <p:spPr>
            <a:xfrm>
              <a:off x="6191250" y="3952875"/>
              <a:ext cx="2524125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6438900" y="4200525"/>
              <a:ext cx="457200" cy="457200"/>
            </a:xfrm>
            <a:prstGeom prst="ellipse">
              <a:avLst/>
            </a:prstGeom>
            <a:solidFill>
              <a:srgbClr val="FF6B9D">
                <a:alpha val="10000"/>
              </a:srgbClr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511192" y="4272817"/>
              <a:ext cx="312661" cy="312661"/>
              <a:chOff x="6511192" y="4272817"/>
              <a:chExt cx="312661" cy="312661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523702" y="4285298"/>
                <a:ext cx="287729" cy="287744"/>
              </a:xfrm>
              <a:custGeom>
                <a:avLst/>
                <a:gdLst/>
                <a:ahLst/>
                <a:cxnLst/>
                <a:rect l="l" t="t" r="r" b="b"/>
                <a:pathLst>
                  <a:path w="287729" h="287744">
                    <a:moveTo>
                      <a:pt x="262652" y="136654"/>
                    </a:moveTo>
                    <a:lnTo>
                      <a:pt x="287625" y="105400"/>
                    </a:lnTo>
                    <a:cubicBezTo>
                      <a:pt x="284257" y="92738"/>
                      <a:pt x="279217" y="80581"/>
                      <a:pt x="272638" y="69250"/>
                    </a:cubicBezTo>
                    <a:lnTo>
                      <a:pt x="232901" y="64785"/>
                    </a:lnTo>
                    <a:cubicBezTo>
                      <a:pt x="229727" y="61208"/>
                      <a:pt x="226342" y="57824"/>
                      <a:pt x="222766" y="54650"/>
                    </a:cubicBezTo>
                    <a:lnTo>
                      <a:pt x="218301" y="14898"/>
                    </a:lnTo>
                    <a:cubicBezTo>
                      <a:pt x="206958" y="8359"/>
                      <a:pt x="194796" y="3354"/>
                      <a:pt x="182136" y="15"/>
                    </a:cubicBezTo>
                    <a:lnTo>
                      <a:pt x="150882" y="24973"/>
                    </a:lnTo>
                    <a:cubicBezTo>
                      <a:pt x="146104" y="24691"/>
                      <a:pt x="141313" y="24691"/>
                      <a:pt x="136535" y="24973"/>
                    </a:cubicBezTo>
                    <a:lnTo>
                      <a:pt x="105281" y="0"/>
                    </a:lnTo>
                    <a:cubicBezTo>
                      <a:pt x="92660" y="3378"/>
                      <a:pt x="80544" y="8418"/>
                      <a:pt x="69250" y="14987"/>
                    </a:cubicBezTo>
                    <a:lnTo>
                      <a:pt x="64785" y="54724"/>
                    </a:lnTo>
                    <a:cubicBezTo>
                      <a:pt x="61208" y="57898"/>
                      <a:pt x="57824" y="61283"/>
                      <a:pt x="54650" y="64859"/>
                    </a:cubicBezTo>
                    <a:lnTo>
                      <a:pt x="14898" y="69324"/>
                    </a:lnTo>
                    <a:cubicBezTo>
                      <a:pt x="8359" y="80668"/>
                      <a:pt x="3354" y="92829"/>
                      <a:pt x="15" y="105489"/>
                    </a:cubicBezTo>
                    <a:lnTo>
                      <a:pt x="24973" y="136743"/>
                    </a:lnTo>
                    <a:cubicBezTo>
                      <a:pt x="24691" y="141521"/>
                      <a:pt x="24691" y="146312"/>
                      <a:pt x="24973" y="151090"/>
                    </a:cubicBezTo>
                    <a:lnTo>
                      <a:pt x="0" y="182344"/>
                    </a:lnTo>
                    <a:cubicBezTo>
                      <a:pt x="3368" y="195006"/>
                      <a:pt x="8408" y="207163"/>
                      <a:pt x="14987" y="218495"/>
                    </a:cubicBezTo>
                    <a:lnTo>
                      <a:pt x="54724" y="222959"/>
                    </a:lnTo>
                    <a:cubicBezTo>
                      <a:pt x="57898" y="226536"/>
                      <a:pt x="61283" y="229920"/>
                      <a:pt x="64859" y="233095"/>
                    </a:cubicBezTo>
                    <a:lnTo>
                      <a:pt x="69324" y="272847"/>
                    </a:lnTo>
                    <a:cubicBezTo>
                      <a:pt x="80668" y="279386"/>
                      <a:pt x="92829" y="284390"/>
                      <a:pt x="105489" y="287729"/>
                    </a:cubicBezTo>
                    <a:lnTo>
                      <a:pt x="136743" y="262771"/>
                    </a:lnTo>
                    <a:cubicBezTo>
                      <a:pt x="141521" y="263054"/>
                      <a:pt x="146312" y="263054"/>
                      <a:pt x="151090" y="262771"/>
                    </a:cubicBezTo>
                    <a:lnTo>
                      <a:pt x="182344" y="287744"/>
                    </a:lnTo>
                    <a:cubicBezTo>
                      <a:pt x="195006" y="284376"/>
                      <a:pt x="207163" y="279336"/>
                      <a:pt x="218495" y="272757"/>
                    </a:cubicBezTo>
                    <a:lnTo>
                      <a:pt x="222959" y="233020"/>
                    </a:lnTo>
                    <a:cubicBezTo>
                      <a:pt x="226536" y="229846"/>
                      <a:pt x="229920" y="226461"/>
                      <a:pt x="233095" y="222885"/>
                    </a:cubicBezTo>
                    <a:lnTo>
                      <a:pt x="272847" y="218420"/>
                    </a:lnTo>
                    <a:cubicBezTo>
                      <a:pt x="279386" y="207077"/>
                      <a:pt x="284390" y="194915"/>
                      <a:pt x="287729" y="182255"/>
                    </a:cubicBezTo>
                    <a:lnTo>
                      <a:pt x="262771" y="151001"/>
                    </a:lnTo>
                    <a:cubicBezTo>
                      <a:pt x="263014" y="146221"/>
                      <a:pt x="262974" y="141430"/>
                      <a:pt x="262652" y="136654"/>
                    </a:cubicBezTo>
                    <a:close/>
                    <a:moveTo>
                      <a:pt x="143798" y="203359"/>
                    </a:moveTo>
                    <a:cubicBezTo>
                      <a:pt x="110920" y="203359"/>
                      <a:pt x="84266" y="176706"/>
                      <a:pt x="84266" y="143828"/>
                    </a:cubicBezTo>
                    <a:cubicBezTo>
                      <a:pt x="84266" y="110949"/>
                      <a:pt x="110920" y="84296"/>
                      <a:pt x="143798" y="84296"/>
                    </a:cubicBezTo>
                    <a:cubicBezTo>
                      <a:pt x="176676" y="84296"/>
                      <a:pt x="203329" y="110949"/>
                      <a:pt x="203329" y="143828"/>
                    </a:cubicBezTo>
                    <a:cubicBezTo>
                      <a:pt x="203329" y="176706"/>
                      <a:pt x="176676" y="203359"/>
                      <a:pt x="143798" y="203359"/>
                    </a:cubicBez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511192" y="4272817"/>
                <a:ext cx="312661" cy="312661"/>
              </a:xfrm>
              <a:custGeom>
                <a:avLst/>
                <a:gdLst/>
                <a:ahLst/>
                <a:cxnLst/>
                <a:rect l="l" t="t" r="r" b="b"/>
                <a:pathLst>
                  <a:path w="312661" h="312661">
                    <a:moveTo>
                      <a:pt x="156308" y="84870"/>
                    </a:moveTo>
                    <a:cubicBezTo>
                      <a:pt x="116854" y="84870"/>
                      <a:pt x="84870" y="116854"/>
                      <a:pt x="84870" y="156308"/>
                    </a:cubicBezTo>
                    <a:cubicBezTo>
                      <a:pt x="84870" y="195762"/>
                      <a:pt x="116854" y="227745"/>
                      <a:pt x="156308" y="227745"/>
                    </a:cubicBezTo>
                    <a:cubicBezTo>
                      <a:pt x="195762" y="227745"/>
                      <a:pt x="227745" y="195762"/>
                      <a:pt x="227745" y="156308"/>
                    </a:cubicBezTo>
                    <a:cubicBezTo>
                      <a:pt x="227704" y="116871"/>
                      <a:pt x="195745" y="84912"/>
                      <a:pt x="156308" y="84870"/>
                    </a:cubicBezTo>
                    <a:close/>
                    <a:moveTo>
                      <a:pt x="156308" y="203933"/>
                    </a:moveTo>
                    <a:cubicBezTo>
                      <a:pt x="130005" y="203933"/>
                      <a:pt x="108683" y="182611"/>
                      <a:pt x="108683" y="156308"/>
                    </a:cubicBezTo>
                    <a:cubicBezTo>
                      <a:pt x="108683" y="130005"/>
                      <a:pt x="130005" y="108683"/>
                      <a:pt x="156308" y="108683"/>
                    </a:cubicBezTo>
                    <a:cubicBezTo>
                      <a:pt x="182611" y="108683"/>
                      <a:pt x="203933" y="130005"/>
                      <a:pt x="203933" y="156308"/>
                    </a:cubicBezTo>
                    <a:cubicBezTo>
                      <a:pt x="203933" y="182611"/>
                      <a:pt x="182611" y="203933"/>
                      <a:pt x="156308" y="203933"/>
                    </a:cubicBezTo>
                    <a:close/>
                    <a:moveTo>
                      <a:pt x="287277" y="159523"/>
                    </a:moveTo>
                    <a:cubicBezTo>
                      <a:pt x="287336" y="157380"/>
                      <a:pt x="287336" y="155236"/>
                      <a:pt x="287277" y="153093"/>
                    </a:cubicBezTo>
                    <a:lnTo>
                      <a:pt x="309482" y="125352"/>
                    </a:lnTo>
                    <a:cubicBezTo>
                      <a:pt x="311843" y="122398"/>
                      <a:pt x="312661" y="118498"/>
                      <a:pt x="311685" y="114844"/>
                    </a:cubicBezTo>
                    <a:cubicBezTo>
                      <a:pt x="308038" y="101163"/>
                      <a:pt x="302593" y="88026"/>
                      <a:pt x="295492" y="75777"/>
                    </a:cubicBezTo>
                    <a:cubicBezTo>
                      <a:pt x="293605" y="72528"/>
                      <a:pt x="290295" y="70359"/>
                      <a:pt x="286562" y="69928"/>
                    </a:cubicBezTo>
                    <a:lnTo>
                      <a:pt x="251260" y="65999"/>
                    </a:lnTo>
                    <a:cubicBezTo>
                      <a:pt x="249792" y="64451"/>
                      <a:pt x="248304" y="62963"/>
                      <a:pt x="246795" y="61534"/>
                    </a:cubicBezTo>
                    <a:lnTo>
                      <a:pt x="242628" y="26143"/>
                    </a:lnTo>
                    <a:cubicBezTo>
                      <a:pt x="242194" y="22407"/>
                      <a:pt x="240020" y="19097"/>
                      <a:pt x="236764" y="17213"/>
                    </a:cubicBezTo>
                    <a:cubicBezTo>
                      <a:pt x="224516" y="10118"/>
                      <a:pt x="211378" y="4683"/>
                      <a:pt x="197697" y="1050"/>
                    </a:cubicBezTo>
                    <a:cubicBezTo>
                      <a:pt x="194044" y="74"/>
                      <a:pt x="190144" y="892"/>
                      <a:pt x="187190" y="3253"/>
                    </a:cubicBezTo>
                    <a:lnTo>
                      <a:pt x="159523" y="25339"/>
                    </a:lnTo>
                    <a:cubicBezTo>
                      <a:pt x="157380" y="25339"/>
                      <a:pt x="155236" y="25339"/>
                      <a:pt x="153093" y="25339"/>
                    </a:cubicBezTo>
                    <a:lnTo>
                      <a:pt x="125352" y="3179"/>
                    </a:lnTo>
                    <a:cubicBezTo>
                      <a:pt x="122398" y="818"/>
                      <a:pt x="118498" y="0"/>
                      <a:pt x="114844" y="976"/>
                    </a:cubicBezTo>
                    <a:cubicBezTo>
                      <a:pt x="101163" y="4623"/>
                      <a:pt x="88026" y="10068"/>
                      <a:pt x="75777" y="17169"/>
                    </a:cubicBezTo>
                    <a:cubicBezTo>
                      <a:pt x="72528" y="19055"/>
                      <a:pt x="70359" y="22366"/>
                      <a:pt x="69928" y="26098"/>
                    </a:cubicBezTo>
                    <a:lnTo>
                      <a:pt x="65999" y="61460"/>
                    </a:lnTo>
                    <a:cubicBezTo>
                      <a:pt x="64451" y="62938"/>
                      <a:pt x="62963" y="64426"/>
                      <a:pt x="61534" y="65925"/>
                    </a:cubicBezTo>
                    <a:lnTo>
                      <a:pt x="26143" y="69988"/>
                    </a:lnTo>
                    <a:cubicBezTo>
                      <a:pt x="22407" y="70422"/>
                      <a:pt x="19097" y="72596"/>
                      <a:pt x="17213" y="75852"/>
                    </a:cubicBezTo>
                    <a:cubicBezTo>
                      <a:pt x="10119" y="88103"/>
                      <a:pt x="4679" y="101239"/>
                      <a:pt x="1036" y="114919"/>
                    </a:cubicBezTo>
                    <a:cubicBezTo>
                      <a:pt x="64" y="118575"/>
                      <a:pt x="887" y="122475"/>
                      <a:pt x="3253" y="125426"/>
                    </a:cubicBezTo>
                    <a:lnTo>
                      <a:pt x="25339" y="153093"/>
                    </a:lnTo>
                    <a:cubicBezTo>
                      <a:pt x="25339" y="155236"/>
                      <a:pt x="25339" y="157380"/>
                      <a:pt x="25339" y="159523"/>
                    </a:cubicBezTo>
                    <a:lnTo>
                      <a:pt x="3179" y="187264"/>
                    </a:lnTo>
                    <a:cubicBezTo>
                      <a:pt x="818" y="190218"/>
                      <a:pt x="0" y="194118"/>
                      <a:pt x="976" y="197772"/>
                    </a:cubicBezTo>
                    <a:cubicBezTo>
                      <a:pt x="4623" y="211453"/>
                      <a:pt x="10068" y="224590"/>
                      <a:pt x="17169" y="236839"/>
                    </a:cubicBezTo>
                    <a:cubicBezTo>
                      <a:pt x="19055" y="240088"/>
                      <a:pt x="22366" y="242257"/>
                      <a:pt x="26098" y="242688"/>
                    </a:cubicBezTo>
                    <a:lnTo>
                      <a:pt x="61400" y="246617"/>
                    </a:lnTo>
                    <a:cubicBezTo>
                      <a:pt x="62879" y="248165"/>
                      <a:pt x="64367" y="249653"/>
                      <a:pt x="65865" y="251082"/>
                    </a:cubicBezTo>
                    <a:lnTo>
                      <a:pt x="69988" y="286473"/>
                    </a:lnTo>
                    <a:cubicBezTo>
                      <a:pt x="70422" y="290209"/>
                      <a:pt x="72596" y="293519"/>
                      <a:pt x="75852" y="295403"/>
                    </a:cubicBezTo>
                    <a:cubicBezTo>
                      <a:pt x="88103" y="302497"/>
                      <a:pt x="101239" y="307937"/>
                      <a:pt x="114919" y="311580"/>
                    </a:cubicBezTo>
                    <a:cubicBezTo>
                      <a:pt x="118575" y="312552"/>
                      <a:pt x="122475" y="311729"/>
                      <a:pt x="125426" y="309363"/>
                    </a:cubicBezTo>
                    <a:lnTo>
                      <a:pt x="153093" y="287277"/>
                    </a:lnTo>
                    <a:cubicBezTo>
                      <a:pt x="155236" y="287336"/>
                      <a:pt x="157380" y="287336"/>
                      <a:pt x="159523" y="287277"/>
                    </a:cubicBezTo>
                    <a:lnTo>
                      <a:pt x="187264" y="309482"/>
                    </a:lnTo>
                    <a:cubicBezTo>
                      <a:pt x="190218" y="311843"/>
                      <a:pt x="194118" y="312661"/>
                      <a:pt x="197772" y="311685"/>
                    </a:cubicBezTo>
                    <a:cubicBezTo>
                      <a:pt x="211455" y="308044"/>
                      <a:pt x="224593" y="302599"/>
                      <a:pt x="236839" y="295492"/>
                    </a:cubicBezTo>
                    <a:cubicBezTo>
                      <a:pt x="240088" y="293605"/>
                      <a:pt x="242257" y="290295"/>
                      <a:pt x="242688" y="286562"/>
                    </a:cubicBezTo>
                    <a:lnTo>
                      <a:pt x="246617" y="251260"/>
                    </a:lnTo>
                    <a:cubicBezTo>
                      <a:pt x="248165" y="249792"/>
                      <a:pt x="249653" y="248304"/>
                      <a:pt x="251082" y="246795"/>
                    </a:cubicBezTo>
                    <a:lnTo>
                      <a:pt x="286473" y="242628"/>
                    </a:lnTo>
                    <a:cubicBezTo>
                      <a:pt x="290209" y="242194"/>
                      <a:pt x="293519" y="240020"/>
                      <a:pt x="295403" y="236764"/>
                    </a:cubicBezTo>
                    <a:cubicBezTo>
                      <a:pt x="302497" y="224513"/>
                      <a:pt x="307937" y="211377"/>
                      <a:pt x="311580" y="197697"/>
                    </a:cubicBezTo>
                    <a:cubicBezTo>
                      <a:pt x="312552" y="194041"/>
                      <a:pt x="311729" y="190141"/>
                      <a:pt x="309363" y="187190"/>
                    </a:cubicBezTo>
                    <a:close/>
                    <a:moveTo>
                      <a:pt x="263315" y="149849"/>
                    </a:moveTo>
                    <a:cubicBezTo>
                      <a:pt x="263568" y="154151"/>
                      <a:pt x="263568" y="158465"/>
                      <a:pt x="263315" y="162767"/>
                    </a:cubicBezTo>
                    <a:cubicBezTo>
                      <a:pt x="263138" y="165713"/>
                      <a:pt x="264061" y="168619"/>
                      <a:pt x="265905" y="170923"/>
                    </a:cubicBezTo>
                    <a:lnTo>
                      <a:pt x="287024" y="197310"/>
                    </a:lnTo>
                    <a:cubicBezTo>
                      <a:pt x="284600" y="205012"/>
                      <a:pt x="281498" y="212482"/>
                      <a:pt x="277752" y="219634"/>
                    </a:cubicBezTo>
                    <a:lnTo>
                      <a:pt x="244117" y="223444"/>
                    </a:lnTo>
                    <a:cubicBezTo>
                      <a:pt x="241187" y="223770"/>
                      <a:pt x="238483" y="225169"/>
                      <a:pt x="236526" y="227373"/>
                    </a:cubicBezTo>
                    <a:cubicBezTo>
                      <a:pt x="233662" y="230595"/>
                      <a:pt x="230610" y="233647"/>
                      <a:pt x="227388" y="236511"/>
                    </a:cubicBezTo>
                    <a:cubicBezTo>
                      <a:pt x="225184" y="238468"/>
                      <a:pt x="223784" y="241173"/>
                      <a:pt x="223459" y="244102"/>
                    </a:cubicBezTo>
                    <a:lnTo>
                      <a:pt x="219724" y="277707"/>
                    </a:lnTo>
                    <a:cubicBezTo>
                      <a:pt x="212572" y="281455"/>
                      <a:pt x="205101" y="284558"/>
                      <a:pt x="197399" y="286979"/>
                    </a:cubicBezTo>
                    <a:lnTo>
                      <a:pt x="170997" y="265860"/>
                    </a:lnTo>
                    <a:cubicBezTo>
                      <a:pt x="168885" y="264172"/>
                      <a:pt x="166260" y="263254"/>
                      <a:pt x="163556" y="263256"/>
                    </a:cubicBezTo>
                    <a:lnTo>
                      <a:pt x="162842" y="263256"/>
                    </a:lnTo>
                    <a:cubicBezTo>
                      <a:pt x="158539" y="263509"/>
                      <a:pt x="154226" y="263509"/>
                      <a:pt x="149923" y="263256"/>
                    </a:cubicBezTo>
                    <a:cubicBezTo>
                      <a:pt x="146979" y="263087"/>
                      <a:pt x="144075" y="264009"/>
                      <a:pt x="141767" y="265845"/>
                    </a:cubicBezTo>
                    <a:lnTo>
                      <a:pt x="115306" y="286979"/>
                    </a:lnTo>
                    <a:cubicBezTo>
                      <a:pt x="107604" y="284556"/>
                      <a:pt x="100134" y="281453"/>
                      <a:pt x="92982" y="277707"/>
                    </a:cubicBezTo>
                    <a:lnTo>
                      <a:pt x="89172" y="244117"/>
                    </a:lnTo>
                    <a:cubicBezTo>
                      <a:pt x="88846" y="241187"/>
                      <a:pt x="87447" y="238483"/>
                      <a:pt x="85243" y="236526"/>
                    </a:cubicBezTo>
                    <a:cubicBezTo>
                      <a:pt x="82021" y="233662"/>
                      <a:pt x="78969" y="230610"/>
                      <a:pt x="76105" y="227388"/>
                    </a:cubicBezTo>
                    <a:cubicBezTo>
                      <a:pt x="74148" y="225184"/>
                      <a:pt x="71443" y="223784"/>
                      <a:pt x="68514" y="223459"/>
                    </a:cubicBezTo>
                    <a:lnTo>
                      <a:pt x="34909" y="219709"/>
                    </a:lnTo>
                    <a:cubicBezTo>
                      <a:pt x="31161" y="212558"/>
                      <a:pt x="28058" y="205087"/>
                      <a:pt x="25637" y="197385"/>
                    </a:cubicBezTo>
                    <a:lnTo>
                      <a:pt x="46756" y="170982"/>
                    </a:lnTo>
                    <a:cubicBezTo>
                      <a:pt x="48600" y="168679"/>
                      <a:pt x="49523" y="165772"/>
                      <a:pt x="49345" y="162827"/>
                    </a:cubicBezTo>
                    <a:cubicBezTo>
                      <a:pt x="49092" y="158524"/>
                      <a:pt x="49092" y="154211"/>
                      <a:pt x="49345" y="149908"/>
                    </a:cubicBezTo>
                    <a:cubicBezTo>
                      <a:pt x="49523" y="146963"/>
                      <a:pt x="48600" y="144056"/>
                      <a:pt x="46756" y="141753"/>
                    </a:cubicBezTo>
                    <a:lnTo>
                      <a:pt x="25637" y="115306"/>
                    </a:lnTo>
                    <a:cubicBezTo>
                      <a:pt x="28060" y="107604"/>
                      <a:pt x="31163" y="100134"/>
                      <a:pt x="34909" y="92982"/>
                    </a:cubicBezTo>
                    <a:lnTo>
                      <a:pt x="68499" y="89172"/>
                    </a:lnTo>
                    <a:cubicBezTo>
                      <a:pt x="71429" y="88846"/>
                      <a:pt x="74133" y="87447"/>
                      <a:pt x="76090" y="85243"/>
                    </a:cubicBezTo>
                    <a:cubicBezTo>
                      <a:pt x="78954" y="82021"/>
                      <a:pt x="82006" y="78969"/>
                      <a:pt x="85228" y="76105"/>
                    </a:cubicBezTo>
                    <a:cubicBezTo>
                      <a:pt x="87440" y="74147"/>
                      <a:pt x="88846" y="71436"/>
                      <a:pt x="89172" y="68499"/>
                    </a:cubicBezTo>
                    <a:lnTo>
                      <a:pt x="92907" y="34909"/>
                    </a:lnTo>
                    <a:cubicBezTo>
                      <a:pt x="100058" y="31161"/>
                      <a:pt x="107529" y="28058"/>
                      <a:pt x="115231" y="25637"/>
                    </a:cubicBezTo>
                    <a:lnTo>
                      <a:pt x="141634" y="46756"/>
                    </a:lnTo>
                    <a:cubicBezTo>
                      <a:pt x="143937" y="48600"/>
                      <a:pt x="146844" y="49523"/>
                      <a:pt x="149789" y="49345"/>
                    </a:cubicBezTo>
                    <a:cubicBezTo>
                      <a:pt x="154092" y="49092"/>
                      <a:pt x="158405" y="49092"/>
                      <a:pt x="162708" y="49345"/>
                    </a:cubicBezTo>
                    <a:cubicBezTo>
                      <a:pt x="165652" y="49514"/>
                      <a:pt x="168556" y="48592"/>
                      <a:pt x="170863" y="46756"/>
                    </a:cubicBezTo>
                    <a:lnTo>
                      <a:pt x="197310" y="25637"/>
                    </a:lnTo>
                    <a:cubicBezTo>
                      <a:pt x="205012" y="28060"/>
                      <a:pt x="212482" y="31163"/>
                      <a:pt x="219634" y="34909"/>
                    </a:cubicBezTo>
                    <a:lnTo>
                      <a:pt x="223444" y="68499"/>
                    </a:lnTo>
                    <a:cubicBezTo>
                      <a:pt x="223770" y="71429"/>
                      <a:pt x="225169" y="74133"/>
                      <a:pt x="227373" y="76090"/>
                    </a:cubicBezTo>
                    <a:cubicBezTo>
                      <a:pt x="230595" y="78954"/>
                      <a:pt x="233647" y="82006"/>
                      <a:pt x="236511" y="85228"/>
                    </a:cubicBezTo>
                    <a:cubicBezTo>
                      <a:pt x="238468" y="87432"/>
                      <a:pt x="241173" y="88832"/>
                      <a:pt x="244102" y="89157"/>
                    </a:cubicBezTo>
                    <a:lnTo>
                      <a:pt x="277707" y="92892"/>
                    </a:lnTo>
                    <a:cubicBezTo>
                      <a:pt x="281455" y="100044"/>
                      <a:pt x="284558" y="107515"/>
                      <a:pt x="286979" y="115217"/>
                    </a:cubicBezTo>
                    <a:lnTo>
                      <a:pt x="265860" y="141619"/>
                    </a:lnTo>
                    <a:cubicBezTo>
                      <a:pt x="263999" y="143942"/>
                      <a:pt x="263075" y="146878"/>
                      <a:pt x="263271" y="149849"/>
                    </a:cubicBez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505575" y="47434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配置管理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514148" y="5035391"/>
              <a:ext cx="796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6B9D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10338" y="5355431"/>
              <a:ext cx="1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python-dotenv 环境变量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510338" y="5574506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.env 密钥安全管理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510338" y="579358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config.py 统一配置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905875" y="3952875"/>
            <a:ext cx="2524125" cy="2381250"/>
            <a:chOff x="8905875" y="3952875"/>
            <a:chExt cx="2524125" cy="2381250"/>
          </a:xfrm>
        </p:grpSpPr>
        <p:sp>
          <p:nvSpPr>
            <p:cNvPr id="85" name="Rectangle 85"/>
            <p:cNvSpPr/>
            <p:nvPr/>
          </p:nvSpPr>
          <p:spPr>
            <a:xfrm>
              <a:off x="8905875" y="3952875"/>
              <a:ext cx="2524125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9153525" y="4200525"/>
              <a:ext cx="457200" cy="457200"/>
            </a:xfrm>
            <a:prstGeom prst="ellipse">
              <a:avLst/>
            </a:prstGeom>
            <a:solidFill>
              <a:srgbClr val="7C5CFC">
                <a:alpha val="10000"/>
              </a:srgbClr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9227344" y="4274344"/>
              <a:ext cx="309562" cy="309562"/>
              <a:chOff x="9227344" y="4274344"/>
              <a:chExt cx="309562" cy="309562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9239250" y="428625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285750" y="142875"/>
                    </a:moveTo>
                    <a:cubicBezTo>
                      <a:pt x="285750" y="221783"/>
                      <a:pt x="221783" y="285750"/>
                      <a:pt x="142875" y="285750"/>
                    </a:cubicBezTo>
                    <a:cubicBezTo>
                      <a:pt x="63967" y="285750"/>
                      <a:pt x="0" y="221783"/>
                      <a:pt x="0" y="142875"/>
                    </a:cubicBezTo>
                    <a:cubicBezTo>
                      <a:pt x="0" y="63967"/>
                      <a:pt x="63967" y="0"/>
                      <a:pt x="142875" y="0"/>
                    </a:cubicBezTo>
                    <a:cubicBezTo>
                      <a:pt x="221783" y="0"/>
                      <a:pt x="285750" y="63967"/>
                      <a:pt x="285750" y="142875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9227344" y="4274344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222736" y="110639"/>
                    </a:moveTo>
                    <a:cubicBezTo>
                      <a:pt x="224972" y="112872"/>
                      <a:pt x="226228" y="115902"/>
                      <a:pt x="226228" y="119062"/>
                    </a:cubicBezTo>
                    <a:cubicBezTo>
                      <a:pt x="226228" y="122223"/>
                      <a:pt x="224972" y="125253"/>
                      <a:pt x="222736" y="127486"/>
                    </a:cubicBezTo>
                    <a:lnTo>
                      <a:pt x="139392" y="210830"/>
                    </a:lnTo>
                    <a:cubicBezTo>
                      <a:pt x="137159" y="213066"/>
                      <a:pt x="134129" y="214322"/>
                      <a:pt x="130969" y="214322"/>
                    </a:cubicBezTo>
                    <a:cubicBezTo>
                      <a:pt x="127809" y="214322"/>
                      <a:pt x="124778" y="213066"/>
                      <a:pt x="122545" y="210830"/>
                    </a:cubicBezTo>
                    <a:lnTo>
                      <a:pt x="86826" y="175111"/>
                    </a:lnTo>
                    <a:cubicBezTo>
                      <a:pt x="82174" y="170459"/>
                      <a:pt x="82174" y="162916"/>
                      <a:pt x="86826" y="158264"/>
                    </a:cubicBezTo>
                    <a:cubicBezTo>
                      <a:pt x="91479" y="153612"/>
                      <a:pt x="99021" y="153612"/>
                      <a:pt x="103674" y="158264"/>
                    </a:cubicBezTo>
                    <a:lnTo>
                      <a:pt x="130969" y="185574"/>
                    </a:lnTo>
                    <a:lnTo>
                      <a:pt x="205889" y="110639"/>
                    </a:lnTo>
                    <a:cubicBezTo>
                      <a:pt x="208122" y="108403"/>
                      <a:pt x="211152" y="107147"/>
                      <a:pt x="214312" y="107147"/>
                    </a:cubicBezTo>
                    <a:cubicBezTo>
                      <a:pt x="217473" y="107147"/>
                      <a:pt x="220503" y="108403"/>
                      <a:pt x="222736" y="110639"/>
                    </a:cubicBezTo>
                    <a:close/>
                    <a:moveTo>
                      <a:pt x="309562" y="154781"/>
                    </a:moveTo>
                    <a:cubicBezTo>
                      <a:pt x="309562" y="240265"/>
                      <a:pt x="240265" y="309562"/>
                      <a:pt x="154781" y="309562"/>
                    </a:cubicBezTo>
                    <a:cubicBezTo>
                      <a:pt x="69298" y="309562"/>
                      <a:pt x="0" y="240265"/>
                      <a:pt x="0" y="154781"/>
                    </a:cubicBezTo>
                    <a:cubicBezTo>
                      <a:pt x="0" y="69298"/>
                      <a:pt x="69298" y="0"/>
                      <a:pt x="154781" y="0"/>
                    </a:cubicBezTo>
                    <a:cubicBezTo>
                      <a:pt x="240227" y="90"/>
                      <a:pt x="309472" y="69335"/>
                      <a:pt x="309562" y="154781"/>
                    </a:cubicBezTo>
                    <a:close/>
                    <a:moveTo>
                      <a:pt x="285750" y="154781"/>
                    </a:moveTo>
                    <a:cubicBezTo>
                      <a:pt x="285750" y="82449"/>
                      <a:pt x="227113" y="23812"/>
                      <a:pt x="154781" y="23812"/>
                    </a:cubicBezTo>
                    <a:cubicBezTo>
                      <a:pt x="82449" y="23812"/>
                      <a:pt x="23812" y="82449"/>
                      <a:pt x="23812" y="154781"/>
                    </a:cubicBezTo>
                    <a:cubicBezTo>
                      <a:pt x="23812" y="227113"/>
                      <a:pt x="82449" y="285750"/>
                      <a:pt x="154781" y="285750"/>
                    </a:cubicBezTo>
                    <a:cubicBezTo>
                      <a:pt x="227079" y="285668"/>
                      <a:pt x="285668" y="227079"/>
                      <a:pt x="285750" y="154781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9220200" y="4743450"/>
              <a:ext cx="7311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pytest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228772" y="5035391"/>
              <a:ext cx="10605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C5CFC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TESTING FRAMEWORK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224962" y="5355431"/>
              <a:ext cx="1551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单元测试 + 端到端测试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224962" y="5574506"/>
              <a:ext cx="15887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tempfile 临时目录隔离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224962" y="5793581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全流程验证覆盖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762000" y="6505575"/>
            <a:ext cx="10679430" cy="276225"/>
            <a:chOff x="762000" y="6505575"/>
            <a:chExt cx="10679430" cy="276225"/>
          </a:xfrm>
        </p:grpSpPr>
        <p:sp>
          <p:nvSpPr>
            <p:cNvPr id="96" name="Rectangle 96"/>
            <p:cNvSpPr/>
            <p:nvPr/>
          </p:nvSpPr>
          <p:spPr>
            <a:xfrm>
              <a:off x="762000" y="6505575"/>
              <a:ext cx="10668000" cy="9525"/>
            </a:xfrm>
            <a:prstGeom prst="rect">
              <a:avLst/>
            </a:prstGeom>
            <a:solidFill>
              <a:srgbClr val="2A2E45">
                <a:alpha val="50000"/>
              </a:srgbClr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1016520" y="65989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4B8">
                      <a:alphaMod val="40000"/>
                    </a:srgbClr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0" grpId="0"/>
      <p:bldP spid="51" grpId="0"/>
      <p:bldP spid="62" grpId="0"/>
      <p:bldP spid="73" grpId="0"/>
      <p:bldP spid="84" grpId="0"/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56235"/>
            <a:ext cx="5188458" cy="601027"/>
            <a:chOff x="762000" y="356235"/>
            <a:chExt cx="5188458" cy="601027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562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系统架构总览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743902"/>
              <a:ext cx="5011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SYSTEM ARCHITECTURE — THREE-TIER STACK WITH CROSS-CUTTING CAPABILITIES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96500" y="1219200"/>
            <a:ext cx="1333500" cy="5010150"/>
            <a:chOff x="10096500" y="1219200"/>
            <a:chExt cx="1333500" cy="5010150"/>
          </a:xfrm>
        </p:grpSpPr>
        <p:sp>
          <p:nvSpPr>
            <p:cNvPr id="7" name="Rectangle 7"/>
            <p:cNvSpPr/>
            <p:nvPr/>
          </p:nvSpPr>
          <p:spPr>
            <a:xfrm>
              <a:off x="11049000" y="1219200"/>
              <a:ext cx="381000" cy="5010150"/>
            </a:xfrm>
            <a:prstGeom prst="roundRect">
              <a:avLst>
                <a:gd name="adj" fmla="val 15000"/>
              </a:avLst>
            </a:prstGeom>
            <a:solidFill>
              <a:srgbClr val="00D4FF">
                <a:alpha val="20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096500" y="1219200"/>
              <a:ext cx="857250" cy="5010150"/>
            </a:xfrm>
            <a:prstGeom prst="roundRect">
              <a:avLst>
                <a:gd name="adj" fmla="val 11111"/>
              </a:avLst>
            </a:prstGeom>
            <a:solidFill>
              <a:srgbClr val="131837">
                <a:alpha val="60000"/>
              </a:srgbClr>
            </a:solidFill>
            <a:ln w="9525">
              <a:solidFill>
                <a:srgbClr val="2A2E4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12497" y="1396841"/>
              <a:ext cx="425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0D4FF">
                      <a:alphaMod val="80000"/>
                    </a:srgbClr>
                  </a:solidFill>
                  <a:latin typeface="Consolas"/>
                  <a:ea typeface="Microsoft YaHei"/>
                  <a:cs typeface="Consolas"/>
                </a:rPr>
                <a:t>OUTPUT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29850" y="1638300"/>
              <a:ext cx="590550" cy="342900"/>
            </a:xfrm>
            <a:prstGeom prst="roundRect">
              <a:avLst>
                <a:gd name="adj" fmla="val 16667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39708" y="17521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流式回答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229850" y="2133600"/>
              <a:ext cx="590550" cy="342900"/>
            </a:xfrm>
            <a:prstGeom prst="roundRect">
              <a:avLst>
                <a:gd name="adj" fmla="val 16667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39708" y="22474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来源标注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29850" y="2628900"/>
              <a:ext cx="590550" cy="342900"/>
            </a:xfrm>
            <a:prstGeom prst="roundRect">
              <a:avLst>
                <a:gd name="adj" fmla="val 16667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39708" y="27427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对话历史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229850" y="3124200"/>
              <a:ext cx="590550" cy="342900"/>
            </a:xfrm>
            <a:prstGeom prst="roundRect">
              <a:avLst>
                <a:gd name="adj" fmla="val 16667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39708" y="32380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检索原文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29850" y="3619500"/>
              <a:ext cx="590550" cy="342900"/>
            </a:xfrm>
            <a:prstGeom prst="roundRect">
              <a:avLst>
                <a:gd name="adj" fmla="val 16667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239708" y="37333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日志记录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219200"/>
            <a:ext cx="9239250" cy="1143000"/>
            <a:chOff x="762000" y="1219200"/>
            <a:chExt cx="9239250" cy="1143000"/>
          </a:xfrm>
        </p:grpSpPr>
        <p:sp>
          <p:nvSpPr>
            <p:cNvPr id="21" name="Rectangle 21"/>
            <p:cNvSpPr/>
            <p:nvPr/>
          </p:nvSpPr>
          <p:spPr>
            <a:xfrm>
              <a:off x="762000" y="1219200"/>
              <a:ext cx="381000" cy="1143000"/>
            </a:xfrm>
            <a:prstGeom prst="roundRect">
              <a:avLst>
                <a:gd name="adj" fmla="val 15000"/>
              </a:avLst>
            </a:prstGeom>
            <a:solidFill>
              <a:srgbClr val="00D4FF">
                <a:alpha val="2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392" y="17211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257300" y="1219200"/>
              <a:ext cx="8743950" cy="1143000"/>
            </a:xfrm>
            <a:prstGeom prst="roundRect">
              <a:avLst>
                <a:gd name="adj" fmla="val 8333"/>
              </a:avLst>
            </a:prstGeom>
            <a:solidFill>
              <a:srgbClr val="131837">
                <a:alpha val="50000"/>
              </a:srgbClr>
            </a:solidFill>
            <a:ln w="9525">
              <a:solidFill>
                <a:srgbClr val="2A2E4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24636" y="1358741"/>
              <a:ext cx="16092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0D4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PRESENTATION LAYER · 展示层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28750" y="1581150"/>
              <a:ext cx="20002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568053" y="1775222"/>
              <a:ext cx="216694" cy="200025"/>
              <a:chOff x="1568053" y="1775222"/>
              <a:chExt cx="216694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576388" y="1783556"/>
                <a:ext cx="200025" cy="108347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8347">
                    <a:moveTo>
                      <a:pt x="200025" y="16669"/>
                    </a:moveTo>
                    <a:lnTo>
                      <a:pt x="200025" y="108347"/>
                    </a:lnTo>
                    <a:lnTo>
                      <a:pt x="0" y="108347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183356" y="0"/>
                    </a:lnTo>
                    <a:cubicBezTo>
                      <a:pt x="192562" y="0"/>
                      <a:pt x="200025" y="7463"/>
                      <a:pt x="200025" y="16669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568053" y="1775222"/>
                <a:ext cx="21669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00025">
                    <a:moveTo>
                      <a:pt x="191691" y="0"/>
                    </a:moveTo>
                    <a:lnTo>
                      <a:pt x="25003" y="0"/>
                    </a:lnTo>
                    <a:cubicBezTo>
                      <a:pt x="11194" y="0"/>
                      <a:pt x="0" y="11194"/>
                      <a:pt x="0" y="25003"/>
                    </a:cubicBezTo>
                    <a:lnTo>
                      <a:pt x="0" y="141684"/>
                    </a:lnTo>
                    <a:cubicBezTo>
                      <a:pt x="0" y="155493"/>
                      <a:pt x="11194" y="166688"/>
                      <a:pt x="25003" y="166688"/>
                    </a:cubicBezTo>
                    <a:lnTo>
                      <a:pt x="100012" y="166688"/>
                    </a:lnTo>
                    <a:lnTo>
                      <a:pt x="100012" y="183356"/>
                    </a:lnTo>
                    <a:lnTo>
                      <a:pt x="75009" y="183356"/>
                    </a:lnTo>
                    <a:cubicBezTo>
                      <a:pt x="70406" y="183356"/>
                      <a:pt x="66675" y="187088"/>
                      <a:pt x="66675" y="191691"/>
                    </a:cubicBezTo>
                    <a:cubicBezTo>
                      <a:pt x="66675" y="196294"/>
                      <a:pt x="70406" y="200025"/>
                      <a:pt x="75009" y="200025"/>
                    </a:cubicBezTo>
                    <a:lnTo>
                      <a:pt x="141684" y="200025"/>
                    </a:lnTo>
                    <a:cubicBezTo>
                      <a:pt x="146287" y="200025"/>
                      <a:pt x="150019" y="196294"/>
                      <a:pt x="150019" y="191691"/>
                    </a:cubicBezTo>
                    <a:cubicBezTo>
                      <a:pt x="150019" y="187088"/>
                      <a:pt x="146287" y="183356"/>
                      <a:pt x="141684" y="183356"/>
                    </a:cubicBezTo>
                    <a:lnTo>
                      <a:pt x="116681" y="183356"/>
                    </a:lnTo>
                    <a:lnTo>
                      <a:pt x="116681" y="166688"/>
                    </a:lnTo>
                    <a:lnTo>
                      <a:pt x="191691" y="166688"/>
                    </a:lnTo>
                    <a:cubicBezTo>
                      <a:pt x="205499" y="166688"/>
                      <a:pt x="216694" y="155493"/>
                      <a:pt x="216694" y="141684"/>
                    </a:cubicBezTo>
                    <a:lnTo>
                      <a:pt x="216694" y="25003"/>
                    </a:lnTo>
                    <a:cubicBezTo>
                      <a:pt x="216694" y="11194"/>
                      <a:pt x="205499" y="0"/>
                      <a:pt x="191691" y="0"/>
                    </a:cubicBezTo>
                    <a:close/>
                    <a:moveTo>
                      <a:pt x="25003" y="16669"/>
                    </a:moveTo>
                    <a:lnTo>
                      <a:pt x="191691" y="16669"/>
                    </a:lnTo>
                    <a:cubicBezTo>
                      <a:pt x="196294" y="16669"/>
                      <a:pt x="200025" y="20400"/>
                      <a:pt x="200025" y="25003"/>
                    </a:cubicBezTo>
                    <a:lnTo>
                      <a:pt x="200025" y="108347"/>
                    </a:lnTo>
                    <a:lnTo>
                      <a:pt x="16669" y="108347"/>
                    </a:lnTo>
                    <a:lnTo>
                      <a:pt x="16669" y="25003"/>
                    </a:lnTo>
                    <a:cubicBezTo>
                      <a:pt x="16669" y="20400"/>
                      <a:pt x="20400" y="16669"/>
                      <a:pt x="25003" y="16669"/>
                    </a:cubicBezTo>
                    <a:close/>
                    <a:moveTo>
                      <a:pt x="191691" y="150019"/>
                    </a:moveTo>
                    <a:lnTo>
                      <a:pt x="25003" y="150019"/>
                    </a:lnTo>
                    <a:cubicBezTo>
                      <a:pt x="20400" y="150019"/>
                      <a:pt x="16669" y="146287"/>
                      <a:pt x="16669" y="141684"/>
                    </a:cubicBezTo>
                    <a:lnTo>
                      <a:pt x="16669" y="125016"/>
                    </a:lnTo>
                    <a:lnTo>
                      <a:pt x="200025" y="125016"/>
                    </a:lnTo>
                    <a:lnTo>
                      <a:pt x="200025" y="141684"/>
                    </a:lnTo>
                    <a:cubicBezTo>
                      <a:pt x="200025" y="146287"/>
                      <a:pt x="196294" y="150019"/>
                      <a:pt x="191691" y="150019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889760" y="1737360"/>
              <a:ext cx="13662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Streamlit Web UI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3570" y="1960245"/>
              <a:ext cx="1619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文件上传 · 聊天界面 · 侧边栏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619500" y="1581150"/>
              <a:ext cx="20002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3741037" y="1782298"/>
              <a:ext cx="251386" cy="184959"/>
              <a:chOff x="3741037" y="1782298"/>
              <a:chExt cx="251386" cy="18495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767138" y="1791891"/>
                <a:ext cx="2000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33350">
                    <a:moveTo>
                      <a:pt x="141684" y="91678"/>
                    </a:moveTo>
                    <a:cubicBezTo>
                      <a:pt x="141684" y="114693"/>
                      <a:pt x="123027" y="133350"/>
                      <a:pt x="100012" y="133350"/>
                    </a:cubicBezTo>
                    <a:cubicBezTo>
                      <a:pt x="76998" y="133350"/>
                      <a:pt x="58341" y="114693"/>
                      <a:pt x="58341" y="91678"/>
                    </a:cubicBezTo>
                    <a:cubicBezTo>
                      <a:pt x="58341" y="68663"/>
                      <a:pt x="76998" y="50006"/>
                      <a:pt x="100012" y="50006"/>
                    </a:cubicBezTo>
                    <a:cubicBezTo>
                      <a:pt x="123027" y="50006"/>
                      <a:pt x="141684" y="68663"/>
                      <a:pt x="141684" y="91678"/>
                    </a:cubicBezTo>
                    <a:close/>
                    <a:moveTo>
                      <a:pt x="33338" y="0"/>
                    </a:move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lose/>
                    <a:moveTo>
                      <a:pt x="166688" y="0"/>
                    </a:moveTo>
                    <a:cubicBezTo>
                      <a:pt x="148276" y="0"/>
                      <a:pt x="133350" y="14926"/>
                      <a:pt x="133350" y="33338"/>
                    </a:cubicBezTo>
                    <a:cubicBezTo>
                      <a:pt x="133350" y="51749"/>
                      <a:pt x="148276" y="66675"/>
                      <a:pt x="166688" y="66675"/>
                    </a:cubicBezTo>
                    <a:cubicBezTo>
                      <a:pt x="185099" y="66675"/>
                      <a:pt x="200025" y="51749"/>
                      <a:pt x="200025" y="33338"/>
                    </a:cubicBezTo>
                    <a:cubicBezTo>
                      <a:pt x="200025" y="14926"/>
                      <a:pt x="185099" y="0"/>
                      <a:pt x="166688" y="0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741037" y="1782298"/>
                <a:ext cx="251386" cy="184959"/>
              </a:xfrm>
              <a:custGeom>
                <a:avLst/>
                <a:gdLst/>
                <a:ahLst/>
                <a:cxnLst/>
                <a:rect l="l" t="t" r="r" b="b"/>
                <a:pathLst>
                  <a:path w="251386" h="184959">
                    <a:moveTo>
                      <a:pt x="247795" y="107938"/>
                    </a:moveTo>
                    <a:cubicBezTo>
                      <a:pt x="244113" y="110700"/>
                      <a:pt x="238889" y="109953"/>
                      <a:pt x="236127" y="106271"/>
                    </a:cubicBezTo>
                    <a:cubicBezTo>
                      <a:pt x="225940" y="92578"/>
                      <a:pt x="209855" y="84536"/>
                      <a:pt x="192788" y="84602"/>
                    </a:cubicBezTo>
                    <a:cubicBezTo>
                      <a:pt x="188185" y="84602"/>
                      <a:pt x="184454" y="80870"/>
                      <a:pt x="184454" y="76267"/>
                    </a:cubicBezTo>
                    <a:cubicBezTo>
                      <a:pt x="184454" y="71664"/>
                      <a:pt x="188185" y="67933"/>
                      <a:pt x="192788" y="67933"/>
                    </a:cubicBezTo>
                    <a:cubicBezTo>
                      <a:pt x="205782" y="67932"/>
                      <a:pt x="216608" y="57979"/>
                      <a:pt x="217701" y="45032"/>
                    </a:cubicBezTo>
                    <a:cubicBezTo>
                      <a:pt x="218793" y="32085"/>
                      <a:pt x="209787" y="20459"/>
                      <a:pt x="196977" y="18281"/>
                    </a:cubicBezTo>
                    <a:cubicBezTo>
                      <a:pt x="184168" y="16103"/>
                      <a:pt x="171825" y="24099"/>
                      <a:pt x="168577" y="36679"/>
                    </a:cubicBezTo>
                    <a:cubicBezTo>
                      <a:pt x="167426" y="41138"/>
                      <a:pt x="162879" y="43820"/>
                      <a:pt x="158420" y="42669"/>
                    </a:cubicBezTo>
                    <a:cubicBezTo>
                      <a:pt x="153960" y="41519"/>
                      <a:pt x="151278" y="36971"/>
                      <a:pt x="152429" y="32512"/>
                    </a:cubicBezTo>
                    <a:cubicBezTo>
                      <a:pt x="156880" y="15289"/>
                      <a:pt x="171773" y="2791"/>
                      <a:pt x="189507" y="1395"/>
                    </a:cubicBezTo>
                    <a:cubicBezTo>
                      <a:pt x="207240" y="0"/>
                      <a:pt x="223904" y="10015"/>
                      <a:pt x="230994" y="26330"/>
                    </a:cubicBezTo>
                    <a:cubicBezTo>
                      <a:pt x="238084" y="42644"/>
                      <a:pt x="234037" y="61661"/>
                      <a:pt x="220917" y="73673"/>
                    </a:cubicBezTo>
                    <a:cubicBezTo>
                      <a:pt x="232250" y="78580"/>
                      <a:pt x="242101" y="86367"/>
                      <a:pt x="249493" y="96259"/>
                    </a:cubicBezTo>
                    <a:cubicBezTo>
                      <a:pt x="250820" y="98032"/>
                      <a:pt x="251386" y="100260"/>
                      <a:pt x="251067" y="102451"/>
                    </a:cubicBezTo>
                    <a:cubicBezTo>
                      <a:pt x="250749" y="104642"/>
                      <a:pt x="249571" y="106616"/>
                      <a:pt x="247795" y="107938"/>
                    </a:cubicBezTo>
                    <a:close/>
                    <a:moveTo>
                      <a:pt x="191663" y="172113"/>
                    </a:moveTo>
                    <a:cubicBezTo>
                      <a:pt x="193247" y="174696"/>
                      <a:pt x="193305" y="177935"/>
                      <a:pt x="191813" y="180572"/>
                    </a:cubicBezTo>
                    <a:cubicBezTo>
                      <a:pt x="190322" y="183210"/>
                      <a:pt x="187517" y="184830"/>
                      <a:pt x="184487" y="184804"/>
                    </a:cubicBezTo>
                    <a:cubicBezTo>
                      <a:pt x="181457" y="184778"/>
                      <a:pt x="178680" y="183110"/>
                      <a:pt x="177234" y="180447"/>
                    </a:cubicBezTo>
                    <a:cubicBezTo>
                      <a:pt x="166551" y="162365"/>
                      <a:pt x="147111" y="151270"/>
                      <a:pt x="126108" y="151270"/>
                    </a:cubicBezTo>
                    <a:cubicBezTo>
                      <a:pt x="105106" y="151270"/>
                      <a:pt x="85665" y="162365"/>
                      <a:pt x="74982" y="180447"/>
                    </a:cubicBezTo>
                    <a:cubicBezTo>
                      <a:pt x="73563" y="183160"/>
                      <a:pt x="70771" y="184876"/>
                      <a:pt x="67710" y="184917"/>
                    </a:cubicBezTo>
                    <a:cubicBezTo>
                      <a:pt x="64649" y="184959"/>
                      <a:pt x="61811" y="183319"/>
                      <a:pt x="60319" y="180646"/>
                    </a:cubicBezTo>
                    <a:cubicBezTo>
                      <a:pt x="58827" y="177972"/>
                      <a:pt x="58921" y="174696"/>
                      <a:pt x="60564" y="172113"/>
                    </a:cubicBezTo>
                    <a:cubicBezTo>
                      <a:pt x="68644" y="158229"/>
                      <a:pt x="80964" y="147304"/>
                      <a:pt x="95714" y="140942"/>
                    </a:cubicBezTo>
                    <a:cubicBezTo>
                      <a:pt x="78696" y="127913"/>
                      <a:pt x="71874" y="105487"/>
                      <a:pt x="78752" y="85188"/>
                    </a:cubicBezTo>
                    <a:cubicBezTo>
                      <a:pt x="85631" y="64889"/>
                      <a:pt x="104681" y="51231"/>
                      <a:pt x="126113" y="51231"/>
                    </a:cubicBezTo>
                    <a:cubicBezTo>
                      <a:pt x="147546" y="51231"/>
                      <a:pt x="166596" y="64889"/>
                      <a:pt x="173474" y="85188"/>
                    </a:cubicBezTo>
                    <a:cubicBezTo>
                      <a:pt x="180353" y="105487"/>
                      <a:pt x="173531" y="127913"/>
                      <a:pt x="156513" y="140942"/>
                    </a:cubicBezTo>
                    <a:cubicBezTo>
                      <a:pt x="171263" y="147304"/>
                      <a:pt x="183583" y="158229"/>
                      <a:pt x="191663" y="172113"/>
                    </a:cubicBezTo>
                    <a:close/>
                    <a:moveTo>
                      <a:pt x="126113" y="134608"/>
                    </a:moveTo>
                    <a:cubicBezTo>
                      <a:pt x="144525" y="134608"/>
                      <a:pt x="159451" y="119682"/>
                      <a:pt x="159451" y="101271"/>
                    </a:cubicBezTo>
                    <a:cubicBezTo>
                      <a:pt x="159451" y="82859"/>
                      <a:pt x="144525" y="67933"/>
                      <a:pt x="126113" y="67933"/>
                    </a:cubicBezTo>
                    <a:cubicBezTo>
                      <a:pt x="107702" y="67933"/>
                      <a:pt x="92776" y="82859"/>
                      <a:pt x="92776" y="101271"/>
                    </a:cubicBezTo>
                    <a:cubicBezTo>
                      <a:pt x="92776" y="119682"/>
                      <a:pt x="107702" y="134608"/>
                      <a:pt x="126113" y="134608"/>
                    </a:cubicBezTo>
                    <a:close/>
                    <a:moveTo>
                      <a:pt x="67773" y="76267"/>
                    </a:moveTo>
                    <a:cubicBezTo>
                      <a:pt x="67773" y="71664"/>
                      <a:pt x="64041" y="67933"/>
                      <a:pt x="59438" y="67933"/>
                    </a:cubicBezTo>
                    <a:cubicBezTo>
                      <a:pt x="46445" y="67932"/>
                      <a:pt x="35618" y="57979"/>
                      <a:pt x="34526" y="45032"/>
                    </a:cubicBezTo>
                    <a:cubicBezTo>
                      <a:pt x="33434" y="32085"/>
                      <a:pt x="42440" y="20459"/>
                      <a:pt x="55249" y="18281"/>
                    </a:cubicBezTo>
                    <a:cubicBezTo>
                      <a:pt x="68059" y="16103"/>
                      <a:pt x="80401" y="24099"/>
                      <a:pt x="83650" y="36679"/>
                    </a:cubicBezTo>
                    <a:cubicBezTo>
                      <a:pt x="84800" y="41138"/>
                      <a:pt x="89348" y="43820"/>
                      <a:pt x="93807" y="42669"/>
                    </a:cubicBezTo>
                    <a:cubicBezTo>
                      <a:pt x="98266" y="41519"/>
                      <a:pt x="100948" y="36971"/>
                      <a:pt x="99798" y="32512"/>
                    </a:cubicBezTo>
                    <a:cubicBezTo>
                      <a:pt x="95347" y="15289"/>
                      <a:pt x="80454" y="2791"/>
                      <a:pt x="62720" y="1395"/>
                    </a:cubicBezTo>
                    <a:cubicBezTo>
                      <a:pt x="44987" y="0"/>
                      <a:pt x="28322" y="10015"/>
                      <a:pt x="21232" y="26330"/>
                    </a:cubicBezTo>
                    <a:cubicBezTo>
                      <a:pt x="14142" y="42644"/>
                      <a:pt x="18190" y="61661"/>
                      <a:pt x="31310" y="73673"/>
                    </a:cubicBezTo>
                    <a:cubicBezTo>
                      <a:pt x="19988" y="78585"/>
                      <a:pt x="10148" y="86371"/>
                      <a:pt x="2765" y="96259"/>
                    </a:cubicBezTo>
                    <a:cubicBezTo>
                      <a:pt x="0" y="99942"/>
                      <a:pt x="744" y="105168"/>
                      <a:pt x="4426" y="107933"/>
                    </a:cubicBezTo>
                    <a:cubicBezTo>
                      <a:pt x="8109" y="110697"/>
                      <a:pt x="13335" y="109953"/>
                      <a:pt x="16100" y="106271"/>
                    </a:cubicBezTo>
                    <a:cubicBezTo>
                      <a:pt x="26287" y="92578"/>
                      <a:pt x="42371" y="84536"/>
                      <a:pt x="59438" y="84602"/>
                    </a:cubicBezTo>
                    <a:cubicBezTo>
                      <a:pt x="64041" y="84602"/>
                      <a:pt x="67773" y="80870"/>
                      <a:pt x="67773" y="76267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080510" y="1737360"/>
              <a:ext cx="114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Session State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4320" y="19602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会话状态管理 · 去重追踪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0250" y="1581150"/>
              <a:ext cx="20002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948484" y="1757484"/>
              <a:ext cx="218862" cy="218862"/>
              <a:chOff x="5948484" y="1757484"/>
              <a:chExt cx="218862" cy="21886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957242" y="176622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948484" y="175748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271260" y="1737360"/>
              <a:ext cx="11982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Settings Panel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5070" y="1960245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参数调节 · 日志查看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01000" y="1581150"/>
              <a:ext cx="18859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135109" y="1758545"/>
              <a:ext cx="230781" cy="225184"/>
              <a:chOff x="8135109" y="1758545"/>
              <a:chExt cx="230781" cy="22518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141020" y="1758561"/>
                <a:ext cx="207647" cy="212846"/>
              </a:xfrm>
              <a:custGeom>
                <a:avLst/>
                <a:gdLst/>
                <a:ahLst/>
                <a:cxnLst/>
                <a:rect l="l" t="t" r="r" b="b"/>
                <a:pathLst>
                  <a:path w="207647" h="212846">
                    <a:moveTo>
                      <a:pt x="207643" y="108339"/>
                    </a:moveTo>
                    <a:cubicBezTo>
                      <a:pt x="207647" y="144088"/>
                      <a:pt x="188571" y="177120"/>
                      <a:pt x="157605" y="194983"/>
                    </a:cubicBezTo>
                    <a:cubicBezTo>
                      <a:pt x="126640" y="212846"/>
                      <a:pt x="88495" y="212823"/>
                      <a:pt x="57551" y="194923"/>
                    </a:cubicBezTo>
                    <a:lnTo>
                      <a:pt x="57551" y="194923"/>
                    </a:lnTo>
                    <a:lnTo>
                      <a:pt x="18598" y="207914"/>
                    </a:lnTo>
                    <a:cubicBezTo>
                      <a:pt x="15603" y="208913"/>
                      <a:pt x="12301" y="208134"/>
                      <a:pt x="10068" y="205901"/>
                    </a:cubicBezTo>
                    <a:cubicBezTo>
                      <a:pt x="7836" y="203669"/>
                      <a:pt x="7056" y="200366"/>
                      <a:pt x="8055" y="197371"/>
                    </a:cubicBezTo>
                    <a:lnTo>
                      <a:pt x="21046" y="158419"/>
                    </a:lnTo>
                    <a:lnTo>
                      <a:pt x="21046" y="158419"/>
                    </a:lnTo>
                    <a:cubicBezTo>
                      <a:pt x="0" y="122015"/>
                      <a:pt x="3972" y="76335"/>
                      <a:pt x="30986" y="44110"/>
                    </a:cubicBezTo>
                    <a:cubicBezTo>
                      <a:pt x="58000" y="11885"/>
                      <a:pt x="102286" y="0"/>
                      <a:pt x="141804" y="14368"/>
                    </a:cubicBezTo>
                    <a:cubicBezTo>
                      <a:pt x="181323" y="28737"/>
                      <a:pt x="207634" y="66290"/>
                      <a:pt x="207643" y="108339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35109" y="1758545"/>
                <a:ext cx="230781" cy="225184"/>
              </a:xfrm>
              <a:custGeom>
                <a:avLst/>
                <a:gdLst/>
                <a:ahLst/>
                <a:cxnLst/>
                <a:rect l="l" t="t" r="r" b="b"/>
                <a:pathLst>
                  <a:path w="230781" h="225184">
                    <a:moveTo>
                      <a:pt x="113541" y="8"/>
                    </a:moveTo>
                    <a:cubicBezTo>
                      <a:pt x="75492" y="0"/>
                      <a:pt x="40226" y="19951"/>
                      <a:pt x="20635" y="52570"/>
                    </a:cubicBezTo>
                    <a:cubicBezTo>
                      <a:pt x="1045" y="85189"/>
                      <a:pt x="0" y="125693"/>
                      <a:pt x="17883" y="159278"/>
                    </a:cubicBezTo>
                    <a:lnTo>
                      <a:pt x="6059" y="194751"/>
                    </a:lnTo>
                    <a:cubicBezTo>
                      <a:pt x="4061" y="200742"/>
                      <a:pt x="5620" y="207346"/>
                      <a:pt x="10085" y="211811"/>
                    </a:cubicBezTo>
                    <a:cubicBezTo>
                      <a:pt x="14550" y="216276"/>
                      <a:pt x="21155" y="217835"/>
                      <a:pt x="27145" y="215837"/>
                    </a:cubicBezTo>
                    <a:lnTo>
                      <a:pt x="62618" y="204013"/>
                    </a:lnTo>
                    <a:cubicBezTo>
                      <a:pt x="102422" y="225184"/>
                      <a:pt x="151176" y="219494"/>
                      <a:pt x="185035" y="189727"/>
                    </a:cubicBezTo>
                    <a:cubicBezTo>
                      <a:pt x="218894" y="159960"/>
                      <a:pt x="230781" y="112336"/>
                      <a:pt x="214884" y="70148"/>
                    </a:cubicBezTo>
                    <a:cubicBezTo>
                      <a:pt x="198986" y="27961"/>
                      <a:pt x="158625" y="27"/>
                      <a:pt x="113541" y="8"/>
                    </a:cubicBezTo>
                    <a:close/>
                    <a:moveTo>
                      <a:pt x="113541" y="200033"/>
                    </a:moveTo>
                    <a:cubicBezTo>
                      <a:pt x="97424" y="200044"/>
                      <a:pt x="81590" y="195800"/>
                      <a:pt x="67640" y="187730"/>
                    </a:cubicBezTo>
                    <a:cubicBezTo>
                      <a:pt x="66373" y="186995"/>
                      <a:pt x="64936" y="186607"/>
                      <a:pt x="63472" y="186605"/>
                    </a:cubicBezTo>
                    <a:cubicBezTo>
                      <a:pt x="62576" y="186605"/>
                      <a:pt x="61685" y="186753"/>
                      <a:pt x="60837" y="187042"/>
                    </a:cubicBezTo>
                    <a:lnTo>
                      <a:pt x="21863" y="200033"/>
                    </a:lnTo>
                    <a:lnTo>
                      <a:pt x="34854" y="161070"/>
                    </a:lnTo>
                    <a:cubicBezTo>
                      <a:pt x="35612" y="158805"/>
                      <a:pt x="35361" y="156324"/>
                      <a:pt x="34167" y="154257"/>
                    </a:cubicBezTo>
                    <a:cubicBezTo>
                      <a:pt x="13389" y="118334"/>
                      <a:pt x="19333" y="72933"/>
                      <a:pt x="48659" y="43570"/>
                    </a:cubicBezTo>
                    <a:cubicBezTo>
                      <a:pt x="77985" y="14207"/>
                      <a:pt x="123378" y="8205"/>
                      <a:pt x="159327" y="28938"/>
                    </a:cubicBezTo>
                    <a:cubicBezTo>
                      <a:pt x="195277" y="49670"/>
                      <a:pt x="212816" y="91966"/>
                      <a:pt x="202088" y="132055"/>
                    </a:cubicBezTo>
                    <a:cubicBezTo>
                      <a:pt x="191360" y="172144"/>
                      <a:pt x="155040" y="200026"/>
                      <a:pt x="113541" y="200033"/>
                    </a:cubicBezTo>
                    <a:close/>
                    <a:moveTo>
                      <a:pt x="126043" y="108355"/>
                    </a:moveTo>
                    <a:cubicBezTo>
                      <a:pt x="126043" y="115260"/>
                      <a:pt x="120446" y="120857"/>
                      <a:pt x="113541" y="120857"/>
                    </a:cubicBezTo>
                    <a:cubicBezTo>
                      <a:pt x="106637" y="120857"/>
                      <a:pt x="101040" y="115260"/>
                      <a:pt x="101040" y="108355"/>
                    </a:cubicBezTo>
                    <a:cubicBezTo>
                      <a:pt x="101040" y="101451"/>
                      <a:pt x="106637" y="95854"/>
                      <a:pt x="113541" y="95854"/>
                    </a:cubicBezTo>
                    <a:cubicBezTo>
                      <a:pt x="120446" y="95854"/>
                      <a:pt x="126043" y="101451"/>
                      <a:pt x="126043" y="108355"/>
                    </a:cubicBezTo>
                    <a:close/>
                    <a:moveTo>
                      <a:pt x="80204" y="108355"/>
                    </a:moveTo>
                    <a:cubicBezTo>
                      <a:pt x="80204" y="115260"/>
                      <a:pt x="74606" y="120857"/>
                      <a:pt x="67702" y="120857"/>
                    </a:cubicBezTo>
                    <a:cubicBezTo>
                      <a:pt x="60798" y="120857"/>
                      <a:pt x="55200" y="115260"/>
                      <a:pt x="55200" y="108355"/>
                    </a:cubicBezTo>
                    <a:cubicBezTo>
                      <a:pt x="55200" y="101451"/>
                      <a:pt x="60798" y="95854"/>
                      <a:pt x="67702" y="95854"/>
                    </a:cubicBezTo>
                    <a:cubicBezTo>
                      <a:pt x="74606" y="95854"/>
                      <a:pt x="80204" y="101451"/>
                      <a:pt x="80204" y="108355"/>
                    </a:cubicBezTo>
                    <a:close/>
                    <a:moveTo>
                      <a:pt x="171882" y="108355"/>
                    </a:moveTo>
                    <a:cubicBezTo>
                      <a:pt x="171882" y="115260"/>
                      <a:pt x="166285" y="120857"/>
                      <a:pt x="159380" y="120857"/>
                    </a:cubicBezTo>
                    <a:cubicBezTo>
                      <a:pt x="152476" y="120857"/>
                      <a:pt x="146879" y="115260"/>
                      <a:pt x="146879" y="108355"/>
                    </a:cubicBezTo>
                    <a:cubicBezTo>
                      <a:pt x="146879" y="101451"/>
                      <a:pt x="152476" y="95854"/>
                      <a:pt x="159380" y="95854"/>
                    </a:cubicBezTo>
                    <a:cubicBezTo>
                      <a:pt x="166285" y="95854"/>
                      <a:pt x="171882" y="101451"/>
                      <a:pt x="171882" y="108355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462010" y="1737360"/>
              <a:ext cx="101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Chat Display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65820" y="1960245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流式渲染 · 来源展开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62000" y="2552700"/>
            <a:ext cx="9239250" cy="1143000"/>
            <a:chOff x="762000" y="2552700"/>
            <a:chExt cx="9239250" cy="1143000"/>
          </a:xfrm>
        </p:grpSpPr>
        <p:sp>
          <p:nvSpPr>
            <p:cNvPr id="50" name="Rectangle 50"/>
            <p:cNvSpPr/>
            <p:nvPr/>
          </p:nvSpPr>
          <p:spPr>
            <a:xfrm>
              <a:off x="762000" y="2552700"/>
              <a:ext cx="381000" cy="1143000"/>
            </a:xfrm>
            <a:prstGeom prst="roundRect">
              <a:avLst>
                <a:gd name="adj" fmla="val 15000"/>
              </a:avLst>
            </a:prstGeom>
            <a:solidFill>
              <a:srgbClr val="7C5CFC">
                <a:alpha val="25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1392" y="30546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257300" y="2552700"/>
              <a:ext cx="8743950" cy="1143000"/>
            </a:xfrm>
            <a:prstGeom prst="roundRect">
              <a:avLst>
                <a:gd name="adj" fmla="val 8333"/>
              </a:avLst>
            </a:prstGeom>
            <a:solidFill>
              <a:srgbClr val="131837">
                <a:alpha val="50000"/>
              </a:srgbClr>
            </a:solidFill>
            <a:ln w="9525">
              <a:solidFill>
                <a:srgbClr val="2A2E45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339475" y="2692241"/>
              <a:ext cx="2579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7C5CFC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AGENT LAYER · 代理层 — LANGGRAPH REACT AGENT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428750" y="2914650"/>
              <a:ext cx="20002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1551377" y="3087865"/>
              <a:ext cx="250039" cy="216736"/>
              <a:chOff x="1551377" y="3087865"/>
              <a:chExt cx="250039" cy="21673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559674" y="3100388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551377" y="3087865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889760" y="3070860"/>
              <a:ext cx="10050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ReAct Agent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893570" y="3293745"/>
              <a:ext cx="14870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create_react_agent 编排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619500" y="2914650"/>
              <a:ext cx="20002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3749323" y="3082533"/>
              <a:ext cx="226993" cy="227033"/>
              <a:chOff x="3749323" y="3082533"/>
              <a:chExt cx="226993" cy="22703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3767138" y="3100388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166688" y="83344"/>
                    </a:moveTo>
                    <a:cubicBezTo>
                      <a:pt x="166688" y="129373"/>
                      <a:pt x="129373" y="166688"/>
                      <a:pt x="83344" y="166688"/>
                    </a:cubicBezTo>
                    <a:cubicBezTo>
                      <a:pt x="37314" y="166688"/>
                      <a:pt x="0" y="129373"/>
                      <a:pt x="0" y="83344"/>
                    </a:cubicBezTo>
                    <a:cubicBezTo>
                      <a:pt x="0" y="37314"/>
                      <a:pt x="37314" y="0"/>
                      <a:pt x="83344" y="0"/>
                    </a:cubicBezTo>
                    <a:cubicBezTo>
                      <a:pt x="129373" y="0"/>
                      <a:pt x="166688" y="37314"/>
                      <a:pt x="166688" y="83344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3749323" y="3082533"/>
                <a:ext cx="226993" cy="227033"/>
              </a:xfrm>
              <a:custGeom>
                <a:avLst/>
                <a:gdLst/>
                <a:ahLst/>
                <a:cxnLst/>
                <a:rect l="l" t="t" r="r" b="b"/>
                <a:pathLst>
                  <a:path w="226993" h="227033">
                    <a:moveTo>
                      <a:pt x="223737" y="211983"/>
                    </a:moveTo>
                    <a:lnTo>
                      <a:pt x="171584" y="159831"/>
                    </a:lnTo>
                    <a:cubicBezTo>
                      <a:pt x="203047" y="122096"/>
                      <a:pt x="199265" y="66288"/>
                      <a:pt x="162997" y="33144"/>
                    </a:cubicBezTo>
                    <a:cubicBezTo>
                      <a:pt x="126729" y="0"/>
                      <a:pt x="70807" y="1245"/>
                      <a:pt x="36051" y="35971"/>
                    </a:cubicBezTo>
                    <a:cubicBezTo>
                      <a:pt x="1295" y="70696"/>
                      <a:pt x="0" y="126618"/>
                      <a:pt x="33112" y="162914"/>
                    </a:cubicBezTo>
                    <a:cubicBezTo>
                      <a:pt x="66224" y="199211"/>
                      <a:pt x="122028" y="203043"/>
                      <a:pt x="159791" y="171613"/>
                    </a:cubicBezTo>
                    <a:lnTo>
                      <a:pt x="211943" y="223776"/>
                    </a:lnTo>
                    <a:cubicBezTo>
                      <a:pt x="215200" y="227033"/>
                      <a:pt x="220480" y="227033"/>
                      <a:pt x="223737" y="223776"/>
                    </a:cubicBezTo>
                    <a:cubicBezTo>
                      <a:pt x="226993" y="220520"/>
                      <a:pt x="226993" y="215240"/>
                      <a:pt x="223737" y="211983"/>
                    </a:cubicBezTo>
                    <a:close/>
                    <a:moveTo>
                      <a:pt x="26149" y="101198"/>
                    </a:moveTo>
                    <a:cubicBezTo>
                      <a:pt x="26149" y="59772"/>
                      <a:pt x="59732" y="26189"/>
                      <a:pt x="101159" y="26189"/>
                    </a:cubicBezTo>
                    <a:cubicBezTo>
                      <a:pt x="142585" y="26189"/>
                      <a:pt x="176168" y="59772"/>
                      <a:pt x="176168" y="101198"/>
                    </a:cubicBezTo>
                    <a:cubicBezTo>
                      <a:pt x="176168" y="142625"/>
                      <a:pt x="142585" y="176208"/>
                      <a:pt x="101159" y="176208"/>
                    </a:cubicBezTo>
                    <a:cubicBezTo>
                      <a:pt x="59751" y="176162"/>
                      <a:pt x="26195" y="142606"/>
                      <a:pt x="26149" y="101198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4080510" y="3070860"/>
              <a:ext cx="11982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Retriever Tool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084320" y="32937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10250" y="2914650"/>
              <a:ext cx="20002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5948099" y="3090427"/>
              <a:ext cx="218148" cy="218320"/>
              <a:chOff x="5948099" y="3090427"/>
              <a:chExt cx="218148" cy="21832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5948099" y="3090427"/>
                <a:ext cx="200437" cy="190931"/>
              </a:xfrm>
              <a:custGeom>
                <a:avLst/>
                <a:gdLst/>
                <a:ahLst/>
                <a:cxnLst/>
                <a:rect l="l" t="t" r="r" b="b"/>
                <a:pathLst>
                  <a:path w="200437" h="190931">
                    <a:moveTo>
                      <a:pt x="200437" y="152384"/>
                    </a:moveTo>
                    <a:cubicBezTo>
                      <a:pt x="193248" y="167708"/>
                      <a:pt x="182304" y="180968"/>
                      <a:pt x="168620" y="190931"/>
                    </a:cubicBezTo>
                    <a:lnTo>
                      <a:pt x="158869" y="181169"/>
                    </a:lnTo>
                    <a:cubicBezTo>
                      <a:pt x="157824" y="180120"/>
                      <a:pt x="156519" y="179369"/>
                      <a:pt x="155087" y="178992"/>
                    </a:cubicBezTo>
                    <a:lnTo>
                      <a:pt x="132720" y="173095"/>
                    </a:lnTo>
                    <a:cubicBezTo>
                      <a:pt x="128615" y="172015"/>
                      <a:pt x="125977" y="168023"/>
                      <a:pt x="126594" y="163823"/>
                    </a:cubicBezTo>
                    <a:lnTo>
                      <a:pt x="129074" y="146946"/>
                    </a:lnTo>
                    <a:cubicBezTo>
                      <a:pt x="129500" y="144050"/>
                      <a:pt x="131414" y="141591"/>
                      <a:pt x="134116" y="140466"/>
                    </a:cubicBezTo>
                    <a:lnTo>
                      <a:pt x="165849" y="127277"/>
                    </a:lnTo>
                    <a:cubicBezTo>
                      <a:pt x="168842" y="126035"/>
                      <a:pt x="172284" y="126640"/>
                      <a:pt x="174673" y="128829"/>
                    </a:cubicBezTo>
                    <a:close/>
                    <a:moveTo>
                      <a:pt x="143023" y="86011"/>
                    </a:moveTo>
                    <a:lnTo>
                      <a:pt x="166120" y="59133"/>
                    </a:lnTo>
                    <a:cubicBezTo>
                      <a:pt x="167419" y="57626"/>
                      <a:pt x="168135" y="55705"/>
                      <a:pt x="168141" y="53716"/>
                    </a:cubicBezTo>
                    <a:lnTo>
                      <a:pt x="168141" y="28712"/>
                    </a:lnTo>
                    <a:cubicBezTo>
                      <a:pt x="128220" y="0"/>
                      <a:pt x="73349" y="4569"/>
                      <a:pt x="38725" y="39488"/>
                    </a:cubicBezTo>
                    <a:cubicBezTo>
                      <a:pt x="4102" y="74407"/>
                      <a:pt x="0" y="129315"/>
                      <a:pt x="29051" y="168990"/>
                    </a:cubicBezTo>
                    <a:lnTo>
                      <a:pt x="39385" y="162198"/>
                    </a:lnTo>
                    <a:cubicBezTo>
                      <a:pt x="41710" y="160662"/>
                      <a:pt x="43113" y="158066"/>
                      <a:pt x="43126" y="155280"/>
                    </a:cubicBezTo>
                    <a:lnTo>
                      <a:pt x="43344" y="117536"/>
                    </a:lnTo>
                    <a:cubicBezTo>
                      <a:pt x="43356" y="115900"/>
                      <a:pt x="43844" y="114303"/>
                      <a:pt x="44751" y="112942"/>
                    </a:cubicBezTo>
                    <a:lnTo>
                      <a:pt x="66566" y="80333"/>
                    </a:lnTo>
                    <a:cubicBezTo>
                      <a:pt x="67830" y="78457"/>
                      <a:pt x="69802" y="77176"/>
                      <a:pt x="72030" y="76783"/>
                    </a:cubicBezTo>
                    <a:cubicBezTo>
                      <a:pt x="74258" y="76390"/>
                      <a:pt x="76550" y="76919"/>
                      <a:pt x="78380" y="78250"/>
                    </a:cubicBezTo>
                    <a:lnTo>
                      <a:pt x="99018" y="91793"/>
                    </a:lnTo>
                    <a:cubicBezTo>
                      <a:pt x="100756" y="93045"/>
                      <a:pt x="102906" y="93585"/>
                      <a:pt x="105029" y="93304"/>
                    </a:cubicBezTo>
                    <a:lnTo>
                      <a:pt x="137804" y="88866"/>
                    </a:lnTo>
                    <a:cubicBezTo>
                      <a:pt x="139836" y="88589"/>
                      <a:pt x="141694" y="87572"/>
                      <a:pt x="143023" y="86011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949553" y="309205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16669"/>
                    </a:moveTo>
                    <a:cubicBezTo>
                      <a:pt x="126109" y="16650"/>
                      <a:pt x="143490" y="21821"/>
                      <a:pt x="158353" y="31546"/>
                    </a:cubicBezTo>
                    <a:lnTo>
                      <a:pt x="158353" y="52090"/>
                    </a:lnTo>
                    <a:lnTo>
                      <a:pt x="135256" y="78906"/>
                    </a:lnTo>
                    <a:lnTo>
                      <a:pt x="102471" y="83344"/>
                    </a:lnTo>
                    <a:lnTo>
                      <a:pt x="102148" y="83115"/>
                    </a:lnTo>
                    <a:lnTo>
                      <a:pt x="81656" y="69717"/>
                    </a:lnTo>
                    <a:cubicBezTo>
                      <a:pt x="77986" y="67132"/>
                      <a:pt x="73428" y="66136"/>
                      <a:pt x="69014" y="66956"/>
                    </a:cubicBezTo>
                    <a:cubicBezTo>
                      <a:pt x="64599" y="67775"/>
                      <a:pt x="60703" y="70341"/>
                      <a:pt x="58205" y="74072"/>
                    </a:cubicBezTo>
                    <a:lnTo>
                      <a:pt x="36390" y="106680"/>
                    </a:lnTo>
                    <a:cubicBezTo>
                      <a:pt x="34573" y="109397"/>
                      <a:pt x="33594" y="112589"/>
                      <a:pt x="33577" y="115858"/>
                    </a:cubicBezTo>
                    <a:lnTo>
                      <a:pt x="33338" y="153603"/>
                    </a:lnTo>
                    <a:lnTo>
                      <a:pt x="29931" y="155842"/>
                    </a:lnTo>
                    <a:cubicBezTo>
                      <a:pt x="12784" y="127533"/>
                      <a:pt x="12227" y="92179"/>
                      <a:pt x="28474" y="63344"/>
                    </a:cubicBezTo>
                    <a:cubicBezTo>
                      <a:pt x="44721" y="34508"/>
                      <a:pt x="75249" y="16669"/>
                      <a:pt x="108347" y="16669"/>
                    </a:cubicBezTo>
                    <a:close/>
                    <a:moveTo>
                      <a:pt x="39890" y="169261"/>
                    </a:moveTo>
                    <a:lnTo>
                      <a:pt x="42516" y="167542"/>
                    </a:lnTo>
                    <a:cubicBezTo>
                      <a:pt x="47172" y="164471"/>
                      <a:pt x="49983" y="159274"/>
                      <a:pt x="50006" y="153696"/>
                    </a:cubicBezTo>
                    <a:lnTo>
                      <a:pt x="50225" y="115952"/>
                    </a:lnTo>
                    <a:lnTo>
                      <a:pt x="72061" y="83344"/>
                    </a:lnTo>
                    <a:cubicBezTo>
                      <a:pt x="72168" y="83426"/>
                      <a:pt x="72279" y="83503"/>
                      <a:pt x="72394" y="83573"/>
                    </a:cubicBezTo>
                    <a:lnTo>
                      <a:pt x="92887" y="96981"/>
                    </a:lnTo>
                    <a:cubicBezTo>
                      <a:pt x="96321" y="99405"/>
                      <a:pt x="100546" y="100436"/>
                      <a:pt x="104711" y="99867"/>
                    </a:cubicBezTo>
                    <a:lnTo>
                      <a:pt x="137517" y="95418"/>
                    </a:lnTo>
                    <a:cubicBezTo>
                      <a:pt x="141563" y="94878"/>
                      <a:pt x="145270" y="92873"/>
                      <a:pt x="147935" y="89782"/>
                    </a:cubicBezTo>
                    <a:lnTo>
                      <a:pt x="171032" y="62945"/>
                    </a:lnTo>
                    <a:cubicBezTo>
                      <a:pt x="173615" y="59919"/>
                      <a:pt x="175030" y="56069"/>
                      <a:pt x="175022" y="52090"/>
                    </a:cubicBezTo>
                    <a:lnTo>
                      <a:pt x="175022" y="45495"/>
                    </a:lnTo>
                    <a:cubicBezTo>
                      <a:pt x="197983" y="69787"/>
                      <a:pt x="205878" y="104663"/>
                      <a:pt x="195618" y="136475"/>
                    </a:cubicBezTo>
                    <a:lnTo>
                      <a:pt x="178804" y="121098"/>
                    </a:lnTo>
                    <a:cubicBezTo>
                      <a:pt x="174031" y="116718"/>
                      <a:pt x="167153" y="115499"/>
                      <a:pt x="161166" y="117973"/>
                    </a:cubicBezTo>
                    <a:lnTo>
                      <a:pt x="129433" y="131152"/>
                    </a:lnTo>
                    <a:cubicBezTo>
                      <a:pt x="124036" y="133417"/>
                      <a:pt x="120213" y="138334"/>
                      <a:pt x="119348" y="144122"/>
                    </a:cubicBezTo>
                    <a:lnTo>
                      <a:pt x="116858" y="160989"/>
                    </a:lnTo>
                    <a:cubicBezTo>
                      <a:pt x="115619" y="169395"/>
                      <a:pt x="120901" y="177388"/>
                      <a:pt x="129120" y="179543"/>
                    </a:cubicBezTo>
                    <a:lnTo>
                      <a:pt x="151477" y="185440"/>
                    </a:lnTo>
                    <a:lnTo>
                      <a:pt x="153936" y="187909"/>
                    </a:lnTo>
                    <a:cubicBezTo>
                      <a:pt x="116304" y="209500"/>
                      <a:pt x="68685" y="201714"/>
                      <a:pt x="39890" y="169261"/>
                    </a:cubicBezTo>
                    <a:close/>
                    <a:moveTo>
                      <a:pt x="167729" y="178147"/>
                    </a:moveTo>
                    <a:lnTo>
                      <a:pt x="163250" y="173657"/>
                    </a:lnTo>
                    <a:cubicBezTo>
                      <a:pt x="161160" y="171560"/>
                      <a:pt x="158549" y="170056"/>
                      <a:pt x="155686" y="169302"/>
                    </a:cubicBezTo>
                    <a:lnTo>
                      <a:pt x="133350" y="163406"/>
                    </a:lnTo>
                    <a:lnTo>
                      <a:pt x="135840" y="146539"/>
                    </a:lnTo>
                    <a:lnTo>
                      <a:pt x="167563" y="133350"/>
                    </a:lnTo>
                    <a:lnTo>
                      <a:pt x="188565" y="152602"/>
                    </a:lnTo>
                    <a:cubicBezTo>
                      <a:pt x="183212" y="162301"/>
                      <a:pt x="176154" y="170954"/>
                      <a:pt x="167729" y="178147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271260" y="3070860"/>
              <a:ext cx="1324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Web Search Tool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75070" y="3293745"/>
              <a:ext cx="13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DuckDuckGo · 智能回退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001000" y="2914650"/>
              <a:ext cx="18859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127200" y="3089547"/>
              <a:ext cx="241505" cy="221974"/>
              <a:chOff x="8127200" y="3089547"/>
              <a:chExt cx="241505" cy="22197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8211208" y="3150519"/>
                <a:ext cx="148955" cy="152791"/>
              </a:xfrm>
              <a:custGeom>
                <a:avLst/>
                <a:gdLst/>
                <a:ahLst/>
                <a:cxnLst/>
                <a:rect l="l" t="t" r="r" b="b"/>
                <a:pathLst>
                  <a:path w="148955" h="152791">
                    <a:moveTo>
                      <a:pt x="145539" y="141914"/>
                    </a:moveTo>
                    <a:cubicBezTo>
                      <a:pt x="146164" y="144097"/>
                      <a:pt x="145556" y="146448"/>
                      <a:pt x="143950" y="148054"/>
                    </a:cubicBezTo>
                    <a:cubicBezTo>
                      <a:pt x="142344" y="149661"/>
                      <a:pt x="139993" y="150269"/>
                      <a:pt x="137809" y="149644"/>
                    </a:cubicBezTo>
                    <a:lnTo>
                      <a:pt x="106690" y="140757"/>
                    </a:lnTo>
                    <a:cubicBezTo>
                      <a:pt x="87373" y="151275"/>
                      <a:pt x="64413" y="152791"/>
                      <a:pt x="43881" y="144903"/>
                    </a:cubicBezTo>
                    <a:cubicBezTo>
                      <a:pt x="23348" y="137016"/>
                      <a:pt x="7308" y="120519"/>
                      <a:pt x="0" y="99773"/>
                    </a:cubicBezTo>
                    <a:lnTo>
                      <a:pt x="0" y="99773"/>
                    </a:lnTo>
                    <a:cubicBezTo>
                      <a:pt x="1354" y="99846"/>
                      <a:pt x="2719" y="99887"/>
                      <a:pt x="4094" y="99887"/>
                    </a:cubicBezTo>
                    <a:cubicBezTo>
                      <a:pt x="28423" y="99889"/>
                      <a:pt x="51241" y="88092"/>
                      <a:pt x="65305" y="68241"/>
                    </a:cubicBezTo>
                    <a:cubicBezTo>
                      <a:pt x="79369" y="48390"/>
                      <a:pt x="82932" y="22951"/>
                      <a:pt x="74864" y="0"/>
                    </a:cubicBezTo>
                    <a:lnTo>
                      <a:pt x="74864" y="0"/>
                    </a:lnTo>
                    <a:cubicBezTo>
                      <a:pt x="100568" y="1403"/>
                      <a:pt x="123758" y="15890"/>
                      <a:pt x="136293" y="38375"/>
                    </a:cubicBezTo>
                    <a:cubicBezTo>
                      <a:pt x="148827" y="60861"/>
                      <a:pt x="148955" y="88204"/>
                      <a:pt x="136632" y="110806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127200" y="3089547"/>
                <a:ext cx="241505" cy="221974"/>
              </a:xfrm>
              <a:custGeom>
                <a:avLst/>
                <a:gdLst/>
                <a:ahLst/>
                <a:cxnLst/>
                <a:rect l="l" t="t" r="r" b="b"/>
                <a:pathLst>
                  <a:path w="241505" h="221974">
                    <a:moveTo>
                      <a:pt x="229578" y="172663"/>
                    </a:moveTo>
                    <a:cubicBezTo>
                      <a:pt x="241505" y="148418"/>
                      <a:pt x="240939" y="119896"/>
                      <a:pt x="228059" y="96144"/>
                    </a:cubicBezTo>
                    <a:cubicBezTo>
                      <a:pt x="215179" y="72392"/>
                      <a:pt x="191584" y="56357"/>
                      <a:pt x="164758" y="53127"/>
                    </a:cubicBezTo>
                    <a:cubicBezTo>
                      <a:pt x="152822" y="25303"/>
                      <a:pt x="126735" y="6140"/>
                      <a:pt x="96615" y="3070"/>
                    </a:cubicBezTo>
                    <a:cubicBezTo>
                      <a:pt x="66494" y="0"/>
                      <a:pt x="37078" y="13506"/>
                      <a:pt x="19774" y="38350"/>
                    </a:cubicBezTo>
                    <a:cubicBezTo>
                      <a:pt x="2470" y="63194"/>
                      <a:pt x="0" y="95469"/>
                      <a:pt x="13322" y="122657"/>
                    </a:cubicBezTo>
                    <a:lnTo>
                      <a:pt x="5342" y="150598"/>
                    </a:lnTo>
                    <a:cubicBezTo>
                      <a:pt x="3892" y="155688"/>
                      <a:pt x="5313" y="161164"/>
                      <a:pt x="9056" y="164907"/>
                    </a:cubicBezTo>
                    <a:cubicBezTo>
                      <a:pt x="12798" y="168650"/>
                      <a:pt x="18275" y="170071"/>
                      <a:pt x="23365" y="168621"/>
                    </a:cubicBezTo>
                    <a:lnTo>
                      <a:pt x="51306" y="160641"/>
                    </a:lnTo>
                    <a:cubicBezTo>
                      <a:pt x="59737" y="164780"/>
                      <a:pt x="68807" y="167468"/>
                      <a:pt x="78132" y="168590"/>
                    </a:cubicBezTo>
                    <a:cubicBezTo>
                      <a:pt x="87116" y="189638"/>
                      <a:pt x="104360" y="206066"/>
                      <a:pt x="125818" y="214020"/>
                    </a:cubicBezTo>
                    <a:cubicBezTo>
                      <a:pt x="147277" y="221974"/>
                      <a:pt x="171062" y="220754"/>
                      <a:pt x="191594" y="210647"/>
                    </a:cubicBezTo>
                    <a:lnTo>
                      <a:pt x="219535" y="218627"/>
                    </a:lnTo>
                    <a:cubicBezTo>
                      <a:pt x="224626" y="220077"/>
                      <a:pt x="230102" y="218656"/>
                      <a:pt x="233845" y="214913"/>
                    </a:cubicBezTo>
                    <a:cubicBezTo>
                      <a:pt x="237587" y="211171"/>
                      <a:pt x="239009" y="205694"/>
                      <a:pt x="237559" y="200604"/>
                    </a:cubicBezTo>
                    <a:close/>
                    <a:moveTo>
                      <a:pt x="52202" y="143389"/>
                    </a:moveTo>
                    <a:cubicBezTo>
                      <a:pt x="51427" y="143389"/>
                      <a:pt x="50656" y="143494"/>
                      <a:pt x="49910" y="143701"/>
                    </a:cubicBezTo>
                    <a:lnTo>
                      <a:pt x="22396" y="151567"/>
                    </a:lnTo>
                    <a:lnTo>
                      <a:pt x="30262" y="124053"/>
                    </a:lnTo>
                    <a:cubicBezTo>
                      <a:pt x="30851" y="121957"/>
                      <a:pt x="30597" y="119713"/>
                      <a:pt x="29553" y="117802"/>
                    </a:cubicBezTo>
                    <a:cubicBezTo>
                      <a:pt x="13711" y="88718"/>
                      <a:pt x="21639" y="52412"/>
                      <a:pt x="48162" y="32579"/>
                    </a:cubicBezTo>
                    <a:cubicBezTo>
                      <a:pt x="74686" y="12745"/>
                      <a:pt x="111751" y="15406"/>
                      <a:pt x="135170" y="38824"/>
                    </a:cubicBezTo>
                    <a:cubicBezTo>
                      <a:pt x="158588" y="62243"/>
                      <a:pt x="161249" y="99308"/>
                      <a:pt x="141415" y="125832"/>
                    </a:cubicBezTo>
                    <a:cubicBezTo>
                      <a:pt x="121582" y="152355"/>
                      <a:pt x="85276" y="160283"/>
                      <a:pt x="56192" y="144441"/>
                    </a:cubicBezTo>
                    <a:cubicBezTo>
                      <a:pt x="54972" y="143759"/>
                      <a:pt x="53600" y="143397"/>
                      <a:pt x="52202" y="143389"/>
                    </a:cubicBezTo>
                    <a:close/>
                    <a:moveTo>
                      <a:pt x="212639" y="174059"/>
                    </a:moveTo>
                    <a:lnTo>
                      <a:pt x="220504" y="201573"/>
                    </a:lnTo>
                    <a:lnTo>
                      <a:pt x="192990" y="193707"/>
                    </a:lnTo>
                    <a:cubicBezTo>
                      <a:pt x="190894" y="193118"/>
                      <a:pt x="188651" y="193372"/>
                      <a:pt x="186740" y="194416"/>
                    </a:cubicBezTo>
                    <a:cubicBezTo>
                      <a:pt x="154778" y="211804"/>
                      <a:pt x="114778" y="200386"/>
                      <a:pt x="96812" y="168746"/>
                    </a:cubicBezTo>
                    <a:cubicBezTo>
                      <a:pt x="119883" y="166343"/>
                      <a:pt x="140906" y="154426"/>
                      <a:pt x="154818" y="135865"/>
                    </a:cubicBezTo>
                    <a:cubicBezTo>
                      <a:pt x="168730" y="117304"/>
                      <a:pt x="174269" y="93781"/>
                      <a:pt x="170102" y="70963"/>
                    </a:cubicBezTo>
                    <a:cubicBezTo>
                      <a:pt x="190346" y="75734"/>
                      <a:pt x="207203" y="89677"/>
                      <a:pt x="215686" y="108667"/>
                    </a:cubicBezTo>
                    <a:cubicBezTo>
                      <a:pt x="224168" y="127657"/>
                      <a:pt x="223303" y="149517"/>
                      <a:pt x="213347" y="167777"/>
                    </a:cubicBezTo>
                    <a:cubicBezTo>
                      <a:pt x="212295" y="169697"/>
                      <a:pt x="212041" y="171953"/>
                      <a:pt x="212639" y="174059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8462010" y="3070860"/>
              <a:ext cx="13830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Memory Manager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465820" y="3293745"/>
              <a:ext cx="1451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BufferWindow · 多轮记忆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62000" y="3886200"/>
            <a:ext cx="9239250" cy="1143000"/>
            <a:chOff x="762000" y="3886200"/>
            <a:chExt cx="9239250" cy="1143000"/>
          </a:xfrm>
        </p:grpSpPr>
        <p:sp>
          <p:nvSpPr>
            <p:cNvPr id="79" name="Rectangle 79"/>
            <p:cNvSpPr/>
            <p:nvPr/>
          </p:nvSpPr>
          <p:spPr>
            <a:xfrm>
              <a:off x="762000" y="3886200"/>
              <a:ext cx="381000" cy="1143000"/>
            </a:xfrm>
            <a:prstGeom prst="roundRect">
              <a:avLst>
                <a:gd name="adj" fmla="val 15000"/>
              </a:avLst>
            </a:prstGeom>
            <a:solidFill>
              <a:srgbClr val="FF6B9D">
                <a:alpha val="20000"/>
              </a:srgbClr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31392" y="43881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B9D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257300" y="3886200"/>
              <a:ext cx="8743950" cy="1143000"/>
            </a:xfrm>
            <a:prstGeom prst="roundRect">
              <a:avLst>
                <a:gd name="adj" fmla="val 8333"/>
              </a:avLst>
            </a:prstGeom>
            <a:solidFill>
              <a:srgbClr val="131837">
                <a:alpha val="50000"/>
              </a:srgbClr>
            </a:solidFill>
            <a:ln w="9525">
              <a:solidFill>
                <a:srgbClr val="2A2E45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218185" y="4025741"/>
              <a:ext cx="28221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6B9D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STORAGE LAYER · 存储层 — PERSISTENCE &amp; EMBEDDING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428750" y="4248150"/>
              <a:ext cx="25717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1576388" y="4425553"/>
              <a:ext cx="200025" cy="216694"/>
              <a:chOff x="1576388" y="4425553"/>
              <a:chExt cx="200025" cy="216694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1584722" y="4433888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1576388" y="4425553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889760" y="440436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893570" y="4627245"/>
              <a:ext cx="2051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data/chroma_db/ 持久化 · 去重逻辑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4210050" y="4248150"/>
              <a:ext cx="257175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4341019" y="4417219"/>
              <a:ext cx="233362" cy="233362"/>
              <a:chOff x="4341019" y="4417219"/>
              <a:chExt cx="233362" cy="233362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4374356" y="4450556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158353" y="0"/>
                    </a:moveTo>
                    <a:lnTo>
                      <a:pt x="8334" y="0"/>
                    </a:lnTo>
                    <a:cubicBezTo>
                      <a:pt x="3731" y="0"/>
                      <a:pt x="0" y="3731"/>
                      <a:pt x="0" y="8334"/>
                    </a:cubicBezTo>
                    <a:lnTo>
                      <a:pt x="0" y="158353"/>
                    </a:lnTo>
                    <a:cubicBezTo>
                      <a:pt x="0" y="162956"/>
                      <a:pt x="3731" y="166688"/>
                      <a:pt x="8334" y="166688"/>
                    </a:cubicBezTo>
                    <a:lnTo>
                      <a:pt x="158353" y="166688"/>
                    </a:lnTo>
                    <a:cubicBezTo>
                      <a:pt x="162956" y="166688"/>
                      <a:pt x="166688" y="162956"/>
                      <a:pt x="166688" y="158353"/>
                    </a:cubicBezTo>
                    <a:lnTo>
                      <a:pt x="166688" y="8334"/>
                    </a:lnTo>
                    <a:cubicBezTo>
                      <a:pt x="166688" y="3731"/>
                      <a:pt x="162956" y="0"/>
                      <a:pt x="158353" y="0"/>
                    </a:cubicBezTo>
                    <a:close/>
                    <a:moveTo>
                      <a:pt x="108347" y="108347"/>
                    </a:moveTo>
                    <a:lnTo>
                      <a:pt x="58341" y="108347"/>
                    </a:lnTo>
                    <a:lnTo>
                      <a:pt x="58341" y="58341"/>
                    </a:lnTo>
                    <a:lnTo>
                      <a:pt x="108347" y="58341"/>
                    </a:ln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4341019" y="4417219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141684" y="83344"/>
                    </a:moveTo>
                    <a:lnTo>
                      <a:pt x="91678" y="83344"/>
                    </a:lnTo>
                    <a:cubicBezTo>
                      <a:pt x="87075" y="83344"/>
                      <a:pt x="83344" y="87075"/>
                      <a:pt x="83344" y="91678"/>
                    </a:cubicBezTo>
                    <a:lnTo>
                      <a:pt x="83344" y="141684"/>
                    </a:lnTo>
                    <a:cubicBezTo>
                      <a:pt x="83344" y="146287"/>
                      <a:pt x="87075" y="150019"/>
                      <a:pt x="91678" y="150019"/>
                    </a:cubicBezTo>
                    <a:lnTo>
                      <a:pt x="141684" y="150019"/>
                    </a:lnTo>
                    <a:cubicBezTo>
                      <a:pt x="146287" y="150019"/>
                      <a:pt x="150019" y="146287"/>
                      <a:pt x="150019" y="141684"/>
                    </a:cubicBezTo>
                    <a:lnTo>
                      <a:pt x="150019" y="91678"/>
                    </a:lnTo>
                    <a:cubicBezTo>
                      <a:pt x="150019" y="87075"/>
                      <a:pt x="146287" y="83344"/>
                      <a:pt x="141684" y="83344"/>
                    </a:cubicBezTo>
                    <a:close/>
                    <a:moveTo>
                      <a:pt x="133350" y="133350"/>
                    </a:moveTo>
                    <a:lnTo>
                      <a:pt x="100012" y="133350"/>
                    </a:lnTo>
                    <a:lnTo>
                      <a:pt x="100012" y="100012"/>
                    </a:lnTo>
                    <a:lnTo>
                      <a:pt x="133350" y="100012"/>
                    </a:lnTo>
                    <a:close/>
                    <a:moveTo>
                      <a:pt x="225028" y="133350"/>
                    </a:moveTo>
                    <a:lnTo>
                      <a:pt x="208359" y="133350"/>
                    </a:lnTo>
                    <a:lnTo>
                      <a:pt x="208359" y="100012"/>
                    </a:lnTo>
                    <a:lnTo>
                      <a:pt x="225028" y="100012"/>
                    </a:lnTo>
                    <a:cubicBezTo>
                      <a:pt x="229631" y="100012"/>
                      <a:pt x="233362" y="96281"/>
                      <a:pt x="233362" y="91678"/>
                    </a:cubicBezTo>
                    <a:cubicBezTo>
                      <a:pt x="233362" y="87075"/>
                      <a:pt x="229631" y="83344"/>
                      <a:pt x="225028" y="83344"/>
                    </a:cubicBezTo>
                    <a:lnTo>
                      <a:pt x="208359" y="83344"/>
                    </a:lnTo>
                    <a:lnTo>
                      <a:pt x="208359" y="41672"/>
                    </a:lnTo>
                    <a:cubicBezTo>
                      <a:pt x="208359" y="32466"/>
                      <a:pt x="200897" y="25003"/>
                      <a:pt x="191691" y="25003"/>
                    </a:cubicBezTo>
                    <a:lnTo>
                      <a:pt x="150019" y="25003"/>
                    </a:lnTo>
                    <a:lnTo>
                      <a:pt x="150019" y="8334"/>
                    </a:lnTo>
                    <a:cubicBezTo>
                      <a:pt x="150019" y="3731"/>
                      <a:pt x="146287" y="0"/>
                      <a:pt x="141684" y="0"/>
                    </a:cubicBezTo>
                    <a:cubicBezTo>
                      <a:pt x="137081" y="0"/>
                      <a:pt x="133350" y="3731"/>
                      <a:pt x="133350" y="8334"/>
                    </a:cubicBezTo>
                    <a:lnTo>
                      <a:pt x="133350" y="25003"/>
                    </a:lnTo>
                    <a:lnTo>
                      <a:pt x="100012" y="25003"/>
                    </a:lnTo>
                    <a:lnTo>
                      <a:pt x="100012" y="8334"/>
                    </a:lnTo>
                    <a:cubicBezTo>
                      <a:pt x="100012" y="3731"/>
                      <a:pt x="96281" y="0"/>
                      <a:pt x="91678" y="0"/>
                    </a:cubicBezTo>
                    <a:cubicBezTo>
                      <a:pt x="87075" y="0"/>
                      <a:pt x="83344" y="3731"/>
                      <a:pt x="83344" y="8334"/>
                    </a:cubicBezTo>
                    <a:lnTo>
                      <a:pt x="83344" y="25003"/>
                    </a:lnTo>
                    <a:lnTo>
                      <a:pt x="41672" y="25003"/>
                    </a:lnTo>
                    <a:cubicBezTo>
                      <a:pt x="32466" y="25003"/>
                      <a:pt x="25003" y="32466"/>
                      <a:pt x="25003" y="41672"/>
                    </a:cubicBezTo>
                    <a:lnTo>
                      <a:pt x="25003" y="83344"/>
                    </a:lnTo>
                    <a:lnTo>
                      <a:pt x="8334" y="83344"/>
                    </a:lnTo>
                    <a:cubicBezTo>
                      <a:pt x="3731" y="83344"/>
                      <a:pt x="0" y="87075"/>
                      <a:pt x="0" y="91678"/>
                    </a:cubicBezTo>
                    <a:cubicBezTo>
                      <a:pt x="0" y="96281"/>
                      <a:pt x="3731" y="100012"/>
                      <a:pt x="8334" y="100012"/>
                    </a:cubicBezTo>
                    <a:lnTo>
                      <a:pt x="25003" y="100012"/>
                    </a:lnTo>
                    <a:lnTo>
                      <a:pt x="25003" y="133350"/>
                    </a:lnTo>
                    <a:lnTo>
                      <a:pt x="8334" y="133350"/>
                    </a:lnTo>
                    <a:cubicBezTo>
                      <a:pt x="3731" y="133350"/>
                      <a:pt x="0" y="137081"/>
                      <a:pt x="0" y="141684"/>
                    </a:cubicBezTo>
                    <a:cubicBezTo>
                      <a:pt x="0" y="146287"/>
                      <a:pt x="3731" y="150019"/>
                      <a:pt x="8334" y="150019"/>
                    </a:cubicBezTo>
                    <a:lnTo>
                      <a:pt x="25003" y="150019"/>
                    </a:lnTo>
                    <a:lnTo>
                      <a:pt x="25003" y="191691"/>
                    </a:lnTo>
                    <a:cubicBezTo>
                      <a:pt x="25003" y="200897"/>
                      <a:pt x="32466" y="208359"/>
                      <a:pt x="41672" y="208359"/>
                    </a:cubicBezTo>
                    <a:lnTo>
                      <a:pt x="83344" y="208359"/>
                    </a:lnTo>
                    <a:lnTo>
                      <a:pt x="83344" y="225028"/>
                    </a:lnTo>
                    <a:cubicBezTo>
                      <a:pt x="83344" y="229631"/>
                      <a:pt x="87075" y="233362"/>
                      <a:pt x="91678" y="233362"/>
                    </a:cubicBezTo>
                    <a:cubicBezTo>
                      <a:pt x="96281" y="233362"/>
                      <a:pt x="100012" y="229631"/>
                      <a:pt x="100012" y="225028"/>
                    </a:cubicBezTo>
                    <a:lnTo>
                      <a:pt x="100012" y="208359"/>
                    </a:lnTo>
                    <a:lnTo>
                      <a:pt x="133350" y="208359"/>
                    </a:lnTo>
                    <a:lnTo>
                      <a:pt x="133350" y="225028"/>
                    </a:lnTo>
                    <a:cubicBezTo>
                      <a:pt x="133350" y="229631"/>
                      <a:pt x="137081" y="233362"/>
                      <a:pt x="141684" y="233362"/>
                    </a:cubicBezTo>
                    <a:cubicBezTo>
                      <a:pt x="146287" y="233362"/>
                      <a:pt x="150019" y="229631"/>
                      <a:pt x="150019" y="225028"/>
                    </a:cubicBezTo>
                    <a:lnTo>
                      <a:pt x="150019" y="208359"/>
                    </a:lnTo>
                    <a:lnTo>
                      <a:pt x="191691" y="208359"/>
                    </a:lnTo>
                    <a:cubicBezTo>
                      <a:pt x="200897" y="208359"/>
                      <a:pt x="208359" y="200897"/>
                      <a:pt x="208359" y="191691"/>
                    </a:cubicBezTo>
                    <a:lnTo>
                      <a:pt x="208359" y="150019"/>
                    </a:lnTo>
                    <a:lnTo>
                      <a:pt x="225028" y="150019"/>
                    </a:lnTo>
                    <a:cubicBezTo>
                      <a:pt x="229631" y="150019"/>
                      <a:pt x="233362" y="146287"/>
                      <a:pt x="233362" y="141684"/>
                    </a:cubicBezTo>
                    <a:cubicBezTo>
                      <a:pt x="233362" y="137081"/>
                      <a:pt x="229631" y="133350"/>
                      <a:pt x="225028" y="133350"/>
                    </a:cubicBezTo>
                    <a:close/>
                    <a:moveTo>
                      <a:pt x="191691" y="191691"/>
                    </a:moveTo>
                    <a:lnTo>
                      <a:pt x="41672" y="191691"/>
                    </a:lnTo>
                    <a:lnTo>
                      <a:pt x="41672" y="41672"/>
                    </a:lnTo>
                    <a:lnTo>
                      <a:pt x="191691" y="41672"/>
                    </a:lnTo>
                    <a:lnTo>
                      <a:pt x="191691" y="141549"/>
                    </a:lnTo>
                    <a:cubicBezTo>
                      <a:pt x="191691" y="141549"/>
                      <a:pt x="191691" y="141643"/>
                      <a:pt x="191691" y="141684"/>
                    </a:cubicBezTo>
                    <a:cubicBezTo>
                      <a:pt x="191691" y="141726"/>
                      <a:pt x="191691" y="141778"/>
                      <a:pt x="191691" y="141820"/>
                    </a:cubicBezTo>
                    <a:lnTo>
                      <a:pt x="191691" y="191691"/>
                    </a:ln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4671060" y="4404360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674870" y="4627245"/>
              <a:ext cx="21771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MiniLM-L12-v2 · 本地 CPU · HF Mirror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991350" y="4248150"/>
              <a:ext cx="2895600" cy="647700"/>
            </a:xfrm>
            <a:prstGeom prst="roundRect">
              <a:avLst>
                <a:gd name="adj" fmla="val 11765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134820" y="4425551"/>
              <a:ext cx="205061" cy="200027"/>
              <a:chOff x="7134820" y="4425551"/>
              <a:chExt cx="205061" cy="200027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264003" y="4433888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7134820" y="4425551"/>
                <a:ext cx="205061" cy="200027"/>
              </a:xfrm>
              <a:custGeom>
                <a:avLst/>
                <a:gdLst/>
                <a:ahLst/>
                <a:cxnLst/>
                <a:rect l="l" t="t" r="r" b="b"/>
                <a:pathLst>
                  <a:path w="205061" h="200027">
                    <a:moveTo>
                      <a:pt x="25003" y="125017"/>
                    </a:moveTo>
                    <a:lnTo>
                      <a:pt x="8334" y="125017"/>
                    </a:lnTo>
                    <a:cubicBezTo>
                      <a:pt x="3731" y="125017"/>
                      <a:pt x="0" y="128749"/>
                      <a:pt x="0" y="133352"/>
                    </a:cubicBezTo>
                    <a:lnTo>
                      <a:pt x="0" y="191692"/>
                    </a:lnTo>
                    <a:cubicBezTo>
                      <a:pt x="0" y="196295"/>
                      <a:pt x="3731" y="200027"/>
                      <a:pt x="8334" y="200027"/>
                    </a:cubicBezTo>
                    <a:lnTo>
                      <a:pt x="25003" y="200027"/>
                    </a:lnTo>
                    <a:cubicBezTo>
                      <a:pt x="45716" y="200027"/>
                      <a:pt x="62508" y="183235"/>
                      <a:pt x="62508" y="162522"/>
                    </a:cubicBezTo>
                    <a:cubicBezTo>
                      <a:pt x="62508" y="141809"/>
                      <a:pt x="45716" y="125017"/>
                      <a:pt x="25003" y="125017"/>
                    </a:cubicBezTo>
                    <a:close/>
                    <a:moveTo>
                      <a:pt x="25003" y="183358"/>
                    </a:moveTo>
                    <a:lnTo>
                      <a:pt x="16669" y="183358"/>
                    </a:lnTo>
                    <a:lnTo>
                      <a:pt x="16669" y="141686"/>
                    </a:lnTo>
                    <a:lnTo>
                      <a:pt x="25003" y="141686"/>
                    </a:lnTo>
                    <a:cubicBezTo>
                      <a:pt x="36510" y="141686"/>
                      <a:pt x="45839" y="151015"/>
                      <a:pt x="45839" y="162522"/>
                    </a:cubicBezTo>
                    <a:cubicBezTo>
                      <a:pt x="45839" y="174029"/>
                      <a:pt x="36510" y="183358"/>
                      <a:pt x="25003" y="183358"/>
                    </a:cubicBezTo>
                    <a:close/>
                    <a:moveTo>
                      <a:pt x="201619" y="178243"/>
                    </a:moveTo>
                    <a:cubicBezTo>
                      <a:pt x="204944" y="181425"/>
                      <a:pt x="205061" y="186700"/>
                      <a:pt x="201879" y="190025"/>
                    </a:cubicBezTo>
                    <a:cubicBezTo>
                      <a:pt x="196014" y="196339"/>
                      <a:pt x="187806" y="199957"/>
                      <a:pt x="179189" y="200027"/>
                    </a:cubicBezTo>
                    <a:cubicBezTo>
                      <a:pt x="160801" y="200027"/>
                      <a:pt x="145852" y="183202"/>
                      <a:pt x="145852" y="162522"/>
                    </a:cubicBezTo>
                    <a:cubicBezTo>
                      <a:pt x="145852" y="141842"/>
                      <a:pt x="160801" y="125017"/>
                      <a:pt x="179189" y="125017"/>
                    </a:cubicBezTo>
                    <a:cubicBezTo>
                      <a:pt x="187806" y="125087"/>
                      <a:pt x="196014" y="128705"/>
                      <a:pt x="201879" y="135019"/>
                    </a:cubicBezTo>
                    <a:cubicBezTo>
                      <a:pt x="204990" y="138355"/>
                      <a:pt x="204840" y="143571"/>
                      <a:pt x="201545" y="146724"/>
                    </a:cubicBezTo>
                    <a:cubicBezTo>
                      <a:pt x="198249" y="149877"/>
                      <a:pt x="193032" y="149795"/>
                      <a:pt x="189836" y="146541"/>
                    </a:cubicBezTo>
                    <a:cubicBezTo>
                      <a:pt x="187102" y="143532"/>
                      <a:pt x="183253" y="141777"/>
                      <a:pt x="179189" y="141686"/>
                    </a:cubicBezTo>
                    <a:cubicBezTo>
                      <a:pt x="170000" y="141686"/>
                      <a:pt x="162520" y="151062"/>
                      <a:pt x="162520" y="162522"/>
                    </a:cubicBezTo>
                    <a:cubicBezTo>
                      <a:pt x="162520" y="173982"/>
                      <a:pt x="170000" y="183358"/>
                      <a:pt x="179189" y="183358"/>
                    </a:cubicBezTo>
                    <a:cubicBezTo>
                      <a:pt x="183255" y="183274"/>
                      <a:pt x="187107" y="181518"/>
                      <a:pt x="189836" y="178503"/>
                    </a:cubicBezTo>
                    <a:cubicBezTo>
                      <a:pt x="193018" y="175178"/>
                      <a:pt x="198293" y="175061"/>
                      <a:pt x="201619" y="178243"/>
                    </a:cubicBezTo>
                    <a:close/>
                    <a:moveTo>
                      <a:pt x="104180" y="125017"/>
                    </a:moveTo>
                    <a:cubicBezTo>
                      <a:pt x="85802" y="125017"/>
                      <a:pt x="70842" y="141842"/>
                      <a:pt x="70842" y="162522"/>
                    </a:cubicBezTo>
                    <a:cubicBezTo>
                      <a:pt x="70842" y="183202"/>
                      <a:pt x="85802" y="200027"/>
                      <a:pt x="104180" y="200027"/>
                    </a:cubicBezTo>
                    <a:cubicBezTo>
                      <a:pt x="122557" y="200027"/>
                      <a:pt x="137517" y="183202"/>
                      <a:pt x="137517" y="162522"/>
                    </a:cubicBezTo>
                    <a:cubicBezTo>
                      <a:pt x="137517" y="141842"/>
                      <a:pt x="122557" y="125017"/>
                      <a:pt x="104180" y="125017"/>
                    </a:cubicBezTo>
                    <a:close/>
                    <a:moveTo>
                      <a:pt x="104180" y="183358"/>
                    </a:moveTo>
                    <a:cubicBezTo>
                      <a:pt x="94991" y="183358"/>
                      <a:pt x="87511" y="173982"/>
                      <a:pt x="87511" y="162522"/>
                    </a:cubicBezTo>
                    <a:cubicBezTo>
                      <a:pt x="87511" y="151062"/>
                      <a:pt x="94991" y="141686"/>
                      <a:pt x="104180" y="141686"/>
                    </a:cubicBezTo>
                    <a:cubicBezTo>
                      <a:pt x="113368" y="141686"/>
                      <a:pt x="120848" y="151062"/>
                      <a:pt x="120848" y="162522"/>
                    </a:cubicBezTo>
                    <a:cubicBezTo>
                      <a:pt x="120848" y="173982"/>
                      <a:pt x="113368" y="183358"/>
                      <a:pt x="104180" y="183358"/>
                    </a:cubicBezTo>
                    <a:close/>
                    <a:moveTo>
                      <a:pt x="20836" y="100014"/>
                    </a:moveTo>
                    <a:cubicBezTo>
                      <a:pt x="25439" y="100014"/>
                      <a:pt x="29170" y="96283"/>
                      <a:pt x="29170" y="91680"/>
                    </a:cubicBezTo>
                    <a:lnTo>
                      <a:pt x="29170" y="16670"/>
                    </a:lnTo>
                    <a:lnTo>
                      <a:pt x="120848" y="16670"/>
                    </a:lnTo>
                    <a:lnTo>
                      <a:pt x="120848" y="66677"/>
                    </a:lnTo>
                    <a:cubicBezTo>
                      <a:pt x="120848" y="71280"/>
                      <a:pt x="124580" y="75011"/>
                      <a:pt x="129183" y="75011"/>
                    </a:cubicBezTo>
                    <a:lnTo>
                      <a:pt x="179189" y="75011"/>
                    </a:lnTo>
                    <a:lnTo>
                      <a:pt x="179189" y="91680"/>
                    </a:lnTo>
                    <a:cubicBezTo>
                      <a:pt x="179189" y="96283"/>
                      <a:pt x="182920" y="100014"/>
                      <a:pt x="187523" y="100014"/>
                    </a:cubicBezTo>
                    <a:cubicBezTo>
                      <a:pt x="192126" y="100014"/>
                      <a:pt x="195858" y="96283"/>
                      <a:pt x="195858" y="91680"/>
                    </a:cubicBezTo>
                    <a:lnTo>
                      <a:pt x="195858" y="66677"/>
                    </a:lnTo>
                    <a:cubicBezTo>
                      <a:pt x="195860" y="64466"/>
                      <a:pt x="194983" y="62345"/>
                      <a:pt x="193420" y="60780"/>
                    </a:cubicBezTo>
                    <a:lnTo>
                      <a:pt x="135079" y="2440"/>
                    </a:lnTo>
                    <a:cubicBezTo>
                      <a:pt x="133515" y="877"/>
                      <a:pt x="131394" y="0"/>
                      <a:pt x="129183" y="2"/>
                    </a:cubicBezTo>
                    <a:lnTo>
                      <a:pt x="29170" y="2"/>
                    </a:lnTo>
                    <a:cubicBezTo>
                      <a:pt x="19964" y="2"/>
                      <a:pt x="12502" y="7465"/>
                      <a:pt x="12502" y="16670"/>
                    </a:cubicBezTo>
                    <a:lnTo>
                      <a:pt x="12502" y="91680"/>
                    </a:lnTo>
                    <a:cubicBezTo>
                      <a:pt x="12502" y="96283"/>
                      <a:pt x="16233" y="100014"/>
                      <a:pt x="20836" y="100014"/>
                    </a:cubicBezTo>
                    <a:close/>
                    <a:moveTo>
                      <a:pt x="137517" y="28453"/>
                    </a:moveTo>
                    <a:lnTo>
                      <a:pt x="167406" y="58342"/>
                    </a:lnTo>
                    <a:lnTo>
                      <a:pt x="137517" y="58342"/>
                    </a:ln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7452360" y="4404360"/>
              <a:ext cx="15930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FileLoader 文件系统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456170" y="4627245"/>
              <a:ext cx="23391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data/uploads/ · 7 种格式 · UUID 安全命名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762000" y="5200650"/>
            <a:ext cx="9239250" cy="1028700"/>
            <a:chOff x="762000" y="5200650"/>
            <a:chExt cx="9239250" cy="1028700"/>
          </a:xfrm>
        </p:grpSpPr>
        <p:sp>
          <p:nvSpPr>
            <p:cNvPr id="102" name="Rectangle 102"/>
            <p:cNvSpPr/>
            <p:nvPr/>
          </p:nvSpPr>
          <p:spPr>
            <a:xfrm>
              <a:off x="762000" y="5200650"/>
              <a:ext cx="381000" cy="1028700"/>
            </a:xfrm>
            <a:prstGeom prst="roundRect">
              <a:avLst>
                <a:gd name="adj" fmla="val 15000"/>
              </a:avLst>
            </a:prstGeom>
            <a:solidFill>
              <a:srgbClr val="A0A4B8">
                <a:alpha val="15000"/>
              </a:srgbClr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31392" y="56454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1257300" y="5200650"/>
              <a:ext cx="8743950" cy="1028700"/>
            </a:xfrm>
            <a:prstGeom prst="roundRect">
              <a:avLst>
                <a:gd name="adj" fmla="val 9259"/>
              </a:avLst>
            </a:prstGeom>
            <a:solidFill>
              <a:srgbClr val="131837">
                <a:alpha val="35000"/>
              </a:srgbClr>
            </a:solidFill>
            <a:ln w="9525">
              <a:solidFill>
                <a:srgbClr val="2A2E45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4821748" y="5340191"/>
              <a:ext cx="16150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0A4B8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FOUNDATION · 基础设施与配置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1428750" y="5581650"/>
              <a:ext cx="1809750" cy="381000"/>
            </a:xfrm>
            <a:prstGeom prst="roundRect">
              <a:avLst>
                <a:gd name="adj" fmla="val 150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1676199" y="5724049"/>
              <a:ext cx="13148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python-dotenv 配置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3409950" y="5581650"/>
              <a:ext cx="1809750" cy="381000"/>
            </a:xfrm>
            <a:prstGeom prst="roundRect">
              <a:avLst>
                <a:gd name="adj" fmla="val 150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3763200" y="5724049"/>
              <a:ext cx="11032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Logging 日志系统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5391150" y="5581650"/>
              <a:ext cx="1809750" cy="381000"/>
            </a:xfrm>
            <a:prstGeom prst="roundRect">
              <a:avLst>
                <a:gd name="adj" fmla="val 150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5894569" y="5724049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Git 版本控制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7372350" y="5581650"/>
              <a:ext cx="1809750" cy="381000"/>
            </a:xfrm>
            <a:prstGeom prst="roundRect">
              <a:avLst>
                <a:gd name="adj" fmla="val 150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746078" y="5724049"/>
              <a:ext cx="10622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pytest 测试套件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952500" y="2362200"/>
            <a:ext cx="9525" cy="2838450"/>
            <a:chOff x="952500" y="2362200"/>
            <a:chExt cx="9525" cy="2838450"/>
          </a:xfrm>
        </p:grpSpPr>
        <p:sp>
          <p:nvSpPr>
            <p:cNvPr id="115" name="Line 115"/>
            <p:cNvSpPr/>
            <p:nvPr/>
          </p:nvSpPr>
          <p:spPr>
            <a:xfrm>
              <a:off x="952500" y="2362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116" name="Line 116"/>
            <p:cNvSpPr/>
            <p:nvPr/>
          </p:nvSpPr>
          <p:spPr>
            <a:xfrm>
              <a:off x="952500" y="36957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7C5CFC">
                  <a:alpha val="3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117" name="Line 117"/>
            <p:cNvSpPr/>
            <p:nvPr/>
          </p:nvSpPr>
          <p:spPr>
            <a:xfrm>
              <a:off x="952500" y="50292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9525">
              <a:solidFill>
                <a:srgbClr val="FF6B9D">
                  <a:alpha val="30000"/>
                </a:srgbClr>
              </a:solidFill>
              <a:custDash>
                <a:ds d="300000" sp="300000"/>
              </a:custDash>
            </a:ln>
          </p:spPr>
        </p:sp>
      </p:grpSp>
      <p:sp>
        <p:nvSpPr>
          <p:cNvPr id="119" name="TextBox 119"/>
          <p:cNvSpPr txBox="1"/>
          <p:nvPr/>
        </p:nvSpPr>
        <p:spPr>
          <a:xfrm>
            <a:off x="11016520" y="65512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0A4B8">
                    <a:alphaMod val="40000"/>
                  </a:srgbClr>
                </a:solidFill>
                <a:latin typeface="Consolas"/>
                <a:ea typeface="Microsoft YaHei"/>
                <a:cs typeface="Consolas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9" grpId="0"/>
      <p:bldP spid="78" grpId="0"/>
      <p:bldP spid="101" grpId="0"/>
      <p:bldP spid="114" grpId="0"/>
      <p:bldP spid="1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56235"/>
            <a:ext cx="4047315" cy="601027"/>
            <a:chOff x="762000" y="356235"/>
            <a:chExt cx="4047315" cy="601027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562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数据处理流程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743902"/>
              <a:ext cx="38701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DATA PIPELINE — FROM FILE UPLOAD TO INTELLIGENT ANSWER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1381125"/>
            <a:ext cx="2381250" cy="3238500"/>
            <a:chOff x="762000" y="1381125"/>
            <a:chExt cx="2381250" cy="3238500"/>
          </a:xfrm>
        </p:grpSpPr>
        <p:sp>
          <p:nvSpPr>
            <p:cNvPr id="7" name="Rectangle 7"/>
            <p:cNvSpPr/>
            <p:nvPr/>
          </p:nvSpPr>
          <p:spPr>
            <a:xfrm>
              <a:off x="762000" y="1381125"/>
              <a:ext cx="2381250" cy="323850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381125"/>
              <a:ext cx="2381250" cy="476250"/>
            </a:xfrm>
            <a:custGeom>
              <a:avLst/>
              <a:gdLst/>
              <a:ahLst/>
              <a:cxnLst/>
              <a:rect l="l" t="t" r="r" b="b"/>
              <a:pathLst>
                <a:path w="2381250" h="4762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D4FF">
                <a:alpha val="18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44973" y="15468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3522" y="19812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文件上传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266950"/>
              <a:ext cx="2000250" cy="266700"/>
            </a:xfrm>
            <a:prstGeom prst="roundRect">
              <a:avLst>
                <a:gd name="adj" fmla="val 14286"/>
              </a:avLst>
            </a:prstGeom>
            <a:solidFill>
              <a:srgbClr val="00D4FF">
                <a:alpha val="6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64673" y="2360295"/>
              <a:ext cx="1175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多源输入 · 去重校验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114425" y="26955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43965" y="2648902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用户通过 Web UI 上传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114425" y="29622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43965" y="29156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支持拖拽 + 点击选择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114425" y="32289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43965" y="318230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去重 key: name + size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114425" y="34956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43965" y="3449002"/>
              <a:ext cx="11818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UUID 安全命名保存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52500" y="3924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2A2E45"/>
              </a:solidFill>
              <a:prstDash val="dash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52500" y="4038600"/>
              <a:ext cx="2000250" cy="457200"/>
            </a:xfrm>
            <a:prstGeom prst="roundRect">
              <a:avLst>
                <a:gd name="adj" fmla="val 125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15559" y="41671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51577" y="4298156"/>
              <a:ext cx="1202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data/uploads/*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3190875" y="2952750"/>
            <a:ext cx="333375" cy="1"/>
          </a:xfrm>
          <a:prstGeom prst="line">
            <a:avLst/>
          </a:prstGeom>
          <a:noFill/>
          <a:ln w="19050">
            <a:solidFill>
              <a:srgbClr val="00D4FF">
                <a:alpha val="40000"/>
              </a:srgbClr>
            </a:solidFill>
            <a:tailEnd type="triangle" w="lg" len="lg"/>
          </a:ln>
        </p:spPr>
      </p:sp>
      <p:grpSp>
        <p:nvGrpSpPr>
          <p:cNvPr id="45" name="Group 45"/>
          <p:cNvGrpSpPr/>
          <p:nvPr/>
        </p:nvGrpSpPr>
        <p:grpSpPr>
          <a:xfrm>
            <a:off x="3619500" y="1381125"/>
            <a:ext cx="2381250" cy="3238500"/>
            <a:chOff x="3619500" y="1381125"/>
            <a:chExt cx="2381250" cy="3238500"/>
          </a:xfrm>
        </p:grpSpPr>
        <p:sp>
          <p:nvSpPr>
            <p:cNvPr id="27" name="Rectangle 27"/>
            <p:cNvSpPr/>
            <p:nvPr/>
          </p:nvSpPr>
          <p:spPr>
            <a:xfrm>
              <a:off x="3619500" y="1381125"/>
              <a:ext cx="2381250" cy="323850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619500" y="1381125"/>
              <a:ext cx="2381250" cy="476250"/>
            </a:xfrm>
            <a:custGeom>
              <a:avLst/>
              <a:gdLst/>
              <a:ahLst/>
              <a:cxnLst/>
              <a:rect l="l" t="t" r="r" b="b"/>
              <a:pathLst>
                <a:path w="2381250" h="4762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7C5CFC">
                <a:alpha val="18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02473" y="15468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71022" y="19812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解析分块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0" y="2266950"/>
              <a:ext cx="2000250" cy="266700"/>
            </a:xfrm>
            <a:prstGeom prst="roundRect">
              <a:avLst>
                <a:gd name="adj" fmla="val 14286"/>
              </a:avLst>
            </a:prstGeom>
            <a:solidFill>
              <a:srgbClr val="7C5CFC">
                <a:alpha val="6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22173" y="2360295"/>
              <a:ext cx="1175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5CFC"/>
                  </a:solidFill>
                  <a:latin typeface="Arial"/>
                  <a:ea typeface="Microsoft YaHei"/>
                  <a:cs typeface="Arial"/>
                </a:rPr>
                <a:t>格式检测 · 中文分割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971925" y="2695575"/>
              <a:ext cx="57150" cy="5715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101465" y="2648902"/>
              <a:ext cx="1167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自动识别 7 种格式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971925" y="2962275"/>
              <a:ext cx="57150" cy="5715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01465" y="2915602"/>
              <a:ext cx="14898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PDF / DOCX / TXT / MD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971925" y="3228975"/>
              <a:ext cx="57150" cy="5715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01465" y="3182302"/>
              <a:ext cx="1454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CSV / HTML / 图片OCR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971925" y="3495675"/>
              <a:ext cx="57150" cy="5715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101465" y="3449002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chunk=1000, overlap=150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3810000" y="3924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2A2E45"/>
              </a:solidFill>
              <a:prstDash val="dash"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810000" y="4038600"/>
              <a:ext cx="2000250" cy="457200"/>
            </a:xfrm>
            <a:prstGeom prst="roundRect">
              <a:avLst>
                <a:gd name="adj" fmla="val 125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73059" y="41671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50007" y="4298156"/>
              <a:ext cx="1320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7C5CFC"/>
                  </a:solidFill>
                  <a:latin typeface="Arial"/>
                  <a:ea typeface="Microsoft YaHei"/>
                  <a:cs typeface="Arial"/>
                </a:rPr>
                <a:t>Document Chunks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6048375" y="2952750"/>
            <a:ext cx="333375" cy="1"/>
          </a:xfrm>
          <a:prstGeom prst="line">
            <a:avLst/>
          </a:prstGeom>
          <a:noFill/>
          <a:ln w="19050">
            <a:solidFill>
              <a:srgbClr val="7C5CFC">
                <a:alpha val="40000"/>
              </a:srgbClr>
            </a:solidFill>
            <a:tailEnd type="triangle" w="lg" len="lg"/>
          </a:ln>
        </p:spPr>
      </p:sp>
      <p:grpSp>
        <p:nvGrpSpPr>
          <p:cNvPr id="65" name="Group 65"/>
          <p:cNvGrpSpPr/>
          <p:nvPr/>
        </p:nvGrpSpPr>
        <p:grpSpPr>
          <a:xfrm>
            <a:off x="6477000" y="1381125"/>
            <a:ext cx="2381250" cy="3238500"/>
            <a:chOff x="6477000" y="1381125"/>
            <a:chExt cx="2381250" cy="3238500"/>
          </a:xfrm>
        </p:grpSpPr>
        <p:sp>
          <p:nvSpPr>
            <p:cNvPr id="47" name="Rectangle 47"/>
            <p:cNvSpPr/>
            <p:nvPr/>
          </p:nvSpPr>
          <p:spPr>
            <a:xfrm>
              <a:off x="6477000" y="1381125"/>
              <a:ext cx="2381250" cy="323850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477000" y="1381125"/>
              <a:ext cx="2381250" cy="476250"/>
            </a:xfrm>
            <a:custGeom>
              <a:avLst/>
              <a:gdLst/>
              <a:ahLst/>
              <a:cxnLst/>
              <a:rect l="l" t="t" r="r" b="b"/>
              <a:pathLst>
                <a:path w="2381250" h="4762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6B9D">
                <a:alpha val="15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59973" y="15468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6B9D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23509" y="1981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向量化存储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67500" y="2266950"/>
              <a:ext cx="2000250" cy="266700"/>
            </a:xfrm>
            <a:prstGeom prst="roundRect">
              <a:avLst>
                <a:gd name="adj" fmla="val 14286"/>
              </a:avLst>
            </a:prstGeom>
            <a:solidFill>
              <a:srgbClr val="FF6B9D">
                <a:alpha val="6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42681" y="2360295"/>
              <a:ext cx="104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6B9D"/>
                  </a:solidFill>
                  <a:latin typeface="Arial"/>
                  <a:ea typeface="Microsoft YaHei"/>
                  <a:cs typeface="Arial"/>
                </a:rPr>
                <a:t>嵌入生成 · 持久化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29425" y="2695575"/>
              <a:ext cx="57150" cy="57150"/>
            </a:xfrm>
            <a:prstGeom prst="ellipse">
              <a:avLst/>
            </a:prstGeom>
            <a:solidFill>
              <a:srgbClr val="FF6B9D">
                <a:alpha val="6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58965" y="26489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HuggingFace Embeddings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29425" y="2962275"/>
              <a:ext cx="57150" cy="57150"/>
            </a:xfrm>
            <a:prstGeom prst="ellipse">
              <a:avLst/>
            </a:prstGeom>
            <a:solidFill>
              <a:srgbClr val="FF6B9D">
                <a:alpha val="60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58965" y="2915602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MiniLM-L12-v2 本地 CPU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29425" y="3228975"/>
              <a:ext cx="57150" cy="57150"/>
            </a:xfrm>
            <a:prstGeom prst="ellipse">
              <a:avLst/>
            </a:prstGeom>
            <a:solidFill>
              <a:srgbClr val="FF6B9D">
                <a:alpha val="6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58965" y="3182302"/>
              <a:ext cx="1272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ChromaDB 向量入库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29425" y="3495675"/>
              <a:ext cx="57150" cy="57150"/>
            </a:xfrm>
            <a:prstGeom prst="ellipse">
              <a:avLst/>
            </a:prstGeom>
            <a:solidFill>
              <a:srgbClr val="FF6B9D">
                <a:alpha val="6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58965" y="3449002"/>
              <a:ext cx="16718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data/chroma_db/ 持久化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667500" y="3924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2A2E45"/>
              </a:solidFill>
              <a:prstDash val="dash"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67500" y="4038600"/>
              <a:ext cx="2000250" cy="457200"/>
            </a:xfrm>
            <a:prstGeom prst="roundRect">
              <a:avLst>
                <a:gd name="adj" fmla="val 125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30559" y="41671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72902" y="4298156"/>
              <a:ext cx="9894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6B9D"/>
                  </a:solidFill>
                  <a:latin typeface="Arial"/>
                  <a:ea typeface="Microsoft YaHei"/>
                  <a:cs typeface="Arial"/>
                </a:rPr>
                <a:t>Vector Index</a:t>
              </a:r>
            </a:p>
          </p:txBody>
        </p:sp>
      </p:grpSp>
      <p:sp>
        <p:nvSpPr>
          <p:cNvPr id="66" name="Line 66"/>
          <p:cNvSpPr/>
          <p:nvPr/>
        </p:nvSpPr>
        <p:spPr>
          <a:xfrm>
            <a:off x="8905875" y="2952750"/>
            <a:ext cx="333375" cy="1"/>
          </a:xfrm>
          <a:prstGeom prst="line">
            <a:avLst/>
          </a:prstGeom>
          <a:noFill/>
          <a:ln w="19050">
            <a:solidFill>
              <a:srgbClr val="FF6B9D">
                <a:alpha val="40000"/>
              </a:srgbClr>
            </a:solidFill>
            <a:tailEnd type="triangle" w="lg" len="lg"/>
          </a:ln>
        </p:spPr>
      </p:sp>
      <p:grpSp>
        <p:nvGrpSpPr>
          <p:cNvPr id="85" name="Group 85"/>
          <p:cNvGrpSpPr/>
          <p:nvPr/>
        </p:nvGrpSpPr>
        <p:grpSpPr>
          <a:xfrm>
            <a:off x="9334500" y="1381125"/>
            <a:ext cx="2190750" cy="3238500"/>
            <a:chOff x="9334500" y="1381125"/>
            <a:chExt cx="2190750" cy="3238500"/>
          </a:xfrm>
        </p:grpSpPr>
        <p:sp>
          <p:nvSpPr>
            <p:cNvPr id="67" name="Rectangle 67"/>
            <p:cNvSpPr/>
            <p:nvPr/>
          </p:nvSpPr>
          <p:spPr>
            <a:xfrm>
              <a:off x="9334500" y="1381125"/>
              <a:ext cx="2190750" cy="3238500"/>
            </a:xfrm>
            <a:prstGeom prst="roundRect">
              <a:avLst>
                <a:gd name="adj" fmla="val 4348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9334500" y="1381125"/>
              <a:ext cx="2190750" cy="476250"/>
            </a:xfrm>
            <a:custGeom>
              <a:avLst/>
              <a:gdLst/>
              <a:ahLst/>
              <a:cxnLst/>
              <a:rect l="l" t="t" r="r" b="b"/>
              <a:pathLst>
                <a:path w="2190750" h="4762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114550" y="0"/>
                  </a:lnTo>
                  <a:cubicBezTo>
                    <a:pt x="2156634" y="0"/>
                    <a:pt x="2190750" y="34116"/>
                    <a:pt x="2190750" y="76200"/>
                  </a:cubicBezTo>
                  <a:lnTo>
                    <a:pt x="219075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322223" y="15468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90772" y="19812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检索生成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525000" y="2266950"/>
              <a:ext cx="1809750" cy="266700"/>
            </a:xfrm>
            <a:prstGeom prst="roundRect">
              <a:avLst>
                <a:gd name="adj" fmla="val 14286"/>
              </a:avLst>
            </a:prstGeom>
            <a:solidFill>
              <a:srgbClr val="00D4FF">
                <a:alpha val="6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904931" y="2360295"/>
              <a:ext cx="104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双工具 · 流式输出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9496425" y="26955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625965" y="26489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Retriever 文档搜索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9496425" y="29622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625965" y="2915602"/>
              <a:ext cx="13918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Web Search 智能回退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9496425" y="32289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625965" y="3182302"/>
              <a:ext cx="1167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LLM 流式生成回答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9496425" y="34956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625965" y="34490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来源标注 + 记忆存储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525000" y="39243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rgbClr val="2A2E45"/>
              </a:solidFill>
              <a:prstDash val="dash"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525000" y="4038600"/>
              <a:ext cx="1809750" cy="457200"/>
            </a:xfrm>
            <a:prstGeom prst="roundRect">
              <a:avLst>
                <a:gd name="adj" fmla="val 125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092809" y="41671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00548" y="42981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智能回答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62000" y="4857750"/>
            <a:ext cx="10763250" cy="628650"/>
            <a:chOff x="762000" y="4857750"/>
            <a:chExt cx="10763250" cy="628650"/>
          </a:xfrm>
        </p:grpSpPr>
        <p:sp>
          <p:nvSpPr>
            <p:cNvPr id="86" name="Rectangle 86"/>
            <p:cNvSpPr/>
            <p:nvPr/>
          </p:nvSpPr>
          <p:spPr>
            <a:xfrm>
              <a:off x="762000" y="4857750"/>
              <a:ext cx="10763250" cy="628650"/>
            </a:xfrm>
            <a:prstGeom prst="roundRect">
              <a:avLst>
                <a:gd name="adj" fmla="val 12121"/>
              </a:avLst>
            </a:prstGeom>
            <a:solidFill>
              <a:srgbClr val="131837">
                <a:alpha val="40000"/>
              </a:srgbClr>
            </a:solidFill>
            <a:ln w="9525">
              <a:solidFill>
                <a:srgbClr val="2A2E45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415415" y="51063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数据流方向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2381250" y="5086350"/>
              <a:ext cx="1333500" cy="266700"/>
            </a:xfrm>
            <a:prstGeom prst="roundRect">
              <a:avLst>
                <a:gd name="adj" fmla="val 21429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762583" y="51620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原始文件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92855" y="512159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0D4FF">
                      <a:alphaMod val="30000"/>
                    </a:srgbClr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4095750" y="5086350"/>
              <a:ext cx="1333500" cy="266700"/>
            </a:xfrm>
            <a:prstGeom prst="roundRect">
              <a:avLst>
                <a:gd name="adj" fmla="val 21429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477083" y="51620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C5CFC"/>
                  </a:solidFill>
                  <a:latin typeface="Arial"/>
                  <a:ea typeface="Microsoft YaHei"/>
                  <a:cs typeface="Arial"/>
                </a:rPr>
                <a:t>分块文档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507355" y="512159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C5CFC">
                      <a:alphaMod val="30000"/>
                    </a:srgbClr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810250" y="5086350"/>
              <a:ext cx="1333500" cy="266700"/>
            </a:xfrm>
            <a:prstGeom prst="roundRect">
              <a:avLst>
                <a:gd name="adj" fmla="val 21429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191583" y="51620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6B9D"/>
                  </a:solidFill>
                  <a:latin typeface="Arial"/>
                  <a:ea typeface="Microsoft YaHei"/>
                  <a:cs typeface="Arial"/>
                </a:rPr>
                <a:t>向量索引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221855" y="512159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B9D">
                      <a:alphaMod val="30000"/>
                    </a:srgbClr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524750" y="5086350"/>
              <a:ext cx="1333500" cy="266700"/>
            </a:xfrm>
            <a:prstGeom prst="roundRect">
              <a:avLst>
                <a:gd name="adj" fmla="val 21429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906083" y="51620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智能回答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62000" y="6524625"/>
            <a:ext cx="10774680" cy="276225"/>
            <a:chOff x="762000" y="6524625"/>
            <a:chExt cx="10774680" cy="276225"/>
          </a:xfrm>
        </p:grpSpPr>
        <p:sp>
          <p:nvSpPr>
            <p:cNvPr id="100" name="Rectangle 100"/>
            <p:cNvSpPr/>
            <p:nvPr/>
          </p:nvSpPr>
          <p:spPr>
            <a:xfrm>
              <a:off x="762000" y="6524625"/>
              <a:ext cx="10763250" cy="9525"/>
            </a:xfrm>
            <a:prstGeom prst="rect">
              <a:avLst/>
            </a:prstGeom>
            <a:solidFill>
              <a:srgbClr val="2A2E45">
                <a:alpha val="50000"/>
              </a:srgbClr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1111770" y="661797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4B8">
                      <a:alphaMod val="40000"/>
                    </a:srgbClr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5" grpId="0"/>
      <p:bldP spid="65" grpId="0"/>
      <p:bldP spid="85" grpId="0"/>
      <p:bldP spid="9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56235"/>
            <a:ext cx="5727525" cy="601027"/>
            <a:chOff x="762000" y="356235"/>
            <a:chExt cx="5727525" cy="601027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562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文件加载器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743902"/>
              <a:ext cx="55503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FILELOADER — MULTI-FORMAT DETECTION · CHINESE-AWARE CHUNKING · RICH METADATA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1238250"/>
            <a:ext cx="3429000" cy="5000625"/>
            <a:chOff x="762000" y="1238250"/>
            <a:chExt cx="3429000" cy="5000625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3429000" cy="5000625"/>
            </a:xfrm>
            <a:prstGeom prst="roundRect">
              <a:avLst>
                <a:gd name="adj" fmla="val 2778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38250"/>
              <a:ext cx="3429000" cy="571500"/>
            </a:xfrm>
            <a:prstGeom prst="roundRect">
              <a:avLst>
                <a:gd name="adj" fmla="val 16667"/>
              </a:avLst>
            </a:prstGeom>
            <a:solidFill>
              <a:srgbClr val="00D4FF">
                <a:alpha val="8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619250"/>
              <a:ext cx="3429000" cy="190500"/>
            </a:xfrm>
            <a:prstGeom prst="rect">
              <a:avLst/>
            </a:prstGeom>
            <a:solidFill>
              <a:srgbClr val="131837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81088" y="1438273"/>
              <a:ext cx="234355" cy="228602"/>
              <a:chOff x="1081088" y="1438273"/>
              <a:chExt cx="234355" cy="22860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228725" y="14478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666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81088" y="1438273"/>
                <a:ext cx="234355" cy="228602"/>
              </a:xfrm>
              <a:custGeom>
                <a:avLst/>
                <a:gdLst/>
                <a:ahLst/>
                <a:cxnLst/>
                <a:rect l="l" t="t" r="r" b="b"/>
                <a:pathLst>
                  <a:path w="234355" h="228602">
                    <a:moveTo>
                      <a:pt x="28575" y="142877"/>
                    </a:moveTo>
                    <a:lnTo>
                      <a:pt x="9525" y="142877"/>
                    </a:lnTo>
                    <a:cubicBezTo>
                      <a:pt x="4264" y="142877"/>
                      <a:pt x="0" y="147141"/>
                      <a:pt x="0" y="152402"/>
                    </a:cubicBezTo>
                    <a:lnTo>
                      <a:pt x="0" y="219077"/>
                    </a:lnTo>
                    <a:cubicBezTo>
                      <a:pt x="0" y="224337"/>
                      <a:pt x="4264" y="228602"/>
                      <a:pt x="9525" y="228602"/>
                    </a:cubicBezTo>
                    <a:lnTo>
                      <a:pt x="28575" y="228602"/>
                    </a:lnTo>
                    <a:cubicBezTo>
                      <a:pt x="52247" y="228602"/>
                      <a:pt x="71438" y="209412"/>
                      <a:pt x="71438" y="185739"/>
                    </a:cubicBezTo>
                    <a:cubicBezTo>
                      <a:pt x="71438" y="162067"/>
                      <a:pt x="52247" y="142877"/>
                      <a:pt x="28575" y="142877"/>
                    </a:cubicBezTo>
                    <a:close/>
                    <a:moveTo>
                      <a:pt x="28575" y="209552"/>
                    </a:moveTo>
                    <a:lnTo>
                      <a:pt x="19050" y="209552"/>
                    </a:lnTo>
                    <a:lnTo>
                      <a:pt x="19050" y="161927"/>
                    </a:lnTo>
                    <a:lnTo>
                      <a:pt x="28575" y="161927"/>
                    </a:lnTo>
                    <a:cubicBezTo>
                      <a:pt x="41726" y="161927"/>
                      <a:pt x="52388" y="172588"/>
                      <a:pt x="52388" y="185739"/>
                    </a:cubicBezTo>
                    <a:cubicBezTo>
                      <a:pt x="52388" y="198891"/>
                      <a:pt x="41726" y="209552"/>
                      <a:pt x="28575" y="209552"/>
                    </a:cubicBezTo>
                    <a:close/>
                    <a:moveTo>
                      <a:pt x="230422" y="203706"/>
                    </a:moveTo>
                    <a:cubicBezTo>
                      <a:pt x="234222" y="207343"/>
                      <a:pt x="234355" y="213371"/>
                      <a:pt x="230719" y="217172"/>
                    </a:cubicBezTo>
                    <a:cubicBezTo>
                      <a:pt x="224016" y="224388"/>
                      <a:pt x="214636" y="228522"/>
                      <a:pt x="204788" y="228602"/>
                    </a:cubicBezTo>
                    <a:cubicBezTo>
                      <a:pt x="183773" y="228602"/>
                      <a:pt x="166688" y="209373"/>
                      <a:pt x="166688" y="185739"/>
                    </a:cubicBezTo>
                    <a:cubicBezTo>
                      <a:pt x="166688" y="162106"/>
                      <a:pt x="183773" y="142877"/>
                      <a:pt x="204788" y="142877"/>
                    </a:cubicBezTo>
                    <a:cubicBezTo>
                      <a:pt x="214636" y="142957"/>
                      <a:pt x="224016" y="147091"/>
                      <a:pt x="230719" y="154307"/>
                    </a:cubicBezTo>
                    <a:cubicBezTo>
                      <a:pt x="234274" y="158120"/>
                      <a:pt x="234103" y="164081"/>
                      <a:pt x="230337" y="167685"/>
                    </a:cubicBezTo>
                    <a:cubicBezTo>
                      <a:pt x="226571" y="171288"/>
                      <a:pt x="220608" y="171195"/>
                      <a:pt x="216956" y="167475"/>
                    </a:cubicBezTo>
                    <a:cubicBezTo>
                      <a:pt x="213831" y="164037"/>
                      <a:pt x="209432" y="162031"/>
                      <a:pt x="204788" y="161927"/>
                    </a:cubicBezTo>
                    <a:cubicBezTo>
                      <a:pt x="194286" y="161927"/>
                      <a:pt x="185738" y="172643"/>
                      <a:pt x="185738" y="185739"/>
                    </a:cubicBezTo>
                    <a:cubicBezTo>
                      <a:pt x="185738" y="198836"/>
                      <a:pt x="194286" y="209552"/>
                      <a:pt x="204788" y="209552"/>
                    </a:cubicBezTo>
                    <a:cubicBezTo>
                      <a:pt x="209434" y="209456"/>
                      <a:pt x="213836" y="207449"/>
                      <a:pt x="216956" y="204004"/>
                    </a:cubicBezTo>
                    <a:cubicBezTo>
                      <a:pt x="220592" y="200203"/>
                      <a:pt x="226621" y="200070"/>
                      <a:pt x="230422" y="203706"/>
                    </a:cubicBezTo>
                    <a:close/>
                    <a:moveTo>
                      <a:pt x="119062" y="142877"/>
                    </a:moveTo>
                    <a:cubicBezTo>
                      <a:pt x="98060" y="142877"/>
                      <a:pt x="80962" y="162106"/>
                      <a:pt x="80962" y="185739"/>
                    </a:cubicBezTo>
                    <a:cubicBezTo>
                      <a:pt x="80962" y="209373"/>
                      <a:pt x="98060" y="228602"/>
                      <a:pt x="119062" y="228602"/>
                    </a:cubicBezTo>
                    <a:cubicBezTo>
                      <a:pt x="140065" y="228602"/>
                      <a:pt x="157162" y="209373"/>
                      <a:pt x="157162" y="185739"/>
                    </a:cubicBezTo>
                    <a:cubicBezTo>
                      <a:pt x="157162" y="162106"/>
                      <a:pt x="140065" y="142877"/>
                      <a:pt x="119062" y="142877"/>
                    </a:cubicBezTo>
                    <a:close/>
                    <a:moveTo>
                      <a:pt x="119062" y="209552"/>
                    </a:moveTo>
                    <a:cubicBezTo>
                      <a:pt x="108561" y="209552"/>
                      <a:pt x="100012" y="198836"/>
                      <a:pt x="100012" y="185739"/>
                    </a:cubicBezTo>
                    <a:cubicBezTo>
                      <a:pt x="100012" y="172643"/>
                      <a:pt x="108561" y="161927"/>
                      <a:pt x="119062" y="161927"/>
                    </a:cubicBezTo>
                    <a:cubicBezTo>
                      <a:pt x="129564" y="161927"/>
                      <a:pt x="138112" y="172643"/>
                      <a:pt x="138112" y="185739"/>
                    </a:cubicBezTo>
                    <a:cubicBezTo>
                      <a:pt x="138112" y="198836"/>
                      <a:pt x="129564" y="209552"/>
                      <a:pt x="119062" y="209552"/>
                    </a:cubicBezTo>
                    <a:close/>
                    <a:moveTo>
                      <a:pt x="23812" y="114302"/>
                    </a:moveTo>
                    <a:cubicBezTo>
                      <a:pt x="29073" y="114302"/>
                      <a:pt x="33338" y="110037"/>
                      <a:pt x="33338" y="104777"/>
                    </a:cubicBezTo>
                    <a:lnTo>
                      <a:pt x="33338" y="19052"/>
                    </a:lnTo>
                    <a:lnTo>
                      <a:pt x="138112" y="19052"/>
                    </a:lnTo>
                    <a:lnTo>
                      <a:pt x="138112" y="76202"/>
                    </a:lnTo>
                    <a:cubicBezTo>
                      <a:pt x="138112" y="81462"/>
                      <a:pt x="142377" y="85727"/>
                      <a:pt x="147638" y="85727"/>
                    </a:cubicBezTo>
                    <a:lnTo>
                      <a:pt x="204788" y="85727"/>
                    </a:lnTo>
                    <a:lnTo>
                      <a:pt x="204788" y="104777"/>
                    </a:lnTo>
                    <a:cubicBezTo>
                      <a:pt x="204788" y="110037"/>
                      <a:pt x="209052" y="114302"/>
                      <a:pt x="214312" y="114302"/>
                    </a:cubicBezTo>
                    <a:cubicBezTo>
                      <a:pt x="219573" y="114302"/>
                      <a:pt x="223838" y="110037"/>
                      <a:pt x="223838" y="104777"/>
                    </a:cubicBezTo>
                    <a:lnTo>
                      <a:pt x="223838" y="76202"/>
                    </a:lnTo>
                    <a:cubicBezTo>
                      <a:pt x="223839" y="73675"/>
                      <a:pt x="222837" y="71251"/>
                      <a:pt x="221051" y="69463"/>
                    </a:cubicBezTo>
                    <a:lnTo>
                      <a:pt x="154376" y="2788"/>
                    </a:lnTo>
                    <a:cubicBezTo>
                      <a:pt x="152589" y="1002"/>
                      <a:pt x="150164" y="0"/>
                      <a:pt x="147638" y="2"/>
                    </a:cubicBezTo>
                    <a:lnTo>
                      <a:pt x="33338" y="2"/>
                    </a:lnTo>
                    <a:cubicBezTo>
                      <a:pt x="22816" y="2"/>
                      <a:pt x="14288" y="8531"/>
                      <a:pt x="14288" y="19052"/>
                    </a:cubicBezTo>
                    <a:lnTo>
                      <a:pt x="14288" y="104777"/>
                    </a:lnTo>
                    <a:cubicBezTo>
                      <a:pt x="14288" y="110037"/>
                      <a:pt x="18552" y="114302"/>
                      <a:pt x="23812" y="114302"/>
                    </a:cubicBezTo>
                    <a:close/>
                    <a:moveTo>
                      <a:pt x="157162" y="32518"/>
                    </a:moveTo>
                    <a:lnTo>
                      <a:pt x="191322" y="66677"/>
                    </a:lnTo>
                    <a:lnTo>
                      <a:pt x="157162" y="66677"/>
                    </a:ln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55420" y="1422082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7 种格式支持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28700" y="2047875"/>
              <a:ext cx="2895600" cy="495300"/>
              <a:chOff x="1028700" y="2047875"/>
              <a:chExt cx="2895600" cy="4953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028700" y="2047875"/>
                <a:ext cx="28956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05865" y="2172652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97368" y="2180749"/>
                <a:ext cx="8113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PyPDFLoader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07770" y="2360295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多页解析，保留页码元数据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028700" y="2619375"/>
              <a:ext cx="2895600" cy="495300"/>
              <a:chOff x="1028700" y="2619375"/>
              <a:chExt cx="2895600" cy="4953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28700" y="2619375"/>
                <a:ext cx="28956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05865" y="2744152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7C5CFC"/>
                    </a:solidFill>
                    <a:latin typeface="Consolas"/>
                    <a:ea typeface="Microsoft YaHei"/>
                    <a:cs typeface="Consolas"/>
                  </a:rPr>
                  <a:t>DOCX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73568" y="2752249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Docx2txtLoader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07770" y="2931795"/>
                <a:ext cx="130702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Word 文档完整文本提取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028700" y="3190875"/>
              <a:ext cx="2895600" cy="495300"/>
              <a:chOff x="1028700" y="3190875"/>
              <a:chExt cx="2895600" cy="4953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1028700" y="3190875"/>
                <a:ext cx="28956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05865" y="3315652"/>
                <a:ext cx="541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6B9D"/>
                    </a:solidFill>
                    <a:latin typeface="Consolas"/>
                    <a:ea typeface="Microsoft YaHei"/>
                    <a:cs typeface="Consolas"/>
                  </a:rPr>
                  <a:t>TXT/MD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92618" y="3323749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TextLoader / UnstructuredMD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207770" y="3503295"/>
                <a:ext cx="184108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UTF-8 编码，Markdown 结构保留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28700" y="3762375"/>
              <a:ext cx="2895600" cy="495300"/>
              <a:chOff x="1028700" y="3762375"/>
              <a:chExt cx="2895600" cy="4953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028700" y="3762375"/>
                <a:ext cx="28956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05865" y="3887152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CSV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749742" y="3895249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CSVLoader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07770" y="40747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结构化表格数据加载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028700" y="4333875"/>
              <a:ext cx="2895600" cy="495300"/>
              <a:chOff x="1028700" y="4333875"/>
              <a:chExt cx="2895600" cy="4953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028700" y="4333875"/>
                <a:ext cx="28956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205865" y="4458652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7C5CFC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797368" y="4466749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WebBaseLoader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207770" y="4646295"/>
                <a:ext cx="14570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网页内容 file:// 协议加载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028700" y="4905375"/>
              <a:ext cx="2895600" cy="495300"/>
              <a:chOff x="1028700" y="4905375"/>
              <a:chExt cx="2895600" cy="4953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1028700" y="4905375"/>
                <a:ext cx="28956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205865" y="5030152"/>
                <a:ext cx="4236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6B9D"/>
                    </a:solidFill>
                    <a:latin typeface="Consolas"/>
                    <a:ea typeface="Microsoft YaHei"/>
                    <a:cs typeface="Consolas"/>
                  </a:rPr>
                  <a:t>Image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892618" y="5038249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pytesseract OCR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207770" y="5217795"/>
                <a:ext cx="17210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中英文混合识别 (chi_sim+eng)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4381500" y="1238250"/>
            <a:ext cx="3429000" cy="5000625"/>
            <a:chOff x="4381500" y="1238250"/>
            <a:chExt cx="3429000" cy="5000625"/>
          </a:xfrm>
        </p:grpSpPr>
        <p:sp>
          <p:nvSpPr>
            <p:cNvPr id="45" name="Rectangle 45"/>
            <p:cNvSpPr/>
            <p:nvPr/>
          </p:nvSpPr>
          <p:spPr>
            <a:xfrm>
              <a:off x="4381500" y="1238250"/>
              <a:ext cx="3429000" cy="5000625"/>
            </a:xfrm>
            <a:prstGeom prst="roundRect">
              <a:avLst>
                <a:gd name="adj" fmla="val 2778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4381500" y="1238250"/>
              <a:ext cx="3429000" cy="571500"/>
            </a:xfrm>
            <a:prstGeom prst="roundRect">
              <a:avLst>
                <a:gd name="adj" fmla="val 16667"/>
              </a:avLst>
            </a:prstGeom>
            <a:solidFill>
              <a:srgbClr val="7C5CFC">
                <a:alpha val="8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381500" y="1619250"/>
              <a:ext cx="3429000" cy="190500"/>
            </a:xfrm>
            <a:prstGeom prst="rect">
              <a:avLst/>
            </a:prstGeom>
            <a:solidFill>
              <a:srgbClr val="13183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4690975" y="1452418"/>
              <a:ext cx="262872" cy="219651"/>
              <a:chOff x="4690975" y="1452418"/>
              <a:chExt cx="262872" cy="21965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702095" y="1463598"/>
                <a:ext cx="73185" cy="197004"/>
              </a:xfrm>
              <a:custGeom>
                <a:avLst/>
                <a:gdLst/>
                <a:ahLst/>
                <a:cxnLst/>
                <a:rect l="l" t="t" r="r" b="b"/>
                <a:pathLst>
                  <a:path w="73185" h="197004">
                    <a:moveTo>
                      <a:pt x="13018" y="60164"/>
                    </a:moveTo>
                    <a:cubicBezTo>
                      <a:pt x="0" y="47145"/>
                      <a:pt x="1" y="26037"/>
                      <a:pt x="13020" y="13019"/>
                    </a:cubicBezTo>
                    <a:cubicBezTo>
                      <a:pt x="26039" y="0"/>
                      <a:pt x="47146" y="0"/>
                      <a:pt x="60165" y="13019"/>
                    </a:cubicBezTo>
                    <a:cubicBezTo>
                      <a:pt x="73184" y="26037"/>
                      <a:pt x="73185" y="47145"/>
                      <a:pt x="60167" y="60164"/>
                    </a:cubicBezTo>
                    <a:cubicBezTo>
                      <a:pt x="53915" y="66417"/>
                      <a:pt x="45435" y="69930"/>
                      <a:pt x="36593" y="69930"/>
                    </a:cubicBezTo>
                    <a:cubicBezTo>
                      <a:pt x="27750" y="69930"/>
                      <a:pt x="19270" y="66417"/>
                      <a:pt x="13018" y="60164"/>
                    </a:cubicBezTo>
                    <a:close/>
                    <a:moveTo>
                      <a:pt x="13018" y="136840"/>
                    </a:moveTo>
                    <a:cubicBezTo>
                      <a:pt x="0" y="149860"/>
                      <a:pt x="1" y="170967"/>
                      <a:pt x="13020" y="183986"/>
                    </a:cubicBezTo>
                    <a:cubicBezTo>
                      <a:pt x="26039" y="197004"/>
                      <a:pt x="47146" y="197004"/>
                      <a:pt x="60165" y="183986"/>
                    </a:cubicBezTo>
                    <a:cubicBezTo>
                      <a:pt x="73184" y="170967"/>
                      <a:pt x="73185" y="149860"/>
                      <a:pt x="60167" y="136840"/>
                    </a:cubicBezTo>
                    <a:cubicBezTo>
                      <a:pt x="53915" y="130588"/>
                      <a:pt x="45435" y="127075"/>
                      <a:pt x="36593" y="127075"/>
                    </a:cubicBezTo>
                    <a:cubicBezTo>
                      <a:pt x="27750" y="127075"/>
                      <a:pt x="19270" y="130588"/>
                      <a:pt x="13018" y="136840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690975" y="1452418"/>
                <a:ext cx="262872" cy="219651"/>
              </a:xfrm>
              <a:custGeom>
                <a:avLst/>
                <a:gdLst/>
                <a:ahLst/>
                <a:cxnLst/>
                <a:rect l="l" t="t" r="r" b="b"/>
                <a:pathLst>
                  <a:path w="262872" h="219651">
                    <a:moveTo>
                      <a:pt x="164072" y="91977"/>
                    </a:moveTo>
                    <a:cubicBezTo>
                      <a:pt x="162643" y="89891"/>
                      <a:pt x="162102" y="87322"/>
                      <a:pt x="162568" y="84836"/>
                    </a:cubicBezTo>
                    <a:cubicBezTo>
                      <a:pt x="163035" y="82350"/>
                      <a:pt x="164472" y="80152"/>
                      <a:pt x="166561" y="78726"/>
                    </a:cubicBezTo>
                    <a:lnTo>
                      <a:pt x="247118" y="23600"/>
                    </a:lnTo>
                    <a:cubicBezTo>
                      <a:pt x="251453" y="20918"/>
                      <a:pt x="257131" y="22124"/>
                      <a:pt x="260002" y="26337"/>
                    </a:cubicBezTo>
                    <a:cubicBezTo>
                      <a:pt x="262872" y="30550"/>
                      <a:pt x="261916" y="36275"/>
                      <a:pt x="257834" y="39328"/>
                    </a:cubicBezTo>
                    <a:lnTo>
                      <a:pt x="177265" y="94454"/>
                    </a:lnTo>
                    <a:cubicBezTo>
                      <a:pt x="175686" y="95543"/>
                      <a:pt x="173813" y="96124"/>
                      <a:pt x="171895" y="96121"/>
                    </a:cubicBezTo>
                    <a:cubicBezTo>
                      <a:pt x="168765" y="96109"/>
                      <a:pt x="165841" y="94560"/>
                      <a:pt x="164072" y="91977"/>
                    </a:cubicBezTo>
                    <a:close/>
                    <a:moveTo>
                      <a:pt x="260358" y="193288"/>
                    </a:moveTo>
                    <a:cubicBezTo>
                      <a:pt x="257386" y="197627"/>
                      <a:pt x="251459" y="198736"/>
                      <a:pt x="247118" y="195764"/>
                    </a:cubicBezTo>
                    <a:lnTo>
                      <a:pt x="138200" y="121231"/>
                    </a:lnTo>
                    <a:lnTo>
                      <a:pt x="87587" y="155855"/>
                    </a:lnTo>
                    <a:cubicBezTo>
                      <a:pt x="95582" y="176159"/>
                      <a:pt x="87047" y="199228"/>
                      <a:pt x="67762" y="209440"/>
                    </a:cubicBezTo>
                    <a:cubicBezTo>
                      <a:pt x="48477" y="219651"/>
                      <a:pt x="24598" y="213743"/>
                      <a:pt x="12299" y="195718"/>
                    </a:cubicBezTo>
                    <a:cubicBezTo>
                      <a:pt x="0" y="177693"/>
                      <a:pt x="3206" y="153304"/>
                      <a:pt x="19746" y="139070"/>
                    </a:cubicBezTo>
                    <a:cubicBezTo>
                      <a:pt x="36287" y="124837"/>
                      <a:pt x="60880" y="125302"/>
                      <a:pt x="76871" y="140150"/>
                    </a:cubicBezTo>
                    <a:lnTo>
                      <a:pt x="121329" y="109682"/>
                    </a:lnTo>
                    <a:lnTo>
                      <a:pt x="76811" y="79214"/>
                    </a:lnTo>
                    <a:cubicBezTo>
                      <a:pt x="60875" y="93986"/>
                      <a:pt x="36387" y="94432"/>
                      <a:pt x="19923" y="80251"/>
                    </a:cubicBezTo>
                    <a:cubicBezTo>
                      <a:pt x="3458" y="66070"/>
                      <a:pt x="271" y="41786"/>
                      <a:pt x="12519" y="23837"/>
                    </a:cubicBezTo>
                    <a:cubicBezTo>
                      <a:pt x="24766" y="5888"/>
                      <a:pt x="48541" y="0"/>
                      <a:pt x="67749" y="10159"/>
                    </a:cubicBezTo>
                    <a:cubicBezTo>
                      <a:pt x="86957" y="20319"/>
                      <a:pt x="95471" y="43284"/>
                      <a:pt x="87527" y="63510"/>
                    </a:cubicBezTo>
                    <a:lnTo>
                      <a:pt x="257786" y="180036"/>
                    </a:lnTo>
                    <a:cubicBezTo>
                      <a:pt x="259889" y="181449"/>
                      <a:pt x="261342" y="183641"/>
                      <a:pt x="261825" y="186128"/>
                    </a:cubicBezTo>
                    <a:cubicBezTo>
                      <a:pt x="262308" y="188615"/>
                      <a:pt x="261780" y="191191"/>
                      <a:pt x="260358" y="193288"/>
                    </a:cubicBezTo>
                    <a:close/>
                    <a:moveTo>
                      <a:pt x="71525" y="171595"/>
                    </a:moveTo>
                    <a:cubicBezTo>
                      <a:pt x="71528" y="160234"/>
                      <a:pt x="63505" y="150454"/>
                      <a:pt x="52363" y="148235"/>
                    </a:cubicBezTo>
                    <a:cubicBezTo>
                      <a:pt x="41221" y="146017"/>
                      <a:pt x="30064" y="151978"/>
                      <a:pt x="25714" y="162473"/>
                    </a:cubicBezTo>
                    <a:cubicBezTo>
                      <a:pt x="21365" y="172968"/>
                      <a:pt x="25035" y="185074"/>
                      <a:pt x="34480" y="191387"/>
                    </a:cubicBezTo>
                    <a:cubicBezTo>
                      <a:pt x="43925" y="197700"/>
                      <a:pt x="56514" y="196462"/>
                      <a:pt x="64548" y="188430"/>
                    </a:cubicBezTo>
                    <a:cubicBezTo>
                      <a:pt x="69031" y="183977"/>
                      <a:pt x="71544" y="177913"/>
                      <a:pt x="71525" y="171595"/>
                    </a:cubicBezTo>
                    <a:close/>
                    <a:moveTo>
                      <a:pt x="64548" y="64593"/>
                    </a:moveTo>
                    <a:cubicBezTo>
                      <a:pt x="71360" y="57783"/>
                      <a:pt x="73398" y="47541"/>
                      <a:pt x="69713" y="38642"/>
                    </a:cubicBezTo>
                    <a:cubicBezTo>
                      <a:pt x="66028" y="29743"/>
                      <a:pt x="57345" y="23940"/>
                      <a:pt x="47713" y="23940"/>
                    </a:cubicBezTo>
                    <a:cubicBezTo>
                      <a:pt x="38081" y="23940"/>
                      <a:pt x="29397" y="29743"/>
                      <a:pt x="25712" y="38642"/>
                    </a:cubicBezTo>
                    <a:cubicBezTo>
                      <a:pt x="22027" y="47541"/>
                      <a:pt x="24065" y="57783"/>
                      <a:pt x="30877" y="64593"/>
                    </a:cubicBezTo>
                    <a:cubicBezTo>
                      <a:pt x="35319" y="69102"/>
                      <a:pt x="41384" y="71640"/>
                      <a:pt x="47713" y="71640"/>
                    </a:cubicBezTo>
                    <a:cubicBezTo>
                      <a:pt x="54042" y="71640"/>
                      <a:pt x="60106" y="69102"/>
                      <a:pt x="64548" y="64593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074920" y="14220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智能分块策略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4648200" y="2047875"/>
              <a:ext cx="2966371" cy="1714500"/>
              <a:chOff x="4648200" y="2047875"/>
              <a:chExt cx="2966371" cy="17145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4648200" y="2047875"/>
                <a:ext cx="28956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937760" y="2251710"/>
                <a:ext cx="26768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RecursiveCharacterTextSplitter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4953000" y="2552700"/>
                <a:ext cx="2381250" cy="476250"/>
              </a:xfrm>
              <a:prstGeom prst="roundRect">
                <a:avLst>
                  <a:gd name="adj" fmla="val 12000"/>
                </a:avLst>
              </a:prstGeom>
              <a:solidFill>
                <a:srgbClr val="7C5CFC">
                  <a:alpha val="6000"/>
                </a:srgbClr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5130165" y="2629852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chunk_size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652260" y="2613660"/>
                <a:ext cx="4001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7C5CFC"/>
                    </a:solidFill>
                    <a:latin typeface="Consolas"/>
                    <a:ea typeface="Microsoft YaHei"/>
                    <a:cs typeface="Consolas"/>
                  </a:rPr>
                  <a:t>1000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130165" y="28203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chunk_overlap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52260" y="2804160"/>
                <a:ext cx="30771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7C5CFC"/>
                    </a:solidFill>
                    <a:latin typeface="Consolas"/>
                    <a:ea typeface="Microsoft YaHei"/>
                    <a:cs typeface="Consolas"/>
                  </a:rPr>
                  <a:t>150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938712" y="3164681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中文感知分隔符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4953000" y="3409950"/>
                <a:ext cx="2381250" cy="285750"/>
              </a:xfrm>
              <a:prstGeom prst="roundRect">
                <a:avLst>
                  <a:gd name="adj" fmla="val 13333"/>
                </a:avLst>
              </a:prstGeom>
              <a:solidFill>
                <a:srgbClr val="1A1F3D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5131118" y="3504724"/>
                <a:ext cx="17669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\n\n → \n → 。→ . → 空格 → ""</a:t>
                </a:r>
              </a:p>
            </p:txBody>
          </p:sp>
        </p:grpSp>
        <p:sp>
          <p:nvSpPr>
            <p:cNvPr id="63" name="Rectangle 63"/>
            <p:cNvSpPr/>
            <p:nvPr/>
          </p:nvSpPr>
          <p:spPr>
            <a:xfrm>
              <a:off x="4648200" y="3952875"/>
              <a:ext cx="2895600" cy="952500"/>
            </a:xfrm>
            <a:prstGeom prst="roundRect">
              <a:avLst>
                <a:gd name="adj" fmla="val 80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937760" y="41090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分块流程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39665" y="4411028"/>
              <a:ext cx="2420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1. detect_file_type() 自动识别格式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39665" y="463010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2. _load_raw() 调度对应 Loader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939665" y="4849178"/>
              <a:ext cx="2371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3. split_documents() 中文感知分块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8001000" y="1238250"/>
            <a:ext cx="3429000" cy="5000625"/>
            <a:chOff x="8001000" y="1238250"/>
            <a:chExt cx="3429000" cy="5000625"/>
          </a:xfrm>
        </p:grpSpPr>
        <p:sp>
          <p:nvSpPr>
            <p:cNvPr id="69" name="Rectangle 69"/>
            <p:cNvSpPr/>
            <p:nvPr/>
          </p:nvSpPr>
          <p:spPr>
            <a:xfrm>
              <a:off x="8001000" y="1238250"/>
              <a:ext cx="3429000" cy="5000625"/>
            </a:xfrm>
            <a:prstGeom prst="roundRect">
              <a:avLst>
                <a:gd name="adj" fmla="val 2778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001000" y="1238250"/>
              <a:ext cx="3429000" cy="571500"/>
            </a:xfrm>
            <a:prstGeom prst="roundRect">
              <a:avLst>
                <a:gd name="adj" fmla="val 16667"/>
              </a:avLst>
            </a:prstGeom>
            <a:solidFill>
              <a:srgbClr val="FF6B9D">
                <a:alpha val="8000"/>
              </a:srgbClr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001000" y="1619250"/>
              <a:ext cx="3429000" cy="190500"/>
            </a:xfrm>
            <a:prstGeom prst="rect">
              <a:avLst/>
            </a:prstGeom>
            <a:solidFill>
              <a:srgbClr val="13183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8315325" y="1438275"/>
              <a:ext cx="247650" cy="247650"/>
              <a:chOff x="8315325" y="1438275"/>
              <a:chExt cx="247650" cy="24765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324850" y="14478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114300"/>
                    </a:move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15325" y="143827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42875" y="180975"/>
                    </a:moveTo>
                    <a:cubicBezTo>
                      <a:pt x="142875" y="186236"/>
                      <a:pt x="138611" y="190500"/>
                      <a:pt x="133350" y="190500"/>
                    </a:cubicBezTo>
                    <a:cubicBezTo>
                      <a:pt x="122829" y="190500"/>
                      <a:pt x="114300" y="181971"/>
                      <a:pt x="114300" y="171450"/>
                    </a:cubicBezTo>
                    <a:lnTo>
                      <a:pt x="114300" y="123825"/>
                    </a:lnTo>
                    <a:cubicBezTo>
                      <a:pt x="109039" y="123825"/>
                      <a:pt x="104775" y="119561"/>
                      <a:pt x="104775" y="114300"/>
                    </a:cubicBezTo>
                    <a:cubicBezTo>
                      <a:pt x="104775" y="109039"/>
                      <a:pt x="109039" y="104775"/>
                      <a:pt x="114300" y="104775"/>
                    </a:cubicBezTo>
                    <a:cubicBezTo>
                      <a:pt x="124821" y="104775"/>
                      <a:pt x="133350" y="113304"/>
                      <a:pt x="133350" y="123825"/>
                    </a:cubicBezTo>
                    <a:lnTo>
                      <a:pt x="133350" y="171450"/>
                    </a:lnTo>
                    <a:cubicBezTo>
                      <a:pt x="138611" y="171450"/>
                      <a:pt x="142875" y="175714"/>
                      <a:pt x="142875" y="180975"/>
                    </a:cubicBezTo>
                    <a:close/>
                    <a:moveTo>
                      <a:pt x="247650" y="123825"/>
                    </a:moveTo>
                    <a:cubicBezTo>
                      <a:pt x="247650" y="192212"/>
                      <a:pt x="192212" y="247650"/>
                      <a:pt x="123825" y="247650"/>
                    </a:cubicBezTo>
                    <a:cubicBezTo>
                      <a:pt x="55438" y="247650"/>
                      <a:pt x="0" y="192212"/>
                      <a:pt x="0" y="123825"/>
                    </a:cubicBezTo>
                    <a:cubicBezTo>
                      <a:pt x="0" y="55438"/>
                      <a:pt x="55438" y="0"/>
                      <a:pt x="123825" y="0"/>
                    </a:cubicBezTo>
                    <a:cubicBezTo>
                      <a:pt x="192182" y="72"/>
                      <a:pt x="247578" y="55468"/>
                      <a:pt x="247650" y="123825"/>
                    </a:cubicBezTo>
                    <a:close/>
                    <a:moveTo>
                      <a:pt x="228600" y="123825"/>
                    </a:moveTo>
                    <a:cubicBezTo>
                      <a:pt x="228600" y="65959"/>
                      <a:pt x="181691" y="19050"/>
                      <a:pt x="123825" y="19050"/>
                    </a:cubicBezTo>
                    <a:cubicBezTo>
                      <a:pt x="65959" y="19050"/>
                      <a:pt x="19050" y="65959"/>
                      <a:pt x="19050" y="123825"/>
                    </a:cubicBezTo>
                    <a:cubicBezTo>
                      <a:pt x="19050" y="181691"/>
                      <a:pt x="65959" y="228600"/>
                      <a:pt x="123825" y="228600"/>
                    </a:cubicBezTo>
                    <a:cubicBezTo>
                      <a:pt x="181663" y="228534"/>
                      <a:pt x="228534" y="181663"/>
                      <a:pt x="228600" y="123825"/>
                    </a:cubicBezTo>
                    <a:close/>
                    <a:moveTo>
                      <a:pt x="119062" y="85725"/>
                    </a:moveTo>
                    <a:cubicBezTo>
                      <a:pt x="126953" y="85725"/>
                      <a:pt x="133350" y="79328"/>
                      <a:pt x="133350" y="71438"/>
                    </a:cubicBezTo>
                    <a:cubicBezTo>
                      <a:pt x="133350" y="63547"/>
                      <a:pt x="126953" y="57150"/>
                      <a:pt x="119062" y="57150"/>
                    </a:cubicBezTo>
                    <a:cubicBezTo>
                      <a:pt x="111172" y="57150"/>
                      <a:pt x="104775" y="63547"/>
                      <a:pt x="104775" y="71438"/>
                    </a:cubicBezTo>
                    <a:cubicBezTo>
                      <a:pt x="104775" y="79328"/>
                      <a:pt x="111172" y="85725"/>
                      <a:pt x="119062" y="85725"/>
                    </a:cubicBez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694420" y="14220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完整元数据</a:t>
              </a:r>
            </a:p>
          </p:txBody>
        </p:sp>
        <p:grpSp>
          <p:nvGrpSpPr>
            <p:cNvPr id="97" name="Group 97"/>
            <p:cNvGrpSpPr/>
            <p:nvPr/>
          </p:nvGrpSpPr>
          <p:grpSpPr>
            <a:xfrm>
              <a:off x="8267700" y="2047875"/>
              <a:ext cx="2895600" cy="2031206"/>
              <a:chOff x="8267700" y="2047875"/>
              <a:chExt cx="2895600" cy="2031206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267700" y="2047875"/>
                <a:ext cx="28956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grpSp>
            <p:nvGrpSpPr>
              <p:cNvPr id="81" name="Group 81"/>
              <p:cNvGrpSpPr/>
              <p:nvPr/>
            </p:nvGrpSpPr>
            <p:grpSpPr>
              <a:xfrm>
                <a:off x="8458200" y="2238375"/>
                <a:ext cx="2514600" cy="411956"/>
                <a:chOff x="8458200" y="2238375"/>
                <a:chExt cx="2514600" cy="411956"/>
              </a:xfrm>
            </p:grpSpPr>
            <p:sp>
              <p:nvSpPr>
                <p:cNvPr id="77" name="Rectangle 77"/>
                <p:cNvSpPr/>
                <p:nvPr/>
              </p:nvSpPr>
              <p:spPr>
                <a:xfrm>
                  <a:off x="8458200" y="2238375"/>
                  <a:ext cx="25146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6B9D">
                    <a:alpha val="6000"/>
                  </a:srgbClr>
                </a:solidFill>
                <a:ln>
                  <a:noFill/>
                </a:ln>
              </p:spPr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8637270" y="2312670"/>
                  <a:ext cx="43871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F6B9D"/>
                      </a:solidFill>
                      <a:latin typeface="Consolas"/>
                      <a:ea typeface="Microsoft YaHei"/>
                      <a:cs typeface="Consolas"/>
                    </a:rPr>
                    <a:t>source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9512618" y="2304574"/>
                  <a:ext cx="67484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A0A4B8"/>
                      </a:solidFill>
                      <a:latin typeface="Arial"/>
                      <a:ea typeface="Microsoft YaHei"/>
                      <a:cs typeface="Arial"/>
                    </a:rPr>
                    <a:t>原始文件名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8638222" y="2482691"/>
                  <a:ext cx="68103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A0A4B8">
                          <a:alphaMod val="60000"/>
                        </a:srgbClr>
                      </a:solidFill>
                      <a:latin typeface="Arial"/>
                      <a:ea typeface="Microsoft YaHei"/>
                      <a:cs typeface="Arial"/>
                    </a:rPr>
                    <a:t>回答溯源依据</a:t>
                  </a:r>
                </a:p>
              </p:txBody>
            </p:sp>
          </p:grpSp>
          <p:grpSp>
            <p:nvGrpSpPr>
              <p:cNvPr id="86" name="Group 86"/>
              <p:cNvGrpSpPr/>
              <p:nvPr/>
            </p:nvGrpSpPr>
            <p:grpSpPr>
              <a:xfrm>
                <a:off x="8458200" y="2714625"/>
                <a:ext cx="2514600" cy="411956"/>
                <a:chOff x="8458200" y="2714625"/>
                <a:chExt cx="2514600" cy="411956"/>
              </a:xfrm>
            </p:grpSpPr>
            <p:sp>
              <p:nvSpPr>
                <p:cNvPr id="82" name="Rectangle 82"/>
                <p:cNvSpPr/>
                <p:nvPr/>
              </p:nvSpPr>
              <p:spPr>
                <a:xfrm>
                  <a:off x="8458200" y="2714625"/>
                  <a:ext cx="25146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6B9D">
                    <a:alpha val="4000"/>
                  </a:srgbClr>
                </a:solidFill>
                <a:ln>
                  <a:noFill/>
                </a:ln>
              </p:spPr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8637270" y="2788920"/>
                  <a:ext cx="58363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F6B9D"/>
                      </a:solidFill>
                      <a:latin typeface="Consolas"/>
                      <a:ea typeface="Microsoft YaHei"/>
                      <a:cs typeface="Consolas"/>
                    </a:rPr>
                    <a:t>file_type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9655492" y="2780824"/>
                  <a:ext cx="54483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A0A4B8"/>
                      </a:solidFill>
                      <a:latin typeface="Arial"/>
                      <a:ea typeface="Microsoft YaHei"/>
                      <a:cs typeface="Arial"/>
                    </a:rPr>
                    <a:t>格式类型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8638222" y="2958941"/>
                  <a:ext cx="149513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A0A4B8">
                          <a:alphaMod val="60000"/>
                        </a:srgbClr>
                      </a:solidFill>
                      <a:latin typeface="Arial"/>
                      <a:ea typeface="Microsoft YaHei"/>
                      <a:cs typeface="Arial"/>
                    </a:rPr>
                    <a:t>pdf / docx / txt / csv / ...</a:t>
                  </a:r>
                </a:p>
              </p:txBody>
            </p:sp>
          </p:grpSp>
          <p:grpSp>
            <p:nvGrpSpPr>
              <p:cNvPr id="91" name="Group 91"/>
              <p:cNvGrpSpPr/>
              <p:nvPr/>
            </p:nvGrpSpPr>
            <p:grpSpPr>
              <a:xfrm>
                <a:off x="8458200" y="3190875"/>
                <a:ext cx="2514600" cy="411956"/>
                <a:chOff x="8458200" y="3190875"/>
                <a:chExt cx="2514600" cy="411956"/>
              </a:xfrm>
            </p:grpSpPr>
            <p:sp>
              <p:nvSpPr>
                <p:cNvPr id="87" name="Rectangle 87"/>
                <p:cNvSpPr/>
                <p:nvPr/>
              </p:nvSpPr>
              <p:spPr>
                <a:xfrm>
                  <a:off x="8458200" y="3190875"/>
                  <a:ext cx="25146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6B9D">
                    <a:alpha val="6000"/>
                  </a:srgbClr>
                </a:solidFill>
                <a:ln>
                  <a:noFill/>
                </a:ln>
              </p:spPr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8637270" y="3265170"/>
                  <a:ext cx="75375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F6B9D"/>
                      </a:solidFill>
                      <a:latin typeface="Consolas"/>
                      <a:ea typeface="Microsoft YaHei"/>
                      <a:cs typeface="Consolas"/>
                    </a:rPr>
                    <a:t>chunk_index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9798368" y="3257074"/>
                  <a:ext cx="54483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A0A4B8"/>
                      </a:solidFill>
                      <a:latin typeface="Arial"/>
                      <a:ea typeface="Microsoft YaHei"/>
                      <a:cs typeface="Arial"/>
                    </a:rPr>
                    <a:t>分块序号</a:t>
                  </a:r>
                </a:p>
              </p:txBody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8638222" y="3435191"/>
                  <a:ext cx="901065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A0A4B8">
                          <a:alphaMod val="60000"/>
                        </a:srgbClr>
                      </a:solidFill>
                      <a:latin typeface="Arial"/>
                      <a:ea typeface="Microsoft YaHei"/>
                      <a:cs typeface="Arial"/>
                    </a:rPr>
                    <a:t>文档内部位置定位</a:t>
                  </a:r>
                </a:p>
              </p:txBody>
            </p:sp>
          </p:grpSp>
          <p:grpSp>
            <p:nvGrpSpPr>
              <p:cNvPr id="96" name="Group 96"/>
              <p:cNvGrpSpPr/>
              <p:nvPr/>
            </p:nvGrpSpPr>
            <p:grpSpPr>
              <a:xfrm>
                <a:off x="8458200" y="3667125"/>
                <a:ext cx="2514600" cy="411956"/>
                <a:chOff x="8458200" y="3667125"/>
                <a:chExt cx="2514600" cy="411956"/>
              </a:xfrm>
            </p:grpSpPr>
            <p:sp>
              <p:nvSpPr>
                <p:cNvPr id="92" name="Rectangle 92"/>
                <p:cNvSpPr/>
                <p:nvPr/>
              </p:nvSpPr>
              <p:spPr>
                <a:xfrm>
                  <a:off x="8458200" y="3667125"/>
                  <a:ext cx="2514600" cy="3810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6B9D">
                    <a:alpha val="4000"/>
                  </a:srgbClr>
                </a:solidFill>
                <a:ln>
                  <a:noFill/>
                </a:ln>
              </p:spPr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8637270" y="3741420"/>
                  <a:ext cx="74745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F6B9D"/>
                      </a:solidFill>
                      <a:latin typeface="Consolas"/>
                      <a:ea typeface="Microsoft YaHei"/>
                      <a:cs typeface="Consolas"/>
                    </a:rPr>
                    <a:t>upload_time</a:t>
                  </a:r>
                </a:p>
              </p:txBody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9845992" y="3733324"/>
                  <a:ext cx="54483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A0A4B8"/>
                      </a:solidFill>
                      <a:latin typeface="Arial"/>
                      <a:ea typeface="Microsoft YaHei"/>
                      <a:cs typeface="Arial"/>
                    </a:rPr>
                    <a:t>上传时间</a:t>
                  </a:r>
                </a:p>
              </p:txBody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8638222" y="3911441"/>
                  <a:ext cx="1302615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A0A4B8">
                          <a:alphaMod val="60000"/>
                        </a:srgbClr>
                      </a:solidFill>
                      <a:latin typeface="Arial"/>
                      <a:ea typeface="Microsoft YaHei"/>
                      <a:cs typeface="Arial"/>
                    </a:rPr>
                    <a:t>YYYY-MM-DD HH:MM 格式</a:t>
                  </a:r>
                </a:p>
              </p:txBody>
            </p:sp>
          </p:grpSp>
        </p:grpSp>
        <p:sp>
          <p:nvSpPr>
            <p:cNvPr id="98" name="Rectangle 98"/>
            <p:cNvSpPr/>
            <p:nvPr/>
          </p:nvSpPr>
          <p:spPr>
            <a:xfrm>
              <a:off x="8267700" y="3952875"/>
              <a:ext cx="2895600" cy="952500"/>
            </a:xfrm>
            <a:prstGeom prst="roundRect">
              <a:avLst>
                <a:gd name="adj" fmla="val 80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557260" y="41090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文件存储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560118" y="44191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560118" y="4638199"/>
              <a:ext cx="21635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UUID 前缀安全命名: {8hex}_{name}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103" name="Rectangle 10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2A2E45">
                <a:alpha val="50000"/>
              </a:srgbClr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4B8">
                      <a:alphaMod val="40000"/>
                    </a:srgbClr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68" grpId="0"/>
      <p:bldP spid="1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56235"/>
            <a:ext cx="3767280" cy="601027"/>
            <a:chOff x="762000" y="356235"/>
            <a:chExt cx="3767280" cy="601027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56235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向量存储 &amp; 智能代理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743902"/>
              <a:ext cx="3590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VECTORSTORE · CHROMADB + AGENT · LANGGRAPH REACT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6096000" y="1190625"/>
            <a:ext cx="9525" cy="5095875"/>
          </a:xfrm>
          <a:custGeom>
            <a:avLst/>
            <a:gdLst/>
            <a:ahLst/>
            <a:cxnLst/>
            <a:rect l="l" t="t" r="r" b="b"/>
            <a:pathLst>
              <a:path w="9525" h="5095875">
                <a:moveTo>
                  <a:pt x="0" y="0"/>
                </a:moveTo>
                <a:lnTo>
                  <a:pt x="0" y="5095875"/>
                </a:lnTo>
              </a:path>
            </a:pathLst>
          </a:custGeom>
          <a:noFill/>
          <a:ln w="9525">
            <a:solidFill>
              <a:srgbClr val="2A2E45"/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566309" y="1190625"/>
            <a:ext cx="5339191" cy="5095875"/>
            <a:chOff x="566309" y="1190625"/>
            <a:chExt cx="5339191" cy="5095875"/>
          </a:xfrm>
        </p:grpSpPr>
        <p:sp>
          <p:nvSpPr>
            <p:cNvPr id="8" name="Rectangle 8"/>
            <p:cNvSpPr/>
            <p:nvPr/>
          </p:nvSpPr>
          <p:spPr>
            <a:xfrm>
              <a:off x="762000" y="1190625"/>
              <a:ext cx="5143500" cy="5095875"/>
            </a:xfrm>
            <a:prstGeom prst="roundRect">
              <a:avLst>
                <a:gd name="adj" fmla="val 1869"/>
              </a:avLst>
            </a:prstGeom>
            <a:solidFill>
              <a:srgbClr val="131837">
                <a:alpha val="40000"/>
              </a:srgbClr>
            </a:solidFill>
            <a:ln w="9525">
              <a:solidFill>
                <a:srgbClr val="2A2E45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5850" y="1409700"/>
              <a:ext cx="228600" cy="247650"/>
              <a:chOff x="1085850" y="1409700"/>
              <a:chExt cx="228600" cy="2476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5375" y="1419225"/>
                <a:ext cx="2095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14300">
                    <a:moveTo>
                      <a:pt x="209550" y="57150"/>
                    </a:moveTo>
                    <a:cubicBezTo>
                      <a:pt x="209550" y="88713"/>
                      <a:pt x="162639" y="114300"/>
                      <a:pt x="104775" y="114300"/>
                    </a:cubicBezTo>
                    <a:cubicBezTo>
                      <a:pt x="46911" y="114300"/>
                      <a:pt x="0" y="88713"/>
                      <a:pt x="0" y="57150"/>
                    </a:cubicBezTo>
                    <a:cubicBezTo>
                      <a:pt x="0" y="25587"/>
                      <a:pt x="46911" y="0"/>
                      <a:pt x="104775" y="0"/>
                    </a:cubicBezTo>
                    <a:cubicBezTo>
                      <a:pt x="162639" y="0"/>
                      <a:pt x="209550" y="25587"/>
                      <a:pt x="209550" y="57150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5850" y="1409700"/>
                <a:ext cx="2286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7650">
                    <a:moveTo>
                      <a:pt x="114300" y="0"/>
                    </a:moveTo>
                    <a:cubicBezTo>
                      <a:pt x="50209" y="0"/>
                      <a:pt x="0" y="29289"/>
                      <a:pt x="0" y="66675"/>
                    </a:cubicBezTo>
                    <a:lnTo>
                      <a:pt x="0" y="180975"/>
                    </a:lnTo>
                    <a:cubicBezTo>
                      <a:pt x="0" y="218361"/>
                      <a:pt x="50209" y="247650"/>
                      <a:pt x="114300" y="247650"/>
                    </a:cubicBezTo>
                    <a:cubicBezTo>
                      <a:pt x="178391" y="247650"/>
                      <a:pt x="228600" y="218361"/>
                      <a:pt x="228600" y="180975"/>
                    </a:cubicBezTo>
                    <a:lnTo>
                      <a:pt x="228600" y="66675"/>
                    </a:lnTo>
                    <a:cubicBezTo>
                      <a:pt x="228600" y="29289"/>
                      <a:pt x="178391" y="0"/>
                      <a:pt x="114300" y="0"/>
                    </a:cubicBezTo>
                    <a:close/>
                    <a:moveTo>
                      <a:pt x="209550" y="123825"/>
                    </a:moveTo>
                    <a:cubicBezTo>
                      <a:pt x="209550" y="135279"/>
                      <a:pt x="200168" y="146959"/>
                      <a:pt x="183821" y="155877"/>
                    </a:cubicBezTo>
                    <a:cubicBezTo>
                      <a:pt x="165414" y="165914"/>
                      <a:pt x="140720" y="171450"/>
                      <a:pt x="114300" y="171450"/>
                    </a:cubicBezTo>
                    <a:cubicBezTo>
                      <a:pt x="87880" y="171450"/>
                      <a:pt x="63186" y="165914"/>
                      <a:pt x="44779" y="155877"/>
                    </a:cubicBezTo>
                    <a:cubicBezTo>
                      <a:pt x="28432" y="146959"/>
                      <a:pt x="19050" y="135279"/>
                      <a:pt x="19050" y="123825"/>
                    </a:cubicBezTo>
                    <a:lnTo>
                      <a:pt x="19050" y="104013"/>
                    </a:lnTo>
                    <a:cubicBezTo>
                      <a:pt x="39362" y="121872"/>
                      <a:pt x="74093" y="133350"/>
                      <a:pt x="114300" y="133350"/>
                    </a:cubicBezTo>
                    <a:cubicBezTo>
                      <a:pt x="154507" y="133350"/>
                      <a:pt x="189238" y="121825"/>
                      <a:pt x="209550" y="104013"/>
                    </a:cubicBezTo>
                    <a:close/>
                    <a:moveTo>
                      <a:pt x="44779" y="34623"/>
                    </a:moveTo>
                    <a:cubicBezTo>
                      <a:pt x="63186" y="24586"/>
                      <a:pt x="87880" y="19050"/>
                      <a:pt x="114300" y="19050"/>
                    </a:cubicBezTo>
                    <a:cubicBezTo>
                      <a:pt x="140720" y="19050"/>
                      <a:pt x="165414" y="24586"/>
                      <a:pt x="183821" y="34623"/>
                    </a:cubicBezTo>
                    <a:cubicBezTo>
                      <a:pt x="200168" y="43541"/>
                      <a:pt x="209550" y="55221"/>
                      <a:pt x="209550" y="66675"/>
                    </a:cubicBezTo>
                    <a:cubicBezTo>
                      <a:pt x="209550" y="78129"/>
                      <a:pt x="200168" y="89809"/>
                      <a:pt x="183821" y="98727"/>
                    </a:cubicBezTo>
                    <a:cubicBezTo>
                      <a:pt x="165414" y="108764"/>
                      <a:pt x="140720" y="114300"/>
                      <a:pt x="114300" y="114300"/>
                    </a:cubicBezTo>
                    <a:cubicBezTo>
                      <a:pt x="87880" y="114300"/>
                      <a:pt x="63186" y="108764"/>
                      <a:pt x="44779" y="98727"/>
                    </a:cubicBezTo>
                    <a:cubicBezTo>
                      <a:pt x="28432" y="89809"/>
                      <a:pt x="19050" y="78129"/>
                      <a:pt x="19050" y="66675"/>
                    </a:cubicBezTo>
                    <a:cubicBezTo>
                      <a:pt x="19050" y="55221"/>
                      <a:pt x="28432" y="43541"/>
                      <a:pt x="44779" y="34623"/>
                    </a:cubicBezTo>
                    <a:close/>
                    <a:moveTo>
                      <a:pt x="183821" y="213027"/>
                    </a:moveTo>
                    <a:cubicBezTo>
                      <a:pt x="165414" y="223064"/>
                      <a:pt x="140720" y="228600"/>
                      <a:pt x="114300" y="228600"/>
                    </a:cubicBezTo>
                    <a:cubicBezTo>
                      <a:pt x="87880" y="228600"/>
                      <a:pt x="63186" y="223064"/>
                      <a:pt x="44779" y="213027"/>
                    </a:cubicBezTo>
                    <a:cubicBezTo>
                      <a:pt x="28432" y="204109"/>
                      <a:pt x="19050" y="192429"/>
                      <a:pt x="19050" y="180975"/>
                    </a:cubicBezTo>
                    <a:lnTo>
                      <a:pt x="19050" y="161163"/>
                    </a:lnTo>
                    <a:cubicBezTo>
                      <a:pt x="39362" y="179022"/>
                      <a:pt x="74093" y="190500"/>
                      <a:pt x="114300" y="190500"/>
                    </a:cubicBezTo>
                    <a:cubicBezTo>
                      <a:pt x="154507" y="190500"/>
                      <a:pt x="189238" y="178975"/>
                      <a:pt x="209550" y="161163"/>
                    </a:cubicBezTo>
                    <a:lnTo>
                      <a:pt x="209550" y="180975"/>
                    </a:lnTo>
                    <a:cubicBezTo>
                      <a:pt x="209550" y="192429"/>
                      <a:pt x="200168" y="204109"/>
                      <a:pt x="183821" y="213027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53515" y="1405890"/>
              <a:ext cx="259123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VectorStoreManager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5898" y="1720691"/>
              <a:ext cx="19461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CHROMADB + HUGGINGFACE EMBEDDINGS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2047875"/>
              <a:ext cx="4610100" cy="762000"/>
            </a:xfrm>
            <a:prstGeom prst="roundRect">
              <a:avLst>
                <a:gd name="adj" fmla="val 100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28700" y="2047875"/>
              <a:ext cx="76200" cy="76200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42060" y="2175510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44918" y="2418874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45870" y="2607945"/>
              <a:ext cx="34912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本地 CPU 运行 · normalize_embeddings=True · HF Mirror 回退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28700" y="2933700"/>
              <a:ext cx="4610100" cy="1143000"/>
            </a:xfrm>
            <a:prstGeom prst="roundRect">
              <a:avLst>
                <a:gd name="adj" fmla="val 6667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28700" y="293370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42060" y="3061335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4918" y="3304699"/>
              <a:ext cx="23520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懒加载初始化 (self._store property)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44918" y="3495199"/>
              <a:ext cx="36067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去重逻辑 (_get_existing_sources: source + chunk_index)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44918" y="368569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持久化目录: data/chroma_db/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44918" y="387619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close() 释放 Chroma 资源锁 (Windows 必需)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28700" y="4210050"/>
              <a:ext cx="2190750" cy="762000"/>
            </a:xfrm>
            <a:prstGeom prst="roundRect">
              <a:avLst>
                <a:gd name="adj" fmla="val 100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24915" y="4344352"/>
              <a:ext cx="6735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search()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25868" y="4542949"/>
              <a:ext cx="1962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similarity_search(query, k=4)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26820" y="47415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返回最相关文档分块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448050" y="4210050"/>
              <a:ext cx="2190750" cy="762000"/>
            </a:xfrm>
            <a:prstGeom prst="roundRect">
              <a:avLst>
                <a:gd name="adj" fmla="val 10000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644265" y="43443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get_source_files()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45218" y="4542949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collection.get(metadatas)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46170" y="47415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页面刷新恢复文件列表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28700" y="5105400"/>
              <a:ext cx="4610100" cy="495300"/>
            </a:xfrm>
            <a:prstGeom prst="roundRect">
              <a:avLst>
                <a:gd name="adj" fmla="val 11538"/>
              </a:avLst>
            </a:prstGeom>
            <a:solidFill>
              <a:srgbClr val="00D4FF">
                <a:alpha val="4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6309" y="5295424"/>
              <a:ext cx="29631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D4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🔒 懒加载 · 去重校验 · 多语言嵌入 · Windows 兼容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418118" y="1190625"/>
            <a:ext cx="6011882" cy="5095875"/>
            <a:chOff x="5418118" y="1190625"/>
            <a:chExt cx="6011882" cy="5095875"/>
          </a:xfrm>
        </p:grpSpPr>
        <p:sp>
          <p:nvSpPr>
            <p:cNvPr id="37" name="Rectangle 37"/>
            <p:cNvSpPr/>
            <p:nvPr/>
          </p:nvSpPr>
          <p:spPr>
            <a:xfrm>
              <a:off x="6096000" y="1190625"/>
              <a:ext cx="5334000" cy="5095875"/>
            </a:xfrm>
            <a:prstGeom prst="roundRect">
              <a:avLst>
                <a:gd name="adj" fmla="val 1869"/>
              </a:avLst>
            </a:prstGeom>
            <a:solidFill>
              <a:srgbClr val="131837">
                <a:alpha val="40000"/>
              </a:srgbClr>
            </a:solidFill>
            <a:ln w="9525">
              <a:solidFill>
                <a:srgbClr val="2A2E4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391266" y="1404913"/>
              <a:ext cx="285759" cy="247698"/>
              <a:chOff x="6391266" y="1404913"/>
              <a:chExt cx="285759" cy="24769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00749" y="1419225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391266" y="1404913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87515" y="1405890"/>
              <a:ext cx="17595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C5CFC"/>
                  </a:solidFill>
                  <a:latin typeface="Arial"/>
                  <a:ea typeface="Microsoft YaHei"/>
                  <a:cs typeface="Arial"/>
                </a:rPr>
                <a:t>AgentManager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99898" y="1720691"/>
              <a:ext cx="24962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LANGGRAPH REACT · DEEPSEEK LLM · DUAL TOOLS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62700" y="2047875"/>
              <a:ext cx="4800600" cy="666750"/>
            </a:xfrm>
            <a:prstGeom prst="roundRect">
              <a:avLst>
                <a:gd name="adj" fmla="val 11429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62700" y="2047875"/>
              <a:ext cx="76200" cy="666750"/>
            </a:xfrm>
            <a:prstGeom prst="roundRect">
              <a:avLst>
                <a:gd name="adj" fmla="val 50000"/>
              </a:avLst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6060" y="21755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ChatOpenAI → DeepSeek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78918" y="239029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model: deepseek-v4-pro · temperature: 0.3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79870" y="25698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OpenAI-compatible: https://api.deepseek.com/v1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62700" y="2857500"/>
              <a:ext cx="4800600" cy="1238250"/>
            </a:xfrm>
            <a:prstGeom prst="roundRect">
              <a:avLst>
                <a:gd name="adj" fmla="val 6154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76060" y="296608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双工具协同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591300" y="3219450"/>
              <a:ext cx="2095500" cy="762000"/>
            </a:xfrm>
            <a:prstGeom prst="roundRect">
              <a:avLst>
                <a:gd name="adj" fmla="val 7500"/>
              </a:avLst>
            </a:prstGeom>
            <a:solidFill>
              <a:srgbClr val="00D4FF">
                <a:alpha val="5000"/>
              </a:srgbClr>
            </a:solidFill>
            <a:ln w="4762">
              <a:solidFill>
                <a:srgbClr val="00D4FF">
                  <a:alpha val="15000"/>
                </a:srgbClr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735738" y="3382909"/>
              <a:ext cx="162138" cy="162166"/>
              <a:chOff x="6735738" y="3382909"/>
              <a:chExt cx="162138" cy="16216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748462" y="3395662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119062" y="59531"/>
                    </a:moveTo>
                    <a:cubicBezTo>
                      <a:pt x="119062" y="92409"/>
                      <a:pt x="92409" y="119062"/>
                      <a:pt x="59531" y="119062"/>
                    </a:cubicBezTo>
                    <a:cubicBezTo>
                      <a:pt x="26653" y="119062"/>
                      <a:pt x="0" y="92409"/>
                      <a:pt x="0" y="59531"/>
                    </a:cubicBezTo>
                    <a:cubicBezTo>
                      <a:pt x="0" y="26653"/>
                      <a:pt x="26653" y="0"/>
                      <a:pt x="59531" y="0"/>
                    </a:cubicBezTo>
                    <a:cubicBezTo>
                      <a:pt x="92409" y="0"/>
                      <a:pt x="119062" y="26653"/>
                      <a:pt x="119062" y="59531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35738" y="3382909"/>
                <a:ext cx="162138" cy="162166"/>
              </a:xfrm>
              <a:custGeom>
                <a:avLst/>
                <a:gdLst/>
                <a:ahLst/>
                <a:cxnLst/>
                <a:rect l="l" t="t" r="r" b="b"/>
                <a:pathLst>
                  <a:path w="162138" h="162166">
                    <a:moveTo>
                      <a:pt x="159812" y="151417"/>
                    </a:moveTo>
                    <a:lnTo>
                      <a:pt x="122560" y="114165"/>
                    </a:lnTo>
                    <a:cubicBezTo>
                      <a:pt x="145034" y="87211"/>
                      <a:pt x="142332" y="47348"/>
                      <a:pt x="116426" y="23674"/>
                    </a:cubicBezTo>
                    <a:cubicBezTo>
                      <a:pt x="90521" y="0"/>
                      <a:pt x="50577" y="890"/>
                      <a:pt x="25751" y="25693"/>
                    </a:cubicBezTo>
                    <a:cubicBezTo>
                      <a:pt x="925" y="50497"/>
                      <a:pt x="0" y="90441"/>
                      <a:pt x="23651" y="116367"/>
                    </a:cubicBezTo>
                    <a:cubicBezTo>
                      <a:pt x="47303" y="142294"/>
                      <a:pt x="87163" y="145031"/>
                      <a:pt x="114136" y="122581"/>
                    </a:cubicBezTo>
                    <a:lnTo>
                      <a:pt x="151388" y="159840"/>
                    </a:lnTo>
                    <a:cubicBezTo>
                      <a:pt x="153714" y="162166"/>
                      <a:pt x="157486" y="162166"/>
                      <a:pt x="159812" y="159840"/>
                    </a:cubicBezTo>
                    <a:cubicBezTo>
                      <a:pt x="162138" y="157514"/>
                      <a:pt x="162138" y="153743"/>
                      <a:pt x="159812" y="151417"/>
                    </a:cubicBezTo>
                    <a:close/>
                    <a:moveTo>
                      <a:pt x="18678" y="72285"/>
                    </a:moveTo>
                    <a:cubicBezTo>
                      <a:pt x="18678" y="42694"/>
                      <a:pt x="42666" y="18706"/>
                      <a:pt x="72256" y="18706"/>
                    </a:cubicBezTo>
                    <a:cubicBezTo>
                      <a:pt x="101847" y="18706"/>
                      <a:pt x="125834" y="42694"/>
                      <a:pt x="125834" y="72285"/>
                    </a:cubicBezTo>
                    <a:cubicBezTo>
                      <a:pt x="125834" y="101875"/>
                      <a:pt x="101847" y="125863"/>
                      <a:pt x="72256" y="125863"/>
                    </a:cubicBezTo>
                    <a:cubicBezTo>
                      <a:pt x="42679" y="125830"/>
                      <a:pt x="18711" y="101861"/>
                      <a:pt x="18678" y="72285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58965" y="3410902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13220" y="36366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14172" y="3816191"/>
              <a:ext cx="14126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返回 [来源: 文件名 (页码)]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820150" y="3219450"/>
              <a:ext cx="2095500" cy="762000"/>
            </a:xfrm>
            <a:prstGeom prst="roundRect">
              <a:avLst>
                <a:gd name="adj" fmla="val 7500"/>
              </a:avLst>
            </a:prstGeom>
            <a:solidFill>
              <a:srgbClr val="FF6B9D">
                <a:alpha val="5000"/>
              </a:srgbClr>
            </a:solidFill>
            <a:ln w="4762">
              <a:solidFill>
                <a:srgbClr val="FF6B9D">
                  <a:alpha val="15000"/>
                </a:srgbClr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970321" y="3388548"/>
              <a:ext cx="155819" cy="155942"/>
              <a:chOff x="8970321" y="3388548"/>
              <a:chExt cx="155819" cy="15594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970321" y="3388548"/>
                <a:ext cx="143169" cy="136379"/>
              </a:xfrm>
              <a:custGeom>
                <a:avLst/>
                <a:gdLst/>
                <a:ahLst/>
                <a:cxnLst/>
                <a:rect l="l" t="t" r="r" b="b"/>
                <a:pathLst>
                  <a:path w="143169" h="136379">
                    <a:moveTo>
                      <a:pt x="143169" y="108846"/>
                    </a:moveTo>
                    <a:cubicBezTo>
                      <a:pt x="138035" y="119792"/>
                      <a:pt x="130217" y="129263"/>
                      <a:pt x="120443" y="136379"/>
                    </a:cubicBezTo>
                    <a:lnTo>
                      <a:pt x="113478" y="129406"/>
                    </a:lnTo>
                    <a:cubicBezTo>
                      <a:pt x="112732" y="128657"/>
                      <a:pt x="111799" y="128120"/>
                      <a:pt x="110777" y="127851"/>
                    </a:cubicBezTo>
                    <a:lnTo>
                      <a:pt x="94800" y="123639"/>
                    </a:lnTo>
                    <a:cubicBezTo>
                      <a:pt x="91868" y="122868"/>
                      <a:pt x="89984" y="120016"/>
                      <a:pt x="90424" y="117016"/>
                    </a:cubicBezTo>
                    <a:lnTo>
                      <a:pt x="92196" y="104961"/>
                    </a:lnTo>
                    <a:cubicBezTo>
                      <a:pt x="92500" y="102893"/>
                      <a:pt x="93867" y="101136"/>
                      <a:pt x="95797" y="100333"/>
                    </a:cubicBezTo>
                    <a:lnTo>
                      <a:pt x="118464" y="90912"/>
                    </a:lnTo>
                    <a:cubicBezTo>
                      <a:pt x="120602" y="90025"/>
                      <a:pt x="123060" y="90457"/>
                      <a:pt x="124767" y="92021"/>
                    </a:cubicBezTo>
                    <a:close/>
                    <a:moveTo>
                      <a:pt x="102160" y="61437"/>
                    </a:moveTo>
                    <a:lnTo>
                      <a:pt x="118657" y="42238"/>
                    </a:lnTo>
                    <a:cubicBezTo>
                      <a:pt x="119585" y="41162"/>
                      <a:pt x="120097" y="39789"/>
                      <a:pt x="120101" y="38368"/>
                    </a:cubicBezTo>
                    <a:lnTo>
                      <a:pt x="120101" y="20509"/>
                    </a:lnTo>
                    <a:cubicBezTo>
                      <a:pt x="91586" y="0"/>
                      <a:pt x="52392" y="3263"/>
                      <a:pt x="27661" y="28205"/>
                    </a:cubicBezTo>
                    <a:cubicBezTo>
                      <a:pt x="2930" y="53148"/>
                      <a:pt x="0" y="92368"/>
                      <a:pt x="20751" y="120707"/>
                    </a:cubicBezTo>
                    <a:lnTo>
                      <a:pt x="28132" y="115856"/>
                    </a:lnTo>
                    <a:cubicBezTo>
                      <a:pt x="29793" y="114759"/>
                      <a:pt x="30795" y="112905"/>
                      <a:pt x="30804" y="110915"/>
                    </a:cubicBezTo>
                    <a:lnTo>
                      <a:pt x="30960" y="83954"/>
                    </a:lnTo>
                    <a:cubicBezTo>
                      <a:pt x="30968" y="82786"/>
                      <a:pt x="31317" y="81645"/>
                      <a:pt x="31965" y="80673"/>
                    </a:cubicBezTo>
                    <a:lnTo>
                      <a:pt x="47547" y="57381"/>
                    </a:lnTo>
                    <a:cubicBezTo>
                      <a:pt x="48450" y="56041"/>
                      <a:pt x="49859" y="55125"/>
                      <a:pt x="51450" y="54845"/>
                    </a:cubicBezTo>
                    <a:cubicBezTo>
                      <a:pt x="53042" y="54564"/>
                      <a:pt x="54679" y="54942"/>
                      <a:pt x="55986" y="55893"/>
                    </a:cubicBezTo>
                    <a:lnTo>
                      <a:pt x="70727" y="65567"/>
                    </a:lnTo>
                    <a:cubicBezTo>
                      <a:pt x="71968" y="66461"/>
                      <a:pt x="73504" y="66847"/>
                      <a:pt x="75021" y="66646"/>
                    </a:cubicBezTo>
                    <a:lnTo>
                      <a:pt x="98431" y="63476"/>
                    </a:lnTo>
                    <a:cubicBezTo>
                      <a:pt x="99883" y="63278"/>
                      <a:pt x="101210" y="62552"/>
                      <a:pt x="102160" y="61437"/>
                    </a:cubicBez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971359" y="3389709"/>
                <a:ext cx="154781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54781">
                    <a:moveTo>
                      <a:pt x="77391" y="0"/>
                    </a:moveTo>
                    <a:cubicBezTo>
                      <a:pt x="34649" y="0"/>
                      <a:pt x="0" y="34649"/>
                      <a:pt x="0" y="77391"/>
                    </a:cubicBezTo>
                    <a:cubicBezTo>
                      <a:pt x="0" y="120132"/>
                      <a:pt x="34649" y="154781"/>
                      <a:pt x="77391" y="154781"/>
                    </a:cubicBezTo>
                    <a:cubicBezTo>
                      <a:pt x="120132" y="154781"/>
                      <a:pt x="154781" y="120132"/>
                      <a:pt x="154781" y="77391"/>
                    </a:cubicBezTo>
                    <a:cubicBezTo>
                      <a:pt x="154736" y="34668"/>
                      <a:pt x="120114" y="45"/>
                      <a:pt x="77391" y="0"/>
                    </a:cubicBezTo>
                    <a:close/>
                    <a:moveTo>
                      <a:pt x="77391" y="11906"/>
                    </a:moveTo>
                    <a:cubicBezTo>
                      <a:pt x="90078" y="11893"/>
                      <a:pt x="102493" y="15586"/>
                      <a:pt x="113109" y="22533"/>
                    </a:cubicBezTo>
                    <a:lnTo>
                      <a:pt x="113109" y="37207"/>
                    </a:lnTo>
                    <a:lnTo>
                      <a:pt x="96612" y="56361"/>
                    </a:lnTo>
                    <a:lnTo>
                      <a:pt x="73194" y="59531"/>
                    </a:lnTo>
                    <a:lnTo>
                      <a:pt x="72963" y="59368"/>
                    </a:lnTo>
                    <a:lnTo>
                      <a:pt x="58326" y="49798"/>
                    </a:lnTo>
                    <a:cubicBezTo>
                      <a:pt x="55704" y="47951"/>
                      <a:pt x="52448" y="47240"/>
                      <a:pt x="49295" y="47826"/>
                    </a:cubicBezTo>
                    <a:cubicBezTo>
                      <a:pt x="46142" y="48411"/>
                      <a:pt x="43359" y="50244"/>
                      <a:pt x="41575" y="52908"/>
                    </a:cubicBezTo>
                    <a:lnTo>
                      <a:pt x="25993" y="76200"/>
                    </a:lnTo>
                    <a:cubicBezTo>
                      <a:pt x="24695" y="78141"/>
                      <a:pt x="23996" y="80421"/>
                      <a:pt x="23984" y="82756"/>
                    </a:cubicBezTo>
                    <a:lnTo>
                      <a:pt x="23812" y="109716"/>
                    </a:lnTo>
                    <a:lnTo>
                      <a:pt x="21379" y="111316"/>
                    </a:lnTo>
                    <a:cubicBezTo>
                      <a:pt x="9131" y="91095"/>
                      <a:pt x="8734" y="65842"/>
                      <a:pt x="20339" y="45245"/>
                    </a:cubicBezTo>
                    <a:cubicBezTo>
                      <a:pt x="31944" y="24649"/>
                      <a:pt x="53750" y="11906"/>
                      <a:pt x="77391" y="11906"/>
                    </a:cubicBezTo>
                    <a:close/>
                    <a:moveTo>
                      <a:pt x="28493" y="120901"/>
                    </a:moveTo>
                    <a:lnTo>
                      <a:pt x="30368" y="119673"/>
                    </a:lnTo>
                    <a:cubicBezTo>
                      <a:pt x="33694" y="117479"/>
                      <a:pt x="35702" y="113767"/>
                      <a:pt x="35719" y="109783"/>
                    </a:cubicBezTo>
                    <a:lnTo>
                      <a:pt x="35875" y="82823"/>
                    </a:lnTo>
                    <a:lnTo>
                      <a:pt x="51472" y="59531"/>
                    </a:lnTo>
                    <a:cubicBezTo>
                      <a:pt x="51549" y="59590"/>
                      <a:pt x="51628" y="59645"/>
                      <a:pt x="51710" y="59695"/>
                    </a:cubicBezTo>
                    <a:lnTo>
                      <a:pt x="66348" y="69272"/>
                    </a:lnTo>
                    <a:cubicBezTo>
                      <a:pt x="68801" y="71003"/>
                      <a:pt x="71819" y="71740"/>
                      <a:pt x="74794" y="71333"/>
                    </a:cubicBezTo>
                    <a:lnTo>
                      <a:pt x="98227" y="68156"/>
                    </a:lnTo>
                    <a:cubicBezTo>
                      <a:pt x="101116" y="67770"/>
                      <a:pt x="103764" y="66338"/>
                      <a:pt x="105668" y="64130"/>
                    </a:cubicBezTo>
                    <a:lnTo>
                      <a:pt x="122166" y="44961"/>
                    </a:lnTo>
                    <a:cubicBezTo>
                      <a:pt x="124011" y="42799"/>
                      <a:pt x="125021" y="40049"/>
                      <a:pt x="125016" y="37207"/>
                    </a:cubicBezTo>
                    <a:lnTo>
                      <a:pt x="125016" y="32497"/>
                    </a:lnTo>
                    <a:cubicBezTo>
                      <a:pt x="141416" y="49848"/>
                      <a:pt x="147056" y="74759"/>
                      <a:pt x="139727" y="97482"/>
                    </a:cubicBezTo>
                    <a:lnTo>
                      <a:pt x="127717" y="86499"/>
                    </a:lnTo>
                    <a:cubicBezTo>
                      <a:pt x="124308" y="83370"/>
                      <a:pt x="119395" y="82499"/>
                      <a:pt x="115119" y="84266"/>
                    </a:cubicBezTo>
                    <a:lnTo>
                      <a:pt x="92452" y="93680"/>
                    </a:lnTo>
                    <a:cubicBezTo>
                      <a:pt x="88597" y="95298"/>
                      <a:pt x="85867" y="98810"/>
                      <a:pt x="85249" y="102944"/>
                    </a:cubicBezTo>
                    <a:lnTo>
                      <a:pt x="83470" y="114992"/>
                    </a:lnTo>
                    <a:cubicBezTo>
                      <a:pt x="82585" y="120996"/>
                      <a:pt x="86358" y="126706"/>
                      <a:pt x="92229" y="128245"/>
                    </a:cubicBezTo>
                    <a:lnTo>
                      <a:pt x="108198" y="132457"/>
                    </a:lnTo>
                    <a:lnTo>
                      <a:pt x="109954" y="134221"/>
                    </a:lnTo>
                    <a:cubicBezTo>
                      <a:pt x="83074" y="149643"/>
                      <a:pt x="49061" y="144081"/>
                      <a:pt x="28493" y="120901"/>
                    </a:cubicBezTo>
                    <a:close/>
                    <a:moveTo>
                      <a:pt x="119807" y="127248"/>
                    </a:moveTo>
                    <a:lnTo>
                      <a:pt x="116607" y="124041"/>
                    </a:lnTo>
                    <a:cubicBezTo>
                      <a:pt x="115114" y="122543"/>
                      <a:pt x="113249" y="121469"/>
                      <a:pt x="111204" y="120930"/>
                    </a:cubicBezTo>
                    <a:lnTo>
                      <a:pt x="95250" y="116718"/>
                    </a:lnTo>
                    <a:lnTo>
                      <a:pt x="97028" y="104671"/>
                    </a:lnTo>
                    <a:lnTo>
                      <a:pt x="119688" y="95250"/>
                    </a:lnTo>
                    <a:lnTo>
                      <a:pt x="134689" y="109002"/>
                    </a:lnTo>
                    <a:cubicBezTo>
                      <a:pt x="130866" y="115929"/>
                      <a:pt x="125824" y="122110"/>
                      <a:pt x="119807" y="127248"/>
                    </a:cubicBez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187815" y="341090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6B9D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42070" y="3636645"/>
              <a:ext cx="13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DuckDuckGo · 智能回退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3022" y="3816191"/>
              <a:ext cx="14346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html/lite 双后端 · 重试保护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362700" y="4238625"/>
              <a:ext cx="4800600" cy="666750"/>
            </a:xfrm>
            <a:prstGeom prst="roundRect">
              <a:avLst>
                <a:gd name="adj" fmla="val 11429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362700" y="4238625"/>
              <a:ext cx="76200" cy="66675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76060" y="4366260"/>
              <a:ext cx="2130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流式输出 · stream_chat()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78918" y="4581049"/>
              <a:ext cx="37042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values 模式实时 yield · 检索原文收集到 last_retrieved_docs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79870" y="4760595"/>
              <a:ext cx="22191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工具调用日志 · 耗时统计 · 回答溯源展示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362700" y="5048250"/>
              <a:ext cx="4800600" cy="523875"/>
            </a:xfrm>
            <a:prstGeom prst="roundRect">
              <a:avLst>
                <a:gd name="adj" fmla="val 10909"/>
              </a:avLst>
            </a:prstGeom>
            <a:solidFill>
              <a:srgbClr val="7C5CFC">
                <a:alpha val="4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418118" y="5152549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C5CFC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📋 中文 System Prompt: 文档优先 → 网络回退 → 禁止编造 → 注明来源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908881" y="5351145"/>
              <a:ext cx="30412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0A4B8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web_search 失败后禁止再次调用 · 告知用户当前不可用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2A2E45">
                <a:alpha val="50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4B8">
                      <a:alphaMod val="40000"/>
                    </a:srgbClr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56235"/>
            <a:ext cx="4068318" cy="601027"/>
            <a:chOff x="762000" y="356235"/>
            <a:chExt cx="4068318" cy="601027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562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记忆管理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743902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MEMORYMANAGER — CONVERSATION BUFFER WINDOW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238250"/>
            <a:ext cx="5238750" cy="2476500"/>
            <a:chOff x="762000" y="1238250"/>
            <a:chExt cx="5238750" cy="247650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238750" cy="2476500"/>
            </a:xfrm>
            <a:prstGeom prst="roundRect">
              <a:avLst>
                <a:gd name="adj" fmla="val 3846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42690" y="1494745"/>
              <a:ext cx="209943" cy="267380"/>
              <a:chOff x="1142690" y="1494745"/>
              <a:chExt cx="209943" cy="2673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52239" y="1504331"/>
                <a:ext cx="190811" cy="210169"/>
              </a:xfrm>
              <a:custGeom>
                <a:avLst/>
                <a:gdLst/>
                <a:ahLst/>
                <a:cxnLst/>
                <a:rect l="l" t="t" r="r" b="b"/>
                <a:pathLst>
                  <a:path w="190811" h="210169">
                    <a:moveTo>
                      <a:pt x="190786" y="95869"/>
                    </a:moveTo>
                    <a:cubicBezTo>
                      <a:pt x="190811" y="125113"/>
                      <a:pt x="177379" y="152741"/>
                      <a:pt x="154365" y="170783"/>
                    </a:cubicBezTo>
                    <a:cubicBezTo>
                      <a:pt x="147336" y="176231"/>
                      <a:pt x="143204" y="184608"/>
                      <a:pt x="143161" y="193500"/>
                    </a:cubicBezTo>
                    <a:lnTo>
                      <a:pt x="143161" y="200644"/>
                    </a:lnTo>
                    <a:cubicBezTo>
                      <a:pt x="143161" y="205905"/>
                      <a:pt x="138896" y="210169"/>
                      <a:pt x="133636" y="210169"/>
                    </a:cubicBezTo>
                    <a:lnTo>
                      <a:pt x="57436" y="210169"/>
                    </a:lnTo>
                    <a:cubicBezTo>
                      <a:pt x="52175" y="210169"/>
                      <a:pt x="47911" y="205905"/>
                      <a:pt x="47911" y="200644"/>
                    </a:cubicBezTo>
                    <a:lnTo>
                      <a:pt x="47911" y="193500"/>
                    </a:lnTo>
                    <a:cubicBezTo>
                      <a:pt x="47902" y="184657"/>
                      <a:pt x="43816" y="176311"/>
                      <a:pt x="36838" y="170879"/>
                    </a:cubicBezTo>
                    <a:cubicBezTo>
                      <a:pt x="13897" y="152957"/>
                      <a:pt x="428" y="125516"/>
                      <a:pt x="286" y="96405"/>
                    </a:cubicBezTo>
                    <a:cubicBezTo>
                      <a:pt x="0" y="44779"/>
                      <a:pt x="41624" y="1810"/>
                      <a:pt x="93238" y="619"/>
                    </a:cubicBezTo>
                    <a:cubicBezTo>
                      <a:pt x="118895" y="0"/>
                      <a:pt x="143717" y="9761"/>
                      <a:pt x="162080" y="27692"/>
                    </a:cubicBezTo>
                    <a:cubicBezTo>
                      <a:pt x="180443" y="45622"/>
                      <a:pt x="190793" y="70204"/>
                      <a:pt x="190786" y="95869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42690" y="1494745"/>
                <a:ext cx="209943" cy="267380"/>
              </a:xfrm>
              <a:custGeom>
                <a:avLst/>
                <a:gdLst/>
                <a:ahLst/>
                <a:cxnLst/>
                <a:rect l="l" t="t" r="r" b="b"/>
                <a:pathLst>
                  <a:path w="209943" h="267380">
                    <a:moveTo>
                      <a:pt x="162235" y="257855"/>
                    </a:moveTo>
                    <a:cubicBezTo>
                      <a:pt x="162235" y="263116"/>
                      <a:pt x="157970" y="267380"/>
                      <a:pt x="152710" y="267380"/>
                    </a:cubicBezTo>
                    <a:lnTo>
                      <a:pt x="57460" y="267380"/>
                    </a:lnTo>
                    <a:cubicBezTo>
                      <a:pt x="52199" y="267380"/>
                      <a:pt x="47935" y="263116"/>
                      <a:pt x="47935" y="257855"/>
                    </a:cubicBezTo>
                    <a:cubicBezTo>
                      <a:pt x="47935" y="252595"/>
                      <a:pt x="52199" y="248330"/>
                      <a:pt x="57460" y="248330"/>
                    </a:cubicBezTo>
                    <a:lnTo>
                      <a:pt x="152710" y="248330"/>
                    </a:lnTo>
                    <a:cubicBezTo>
                      <a:pt x="157970" y="248330"/>
                      <a:pt x="162235" y="252595"/>
                      <a:pt x="162235" y="257855"/>
                    </a:cubicBezTo>
                    <a:close/>
                    <a:moveTo>
                      <a:pt x="209860" y="105455"/>
                    </a:moveTo>
                    <a:cubicBezTo>
                      <a:pt x="209943" y="137632"/>
                      <a:pt x="195161" y="168045"/>
                      <a:pt x="169807" y="187858"/>
                    </a:cubicBezTo>
                    <a:cubicBezTo>
                      <a:pt x="165066" y="191492"/>
                      <a:pt x="162271" y="197113"/>
                      <a:pt x="162235" y="203086"/>
                    </a:cubicBezTo>
                    <a:lnTo>
                      <a:pt x="162235" y="210230"/>
                    </a:lnTo>
                    <a:cubicBezTo>
                      <a:pt x="162235" y="220751"/>
                      <a:pt x="153706" y="229280"/>
                      <a:pt x="143185" y="229280"/>
                    </a:cubicBezTo>
                    <a:lnTo>
                      <a:pt x="66985" y="229280"/>
                    </a:lnTo>
                    <a:cubicBezTo>
                      <a:pt x="56464" y="229280"/>
                      <a:pt x="47935" y="220751"/>
                      <a:pt x="47935" y="210230"/>
                    </a:cubicBezTo>
                    <a:lnTo>
                      <a:pt x="47935" y="203086"/>
                    </a:lnTo>
                    <a:cubicBezTo>
                      <a:pt x="47931" y="197184"/>
                      <a:pt x="45191" y="191617"/>
                      <a:pt x="40517" y="188013"/>
                    </a:cubicBezTo>
                    <a:cubicBezTo>
                      <a:pt x="15229" y="168319"/>
                      <a:pt x="403" y="138090"/>
                      <a:pt x="310" y="106039"/>
                    </a:cubicBezTo>
                    <a:cubicBezTo>
                      <a:pt x="0" y="49293"/>
                      <a:pt x="45863" y="2037"/>
                      <a:pt x="102560" y="680"/>
                    </a:cubicBezTo>
                    <a:cubicBezTo>
                      <a:pt x="130783" y="0"/>
                      <a:pt x="158086" y="10738"/>
                      <a:pt x="178285" y="30461"/>
                    </a:cubicBezTo>
                    <a:cubicBezTo>
                      <a:pt x="198483" y="50184"/>
                      <a:pt x="209868" y="77224"/>
                      <a:pt x="209860" y="105455"/>
                    </a:cubicBezTo>
                    <a:close/>
                    <a:moveTo>
                      <a:pt x="190810" y="105455"/>
                    </a:moveTo>
                    <a:cubicBezTo>
                      <a:pt x="190816" y="82356"/>
                      <a:pt x="181501" y="60231"/>
                      <a:pt x="164973" y="44094"/>
                    </a:cubicBezTo>
                    <a:cubicBezTo>
                      <a:pt x="148446" y="27957"/>
                      <a:pt x="126105" y="19172"/>
                      <a:pt x="103013" y="19730"/>
                    </a:cubicBezTo>
                    <a:cubicBezTo>
                      <a:pt x="56578" y="20825"/>
                      <a:pt x="19110" y="59485"/>
                      <a:pt x="19360" y="105919"/>
                    </a:cubicBezTo>
                    <a:cubicBezTo>
                      <a:pt x="19448" y="132133"/>
                      <a:pt x="31583" y="156850"/>
                      <a:pt x="52268" y="172952"/>
                    </a:cubicBezTo>
                    <a:cubicBezTo>
                      <a:pt x="61569" y="180181"/>
                      <a:pt x="67001" y="191307"/>
                      <a:pt x="66985" y="203086"/>
                    </a:cubicBezTo>
                    <a:lnTo>
                      <a:pt x="66985" y="210230"/>
                    </a:lnTo>
                    <a:lnTo>
                      <a:pt x="143185" y="210230"/>
                    </a:lnTo>
                    <a:lnTo>
                      <a:pt x="143185" y="203086"/>
                    </a:lnTo>
                    <a:cubicBezTo>
                      <a:pt x="143211" y="191274"/>
                      <a:pt x="148691" y="180135"/>
                      <a:pt x="158032" y="172904"/>
                    </a:cubicBezTo>
                    <a:cubicBezTo>
                      <a:pt x="178784" y="156686"/>
                      <a:pt x="190881" y="131792"/>
                      <a:pt x="190810" y="105455"/>
                    </a:cubicBezTo>
                    <a:close/>
                    <a:moveTo>
                      <a:pt x="171629" y="94335"/>
                    </a:moveTo>
                    <a:cubicBezTo>
                      <a:pt x="166570" y="66079"/>
                      <a:pt x="144450" y="43964"/>
                      <a:pt x="116193" y="38911"/>
                    </a:cubicBezTo>
                    <a:cubicBezTo>
                      <a:pt x="111005" y="38037"/>
                      <a:pt x="106090" y="41533"/>
                      <a:pt x="105216" y="46722"/>
                    </a:cubicBezTo>
                    <a:cubicBezTo>
                      <a:pt x="104341" y="51910"/>
                      <a:pt x="107838" y="56825"/>
                      <a:pt x="113026" y="57699"/>
                    </a:cubicBezTo>
                    <a:cubicBezTo>
                      <a:pt x="132755" y="61021"/>
                      <a:pt x="149495" y="77761"/>
                      <a:pt x="152841" y="97526"/>
                    </a:cubicBezTo>
                    <a:cubicBezTo>
                      <a:pt x="153619" y="102106"/>
                      <a:pt x="157588" y="105457"/>
                      <a:pt x="162235" y="105455"/>
                    </a:cubicBezTo>
                    <a:cubicBezTo>
                      <a:pt x="162773" y="105452"/>
                      <a:pt x="163310" y="105408"/>
                      <a:pt x="163842" y="105324"/>
                    </a:cubicBezTo>
                    <a:cubicBezTo>
                      <a:pt x="169026" y="104439"/>
                      <a:pt x="172512" y="99519"/>
                      <a:pt x="171629" y="94335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01140" y="15011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滑动窗口记忆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3522" y="1815941"/>
              <a:ext cx="20562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D4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CONVERSATION BUFFER WINDOW MEMORY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95375" y="2095500"/>
              <a:ext cx="4572000" cy="666750"/>
            </a:xfrm>
            <a:prstGeom prst="roundRect">
              <a:avLst>
                <a:gd name="adj" fmla="val 11429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95375" y="2095500"/>
              <a:ext cx="76200" cy="66675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19212" y="2240756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只保留最近 k 轮对话（默认 k=4），超出自动滑出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0165" y="24774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避免上下文过长导致推理速度下降和 Token 浪费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95375" y="2905125"/>
              <a:ext cx="4572000" cy="666750"/>
            </a:xfrm>
            <a:prstGeom prst="roundRect">
              <a:avLst>
                <a:gd name="adj" fmla="val 11429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19212" y="302180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return_messages=True — 以消息列表形式返回对话历史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0165" y="3258502"/>
              <a:ext cx="3268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memory_key="history" — 统一注入 Agent prompt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191250" y="1238250"/>
            <a:ext cx="5238750" cy="2476500"/>
            <a:chOff x="6191250" y="1238250"/>
            <a:chExt cx="5238750" cy="2476500"/>
          </a:xfrm>
        </p:grpSpPr>
        <p:sp>
          <p:nvSpPr>
            <p:cNvPr id="21" name="Rectangle 21"/>
            <p:cNvSpPr/>
            <p:nvPr/>
          </p:nvSpPr>
          <p:spPr>
            <a:xfrm>
              <a:off x="6191250" y="1238250"/>
              <a:ext cx="5238750" cy="2476500"/>
            </a:xfrm>
            <a:prstGeom prst="roundRect">
              <a:avLst>
                <a:gd name="adj" fmla="val 3846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534153" y="1514184"/>
              <a:ext cx="285744" cy="228891"/>
              <a:chOff x="6534153" y="1514184"/>
              <a:chExt cx="285744" cy="22889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43675" y="158115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266700" y="47625"/>
                    </a:moveTo>
                    <a:lnTo>
                      <a:pt x="209550" y="95250"/>
                    </a:lnTo>
                    <a:lnTo>
                      <a:pt x="57150" y="95250"/>
                    </a:lnTo>
                    <a:lnTo>
                      <a:pt x="0" y="47625"/>
                    </a:lnTo>
                    <a:lnTo>
                      <a:pt x="57150" y="0"/>
                    </a:lnTo>
                    <a:lnTo>
                      <a:pt x="209550" y="0"/>
                    </a:ln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34153" y="1514184"/>
                <a:ext cx="285744" cy="228891"/>
              </a:xfrm>
              <a:custGeom>
                <a:avLst/>
                <a:gdLst/>
                <a:ahLst/>
                <a:cxnLst/>
                <a:rect l="l" t="t" r="r" b="b"/>
                <a:pathLst>
                  <a:path w="285744" h="228891">
                    <a:moveTo>
                      <a:pt x="72768" y="74288"/>
                    </a:moveTo>
                    <a:lnTo>
                      <a:pt x="24405" y="114591"/>
                    </a:lnTo>
                    <a:lnTo>
                      <a:pt x="72768" y="154893"/>
                    </a:lnTo>
                    <a:cubicBezTo>
                      <a:pt x="75459" y="157048"/>
                      <a:pt x="76777" y="160488"/>
                      <a:pt x="76212" y="163889"/>
                    </a:cubicBezTo>
                    <a:cubicBezTo>
                      <a:pt x="75647" y="167290"/>
                      <a:pt x="73289" y="170120"/>
                      <a:pt x="70046" y="171290"/>
                    </a:cubicBezTo>
                    <a:cubicBezTo>
                      <a:pt x="66803" y="172459"/>
                      <a:pt x="63181" y="171784"/>
                      <a:pt x="60576" y="169526"/>
                    </a:cubicBezTo>
                    <a:lnTo>
                      <a:pt x="3426" y="121901"/>
                    </a:lnTo>
                    <a:cubicBezTo>
                      <a:pt x="1255" y="120091"/>
                      <a:pt x="0" y="117411"/>
                      <a:pt x="0" y="114585"/>
                    </a:cubicBezTo>
                    <a:cubicBezTo>
                      <a:pt x="0" y="111758"/>
                      <a:pt x="1255" y="109078"/>
                      <a:pt x="3426" y="107268"/>
                    </a:cubicBezTo>
                    <a:lnTo>
                      <a:pt x="60576" y="59643"/>
                    </a:lnTo>
                    <a:cubicBezTo>
                      <a:pt x="64620" y="56277"/>
                      <a:pt x="70628" y="56826"/>
                      <a:pt x="73994" y="60870"/>
                    </a:cubicBezTo>
                    <a:cubicBezTo>
                      <a:pt x="77361" y="64914"/>
                      <a:pt x="76812" y="70921"/>
                      <a:pt x="72768" y="74288"/>
                    </a:cubicBezTo>
                    <a:close/>
                    <a:moveTo>
                      <a:pt x="282318" y="107268"/>
                    </a:moveTo>
                    <a:lnTo>
                      <a:pt x="225168" y="59643"/>
                    </a:lnTo>
                    <a:cubicBezTo>
                      <a:pt x="221124" y="56277"/>
                      <a:pt x="215117" y="56826"/>
                      <a:pt x="211750" y="60870"/>
                    </a:cubicBezTo>
                    <a:cubicBezTo>
                      <a:pt x="208383" y="64914"/>
                      <a:pt x="208932" y="70921"/>
                      <a:pt x="212976" y="74288"/>
                    </a:cubicBezTo>
                    <a:lnTo>
                      <a:pt x="261339" y="114591"/>
                    </a:lnTo>
                    <a:lnTo>
                      <a:pt x="212976" y="154893"/>
                    </a:lnTo>
                    <a:cubicBezTo>
                      <a:pt x="210285" y="157048"/>
                      <a:pt x="208968" y="160488"/>
                      <a:pt x="209532" y="163889"/>
                    </a:cubicBezTo>
                    <a:cubicBezTo>
                      <a:pt x="210097" y="167290"/>
                      <a:pt x="212455" y="170120"/>
                      <a:pt x="215698" y="171290"/>
                    </a:cubicBezTo>
                    <a:cubicBezTo>
                      <a:pt x="218942" y="172459"/>
                      <a:pt x="222563" y="171784"/>
                      <a:pt x="225168" y="169526"/>
                    </a:cubicBezTo>
                    <a:lnTo>
                      <a:pt x="282318" y="121901"/>
                    </a:lnTo>
                    <a:cubicBezTo>
                      <a:pt x="284489" y="120091"/>
                      <a:pt x="285744" y="117411"/>
                      <a:pt x="285744" y="114585"/>
                    </a:cubicBezTo>
                    <a:cubicBezTo>
                      <a:pt x="285744" y="111758"/>
                      <a:pt x="284489" y="109078"/>
                      <a:pt x="282318" y="107268"/>
                    </a:cubicBezTo>
                    <a:close/>
                    <a:moveTo>
                      <a:pt x="184223" y="862"/>
                    </a:moveTo>
                    <a:cubicBezTo>
                      <a:pt x="181848" y="0"/>
                      <a:pt x="179228" y="117"/>
                      <a:pt x="176939" y="1186"/>
                    </a:cubicBezTo>
                    <a:cubicBezTo>
                      <a:pt x="174651" y="2256"/>
                      <a:pt x="172881" y="4191"/>
                      <a:pt x="172019" y="6565"/>
                    </a:cubicBezTo>
                    <a:lnTo>
                      <a:pt x="95819" y="216115"/>
                    </a:lnTo>
                    <a:cubicBezTo>
                      <a:pt x="94953" y="218491"/>
                      <a:pt x="95067" y="221114"/>
                      <a:pt x="96137" y="223406"/>
                    </a:cubicBezTo>
                    <a:cubicBezTo>
                      <a:pt x="97207" y="225697"/>
                      <a:pt x="99144" y="227469"/>
                      <a:pt x="101522" y="228331"/>
                    </a:cubicBezTo>
                    <a:cubicBezTo>
                      <a:pt x="102565" y="228702"/>
                      <a:pt x="103665" y="228891"/>
                      <a:pt x="104772" y="228891"/>
                    </a:cubicBezTo>
                    <a:cubicBezTo>
                      <a:pt x="108779" y="228891"/>
                      <a:pt x="112358" y="226383"/>
                      <a:pt x="113726" y="222616"/>
                    </a:cubicBezTo>
                    <a:lnTo>
                      <a:pt x="189926" y="13066"/>
                    </a:lnTo>
                    <a:cubicBezTo>
                      <a:pt x="190788" y="10691"/>
                      <a:pt x="190671" y="8072"/>
                      <a:pt x="189602" y="5783"/>
                    </a:cubicBezTo>
                    <a:cubicBezTo>
                      <a:pt x="188532" y="3494"/>
                      <a:pt x="186597" y="1724"/>
                      <a:pt x="184223" y="862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930390" y="15011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实现细节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42772" y="1815941"/>
              <a:ext cx="13081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C5CFC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IMPLEMENTATION DETAILS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24625" y="2095500"/>
              <a:ext cx="4572000" cy="1476375"/>
            </a:xfrm>
            <a:prstGeom prst="roundRect">
              <a:avLst>
                <a:gd name="adj" fmla="val 5161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49415" y="224885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class MemoryManager: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0368" y="24855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def __init__(self, k=MEMORY_KEEP_RECENT)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0368" y="27141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def save_context(inputs, outputs)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0368" y="292369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/>
                  </a:solidFill>
                  <a:latin typeface="Consolas"/>
                  <a:ea typeface="Microsoft YaHei"/>
                  <a:cs typeface="Consolas"/>
                </a:rPr>
                <a:t>def load_memory_variables(inputs)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49415" y="3201352"/>
              <a:ext cx="38701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Config: MEMORY_KEEP_RECENT=4, MAX_TOKEN_LIMIT=4000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50368" y="3418999"/>
              <a:ext cx="29436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存储于 Streamlit session_state 实现页面持久化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2000" y="3905250"/>
            <a:ext cx="5238750" cy="2381250"/>
            <a:chOff x="762000" y="3905250"/>
            <a:chExt cx="5238750" cy="2381250"/>
          </a:xfrm>
        </p:grpSpPr>
        <p:sp>
          <p:nvSpPr>
            <p:cNvPr id="35" name="Rectangle 35"/>
            <p:cNvSpPr/>
            <p:nvPr/>
          </p:nvSpPr>
          <p:spPr>
            <a:xfrm>
              <a:off x="762000" y="3905250"/>
              <a:ext cx="5238750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108975" y="4169086"/>
              <a:ext cx="276006" cy="253684"/>
              <a:chOff x="1108975" y="4169086"/>
              <a:chExt cx="276006" cy="25368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204984" y="4238768"/>
                <a:ext cx="170234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170234" h="174618">
                    <a:moveTo>
                      <a:pt x="166330" y="162187"/>
                    </a:moveTo>
                    <a:cubicBezTo>
                      <a:pt x="167045" y="164683"/>
                      <a:pt x="166350" y="167369"/>
                      <a:pt x="164514" y="169205"/>
                    </a:cubicBezTo>
                    <a:cubicBezTo>
                      <a:pt x="162678" y="171041"/>
                      <a:pt x="159992" y="171736"/>
                      <a:pt x="157496" y="171021"/>
                    </a:cubicBezTo>
                    <a:lnTo>
                      <a:pt x="121932" y="160865"/>
                    </a:lnTo>
                    <a:cubicBezTo>
                      <a:pt x="99854" y="172886"/>
                      <a:pt x="73615" y="174618"/>
                      <a:pt x="50149" y="165604"/>
                    </a:cubicBezTo>
                    <a:cubicBezTo>
                      <a:pt x="26683" y="156589"/>
                      <a:pt x="8352" y="137736"/>
                      <a:pt x="0" y="114026"/>
                    </a:cubicBezTo>
                    <a:lnTo>
                      <a:pt x="0" y="114026"/>
                    </a:lnTo>
                    <a:cubicBezTo>
                      <a:pt x="1548" y="114110"/>
                      <a:pt x="3108" y="114157"/>
                      <a:pt x="4679" y="114157"/>
                    </a:cubicBezTo>
                    <a:cubicBezTo>
                      <a:pt x="32483" y="114159"/>
                      <a:pt x="58561" y="100677"/>
                      <a:pt x="74634" y="77990"/>
                    </a:cubicBezTo>
                    <a:cubicBezTo>
                      <a:pt x="90708" y="55303"/>
                      <a:pt x="94780" y="26230"/>
                      <a:pt x="85558" y="0"/>
                    </a:cubicBezTo>
                    <a:lnTo>
                      <a:pt x="85558" y="0"/>
                    </a:lnTo>
                    <a:cubicBezTo>
                      <a:pt x="114935" y="1603"/>
                      <a:pt x="141438" y="18160"/>
                      <a:pt x="155763" y="43858"/>
                    </a:cubicBezTo>
                    <a:cubicBezTo>
                      <a:pt x="170088" y="69555"/>
                      <a:pt x="170234" y="100804"/>
                      <a:pt x="156150" y="126635"/>
                    </a:cubicBez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08975" y="4169086"/>
                <a:ext cx="276006" cy="253684"/>
              </a:xfrm>
              <a:custGeom>
                <a:avLst/>
                <a:gdLst/>
                <a:ahLst/>
                <a:cxnLst/>
                <a:rect l="l" t="t" r="r" b="b"/>
                <a:pathLst>
                  <a:path w="276006" h="253684">
                    <a:moveTo>
                      <a:pt x="262375" y="197329"/>
                    </a:moveTo>
                    <a:cubicBezTo>
                      <a:pt x="276006" y="169621"/>
                      <a:pt x="275359" y="137024"/>
                      <a:pt x="260639" y="109879"/>
                    </a:cubicBezTo>
                    <a:cubicBezTo>
                      <a:pt x="245919" y="82733"/>
                      <a:pt x="218953" y="64408"/>
                      <a:pt x="188295" y="60717"/>
                    </a:cubicBezTo>
                    <a:cubicBezTo>
                      <a:pt x="174653" y="28918"/>
                      <a:pt x="144840" y="7017"/>
                      <a:pt x="110417" y="3508"/>
                    </a:cubicBezTo>
                    <a:cubicBezTo>
                      <a:pt x="75993" y="0"/>
                      <a:pt x="42375" y="15435"/>
                      <a:pt x="22599" y="43829"/>
                    </a:cubicBezTo>
                    <a:cubicBezTo>
                      <a:pt x="2823" y="72222"/>
                      <a:pt x="0" y="109107"/>
                      <a:pt x="15225" y="140179"/>
                    </a:cubicBezTo>
                    <a:lnTo>
                      <a:pt x="6105" y="172112"/>
                    </a:lnTo>
                    <a:cubicBezTo>
                      <a:pt x="4448" y="177929"/>
                      <a:pt x="6072" y="184188"/>
                      <a:pt x="10349" y="188465"/>
                    </a:cubicBezTo>
                    <a:cubicBezTo>
                      <a:pt x="14627" y="192742"/>
                      <a:pt x="20885" y="194367"/>
                      <a:pt x="26703" y="192710"/>
                    </a:cubicBezTo>
                    <a:lnTo>
                      <a:pt x="58636" y="183589"/>
                    </a:lnTo>
                    <a:cubicBezTo>
                      <a:pt x="68271" y="188320"/>
                      <a:pt x="78636" y="191392"/>
                      <a:pt x="89294" y="192674"/>
                    </a:cubicBezTo>
                    <a:cubicBezTo>
                      <a:pt x="99561" y="216729"/>
                      <a:pt x="119268" y="235504"/>
                      <a:pt x="143792" y="244594"/>
                    </a:cubicBezTo>
                    <a:cubicBezTo>
                      <a:pt x="168316" y="253684"/>
                      <a:pt x="195499" y="252290"/>
                      <a:pt x="218965" y="240739"/>
                    </a:cubicBezTo>
                    <a:lnTo>
                      <a:pt x="250898" y="249860"/>
                    </a:lnTo>
                    <a:cubicBezTo>
                      <a:pt x="256715" y="251517"/>
                      <a:pt x="262974" y="249892"/>
                      <a:pt x="267251" y="245615"/>
                    </a:cubicBezTo>
                    <a:cubicBezTo>
                      <a:pt x="271528" y="241338"/>
                      <a:pt x="273153" y="235079"/>
                      <a:pt x="271495" y="229262"/>
                    </a:cubicBezTo>
                    <a:close/>
                    <a:moveTo>
                      <a:pt x="59659" y="163873"/>
                    </a:moveTo>
                    <a:cubicBezTo>
                      <a:pt x="58774" y="163873"/>
                      <a:pt x="57893" y="163993"/>
                      <a:pt x="57040" y="164230"/>
                    </a:cubicBezTo>
                    <a:lnTo>
                      <a:pt x="25596" y="173219"/>
                    </a:lnTo>
                    <a:lnTo>
                      <a:pt x="34585" y="141775"/>
                    </a:lnTo>
                    <a:cubicBezTo>
                      <a:pt x="35259" y="139379"/>
                      <a:pt x="34968" y="136815"/>
                      <a:pt x="33775" y="134631"/>
                    </a:cubicBezTo>
                    <a:cubicBezTo>
                      <a:pt x="15670" y="101392"/>
                      <a:pt x="24730" y="59900"/>
                      <a:pt x="55043" y="37233"/>
                    </a:cubicBezTo>
                    <a:cubicBezTo>
                      <a:pt x="85355" y="14566"/>
                      <a:pt x="127715" y="17607"/>
                      <a:pt x="154480" y="44371"/>
                    </a:cubicBezTo>
                    <a:cubicBezTo>
                      <a:pt x="181244" y="71135"/>
                      <a:pt x="184284" y="113495"/>
                      <a:pt x="161617" y="143808"/>
                    </a:cubicBezTo>
                    <a:cubicBezTo>
                      <a:pt x="138951" y="174120"/>
                      <a:pt x="97459" y="183180"/>
                      <a:pt x="64220" y="165075"/>
                    </a:cubicBezTo>
                    <a:cubicBezTo>
                      <a:pt x="62826" y="164295"/>
                      <a:pt x="61257" y="163882"/>
                      <a:pt x="59659" y="163873"/>
                    </a:cubicBezTo>
                    <a:close/>
                    <a:moveTo>
                      <a:pt x="243016" y="198925"/>
                    </a:moveTo>
                    <a:lnTo>
                      <a:pt x="252005" y="230369"/>
                    </a:lnTo>
                    <a:lnTo>
                      <a:pt x="220561" y="221380"/>
                    </a:lnTo>
                    <a:cubicBezTo>
                      <a:pt x="218165" y="220706"/>
                      <a:pt x="215601" y="220997"/>
                      <a:pt x="213417" y="222189"/>
                    </a:cubicBezTo>
                    <a:cubicBezTo>
                      <a:pt x="176889" y="242062"/>
                      <a:pt x="131175" y="229013"/>
                      <a:pt x="110642" y="192852"/>
                    </a:cubicBezTo>
                    <a:cubicBezTo>
                      <a:pt x="137009" y="190106"/>
                      <a:pt x="161036" y="176487"/>
                      <a:pt x="176935" y="155274"/>
                    </a:cubicBezTo>
                    <a:cubicBezTo>
                      <a:pt x="192834" y="134062"/>
                      <a:pt x="199165" y="107179"/>
                      <a:pt x="194402" y="81100"/>
                    </a:cubicBezTo>
                    <a:cubicBezTo>
                      <a:pt x="217538" y="86553"/>
                      <a:pt x="236804" y="102488"/>
                      <a:pt x="246498" y="124191"/>
                    </a:cubicBezTo>
                    <a:cubicBezTo>
                      <a:pt x="256192" y="145893"/>
                      <a:pt x="255203" y="170876"/>
                      <a:pt x="243825" y="191745"/>
                    </a:cubicBezTo>
                    <a:cubicBezTo>
                      <a:pt x="242623" y="193939"/>
                      <a:pt x="242332" y="196518"/>
                      <a:pt x="243016" y="198925"/>
                    </a:cubicBez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501140" y="41681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对话流转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13522" y="4482941"/>
              <a:ext cx="13136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F6B9D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CONVERSATION LIFECYCLE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1095375" y="4762500"/>
              <a:ext cx="3449907" cy="1333500"/>
              <a:chOff x="1095375" y="4762500"/>
              <a:chExt cx="3449907" cy="13335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1095375" y="4762500"/>
                <a:ext cx="1476375" cy="666750"/>
              </a:xfrm>
              <a:prstGeom prst="roundRect">
                <a:avLst>
                  <a:gd name="adj" fmla="val 8571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477127" y="4932045"/>
                <a:ext cx="7033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1. 用户提问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502331" y="51225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chat_input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9855" y="4997768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0D4FF">
                        <a:alphaMod val="40000"/>
                      </a:srgbClr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2857500" y="4762500"/>
                <a:ext cx="1476375" cy="666750"/>
              </a:xfrm>
              <a:prstGeom prst="roundRect">
                <a:avLst>
                  <a:gd name="adj" fmla="val 8571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3239252" y="4932045"/>
                <a:ext cx="7033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7C5CFC"/>
                    </a:solidFill>
                    <a:latin typeface="Consolas"/>
                    <a:ea typeface="Microsoft YaHei"/>
                    <a:cs typeface="Consolas"/>
                  </a:rPr>
                  <a:t>2. 加载历史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207448" y="5122545"/>
                <a:ext cx="7669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load_memory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411980" y="4997768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7C5CFC">
                        <a:alphaMod val="40000"/>
                      </a:srgbClr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1095375" y="5524500"/>
                <a:ext cx="1476375" cy="571500"/>
              </a:xfrm>
              <a:prstGeom prst="roundRect">
                <a:avLst>
                  <a:gd name="adj" fmla="val 10000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363713" y="5655945"/>
                <a:ext cx="9301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6B9D"/>
                    </a:solidFill>
                    <a:latin typeface="Consolas"/>
                    <a:ea typeface="Microsoft YaHei"/>
                    <a:cs typeface="Consolas"/>
                  </a:rPr>
                  <a:t>3. 注入 Prompt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442323" y="5836920"/>
                <a:ext cx="7729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stream_chat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649855" y="571214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6B9D">
                        <a:alphaMod val="40000"/>
                      </a:srgbClr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2857500" y="5524500"/>
                <a:ext cx="1476375" cy="571500"/>
              </a:xfrm>
              <a:prstGeom prst="roundRect">
                <a:avLst>
                  <a:gd name="adj" fmla="val 10000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239252" y="5655945"/>
                <a:ext cx="7033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00E676"/>
                    </a:solidFill>
                    <a:latin typeface="Consolas"/>
                    <a:ea typeface="Microsoft YaHei"/>
                    <a:cs typeface="Consolas"/>
                  </a:rPr>
                  <a:t>4. 保存回答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183446" y="5836920"/>
                <a:ext cx="8149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save_context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6191250" y="3905250"/>
            <a:ext cx="5238750" cy="2397919"/>
            <a:chOff x="6191250" y="3905250"/>
            <a:chExt cx="5238750" cy="2397919"/>
          </a:xfrm>
        </p:grpSpPr>
        <p:sp>
          <p:nvSpPr>
            <p:cNvPr id="58" name="Rectangle 58"/>
            <p:cNvSpPr/>
            <p:nvPr/>
          </p:nvSpPr>
          <p:spPr>
            <a:xfrm>
              <a:off x="6191250" y="3905250"/>
              <a:ext cx="5238750" cy="2381250"/>
            </a:xfrm>
            <a:prstGeom prst="roundRect">
              <a:avLst>
                <a:gd name="adj" fmla="val 4000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551979" y="4170729"/>
              <a:ext cx="250129" cy="250129"/>
              <a:chOff x="6551979" y="4170729"/>
              <a:chExt cx="250129" cy="25012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561987" y="4180713"/>
                <a:ext cx="230184" cy="230195"/>
              </a:xfrm>
              <a:custGeom>
                <a:avLst/>
                <a:gdLst/>
                <a:ahLst/>
                <a:cxnLst/>
                <a:rect l="l" t="t" r="r" b="b"/>
                <a:pathLst>
                  <a:path w="230184" h="230195">
                    <a:moveTo>
                      <a:pt x="210121" y="109323"/>
                    </a:moveTo>
                    <a:lnTo>
                      <a:pt x="230100" y="84320"/>
                    </a:lnTo>
                    <a:cubicBezTo>
                      <a:pt x="227405" y="74190"/>
                      <a:pt x="223373" y="64465"/>
                      <a:pt x="218111" y="55400"/>
                    </a:cubicBezTo>
                    <a:lnTo>
                      <a:pt x="186321" y="51828"/>
                    </a:lnTo>
                    <a:cubicBezTo>
                      <a:pt x="183781" y="48967"/>
                      <a:pt x="181074" y="46259"/>
                      <a:pt x="178213" y="43720"/>
                    </a:cubicBezTo>
                    <a:lnTo>
                      <a:pt x="174641" y="11918"/>
                    </a:lnTo>
                    <a:cubicBezTo>
                      <a:pt x="165566" y="6687"/>
                      <a:pt x="155837" y="2683"/>
                      <a:pt x="145709" y="12"/>
                    </a:cubicBezTo>
                    <a:lnTo>
                      <a:pt x="120706" y="19979"/>
                    </a:lnTo>
                    <a:cubicBezTo>
                      <a:pt x="116883" y="19752"/>
                      <a:pt x="113050" y="19752"/>
                      <a:pt x="109228" y="19979"/>
                    </a:cubicBezTo>
                    <a:lnTo>
                      <a:pt x="84225" y="0"/>
                    </a:lnTo>
                    <a:cubicBezTo>
                      <a:pt x="74128" y="2703"/>
                      <a:pt x="64435" y="6734"/>
                      <a:pt x="55400" y="11990"/>
                    </a:cubicBezTo>
                    <a:lnTo>
                      <a:pt x="51828" y="43779"/>
                    </a:lnTo>
                    <a:cubicBezTo>
                      <a:pt x="48967" y="46319"/>
                      <a:pt x="46259" y="49026"/>
                      <a:pt x="43720" y="51887"/>
                    </a:cubicBezTo>
                    <a:lnTo>
                      <a:pt x="11918" y="55459"/>
                    </a:lnTo>
                    <a:cubicBezTo>
                      <a:pt x="6687" y="64534"/>
                      <a:pt x="2683" y="74263"/>
                      <a:pt x="12" y="84391"/>
                    </a:cubicBezTo>
                    <a:lnTo>
                      <a:pt x="19979" y="109395"/>
                    </a:lnTo>
                    <a:cubicBezTo>
                      <a:pt x="19752" y="113217"/>
                      <a:pt x="19752" y="117050"/>
                      <a:pt x="19979" y="120872"/>
                    </a:cubicBezTo>
                    <a:lnTo>
                      <a:pt x="0" y="145875"/>
                    </a:lnTo>
                    <a:cubicBezTo>
                      <a:pt x="2695" y="156005"/>
                      <a:pt x="6727" y="165731"/>
                      <a:pt x="11990" y="174796"/>
                    </a:cubicBezTo>
                    <a:lnTo>
                      <a:pt x="43779" y="178368"/>
                    </a:lnTo>
                    <a:cubicBezTo>
                      <a:pt x="46319" y="181229"/>
                      <a:pt x="49026" y="183936"/>
                      <a:pt x="51887" y="186476"/>
                    </a:cubicBezTo>
                    <a:lnTo>
                      <a:pt x="55459" y="218277"/>
                    </a:lnTo>
                    <a:cubicBezTo>
                      <a:pt x="64534" y="223509"/>
                      <a:pt x="74263" y="227512"/>
                      <a:pt x="84392" y="230184"/>
                    </a:cubicBezTo>
                    <a:lnTo>
                      <a:pt x="109395" y="210217"/>
                    </a:lnTo>
                    <a:cubicBezTo>
                      <a:pt x="113217" y="210443"/>
                      <a:pt x="117050" y="210443"/>
                      <a:pt x="120872" y="210217"/>
                    </a:cubicBezTo>
                    <a:lnTo>
                      <a:pt x="145875" y="230195"/>
                    </a:lnTo>
                    <a:cubicBezTo>
                      <a:pt x="156005" y="227501"/>
                      <a:pt x="165731" y="223469"/>
                      <a:pt x="174796" y="218206"/>
                    </a:cubicBezTo>
                    <a:lnTo>
                      <a:pt x="178368" y="186416"/>
                    </a:lnTo>
                    <a:cubicBezTo>
                      <a:pt x="181229" y="183877"/>
                      <a:pt x="183936" y="181169"/>
                      <a:pt x="186476" y="178308"/>
                    </a:cubicBezTo>
                    <a:lnTo>
                      <a:pt x="218277" y="174736"/>
                    </a:lnTo>
                    <a:cubicBezTo>
                      <a:pt x="223509" y="165661"/>
                      <a:pt x="227512" y="155932"/>
                      <a:pt x="230184" y="145804"/>
                    </a:cubicBezTo>
                    <a:lnTo>
                      <a:pt x="210217" y="120801"/>
                    </a:lnTo>
                    <a:cubicBezTo>
                      <a:pt x="210411" y="116976"/>
                      <a:pt x="210379" y="113144"/>
                      <a:pt x="210121" y="109323"/>
                    </a:cubicBezTo>
                    <a:close/>
                    <a:moveTo>
                      <a:pt x="115038" y="162687"/>
                    </a:moveTo>
                    <a:cubicBezTo>
                      <a:pt x="88736" y="162687"/>
                      <a:pt x="67413" y="141365"/>
                      <a:pt x="67413" y="115062"/>
                    </a:cubicBezTo>
                    <a:cubicBezTo>
                      <a:pt x="67413" y="88759"/>
                      <a:pt x="88736" y="67437"/>
                      <a:pt x="115038" y="67437"/>
                    </a:cubicBezTo>
                    <a:cubicBezTo>
                      <a:pt x="141341" y="67437"/>
                      <a:pt x="162663" y="88759"/>
                      <a:pt x="162663" y="115062"/>
                    </a:cubicBezTo>
                    <a:cubicBezTo>
                      <a:pt x="162663" y="141365"/>
                      <a:pt x="141341" y="162687"/>
                      <a:pt x="115038" y="162687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51979" y="4170729"/>
                <a:ext cx="250129" cy="250129"/>
              </a:xfrm>
              <a:custGeom>
                <a:avLst/>
                <a:gdLst/>
                <a:ahLst/>
                <a:cxnLst/>
                <a:rect l="l" t="t" r="r" b="b"/>
                <a:pathLst>
                  <a:path w="250129" h="250129">
                    <a:moveTo>
                      <a:pt x="125046" y="67896"/>
                    </a:moveTo>
                    <a:cubicBezTo>
                      <a:pt x="93483" y="67896"/>
                      <a:pt x="67896" y="93483"/>
                      <a:pt x="67896" y="125046"/>
                    </a:cubicBezTo>
                    <a:cubicBezTo>
                      <a:pt x="67896" y="156609"/>
                      <a:pt x="93483" y="182196"/>
                      <a:pt x="125046" y="182196"/>
                    </a:cubicBezTo>
                    <a:cubicBezTo>
                      <a:pt x="156609" y="182196"/>
                      <a:pt x="182196" y="156609"/>
                      <a:pt x="182196" y="125046"/>
                    </a:cubicBezTo>
                    <a:cubicBezTo>
                      <a:pt x="182164" y="93497"/>
                      <a:pt x="156596" y="67929"/>
                      <a:pt x="125046" y="67896"/>
                    </a:cubicBezTo>
                    <a:close/>
                    <a:moveTo>
                      <a:pt x="125046" y="163146"/>
                    </a:moveTo>
                    <a:cubicBezTo>
                      <a:pt x="104004" y="163146"/>
                      <a:pt x="86946" y="146088"/>
                      <a:pt x="86946" y="125046"/>
                    </a:cubicBezTo>
                    <a:cubicBezTo>
                      <a:pt x="86946" y="104004"/>
                      <a:pt x="104004" y="86946"/>
                      <a:pt x="125046" y="86946"/>
                    </a:cubicBezTo>
                    <a:cubicBezTo>
                      <a:pt x="146088" y="86946"/>
                      <a:pt x="163146" y="104004"/>
                      <a:pt x="163146" y="125046"/>
                    </a:cubicBezTo>
                    <a:cubicBezTo>
                      <a:pt x="163146" y="146088"/>
                      <a:pt x="146088" y="163146"/>
                      <a:pt x="125046" y="163146"/>
                    </a:cubicBezTo>
                    <a:close/>
                    <a:moveTo>
                      <a:pt x="229821" y="127618"/>
                    </a:moveTo>
                    <a:cubicBezTo>
                      <a:pt x="229869" y="125904"/>
                      <a:pt x="229869" y="124189"/>
                      <a:pt x="229821" y="122475"/>
                    </a:cubicBezTo>
                    <a:lnTo>
                      <a:pt x="247586" y="100281"/>
                    </a:lnTo>
                    <a:cubicBezTo>
                      <a:pt x="249474" y="97918"/>
                      <a:pt x="250129" y="94798"/>
                      <a:pt x="249348" y="91876"/>
                    </a:cubicBezTo>
                    <a:cubicBezTo>
                      <a:pt x="246430" y="80931"/>
                      <a:pt x="242074" y="70421"/>
                      <a:pt x="236394" y="60622"/>
                    </a:cubicBezTo>
                    <a:cubicBezTo>
                      <a:pt x="234884" y="58022"/>
                      <a:pt x="232236" y="56288"/>
                      <a:pt x="229250" y="55943"/>
                    </a:cubicBezTo>
                    <a:lnTo>
                      <a:pt x="201008" y="52799"/>
                    </a:lnTo>
                    <a:cubicBezTo>
                      <a:pt x="199834" y="51561"/>
                      <a:pt x="198643" y="50370"/>
                      <a:pt x="197436" y="49227"/>
                    </a:cubicBezTo>
                    <a:lnTo>
                      <a:pt x="194103" y="20914"/>
                    </a:lnTo>
                    <a:cubicBezTo>
                      <a:pt x="193755" y="17926"/>
                      <a:pt x="192016" y="15277"/>
                      <a:pt x="189412" y="13771"/>
                    </a:cubicBezTo>
                    <a:cubicBezTo>
                      <a:pt x="179613" y="8094"/>
                      <a:pt x="169103" y="3746"/>
                      <a:pt x="158158" y="840"/>
                    </a:cubicBezTo>
                    <a:cubicBezTo>
                      <a:pt x="155235" y="60"/>
                      <a:pt x="152115" y="714"/>
                      <a:pt x="149752" y="2603"/>
                    </a:cubicBezTo>
                    <a:lnTo>
                      <a:pt x="127618" y="20271"/>
                    </a:lnTo>
                    <a:cubicBezTo>
                      <a:pt x="125904" y="20271"/>
                      <a:pt x="124189" y="20271"/>
                      <a:pt x="122475" y="20271"/>
                    </a:cubicBezTo>
                    <a:lnTo>
                      <a:pt x="100281" y="2543"/>
                    </a:lnTo>
                    <a:cubicBezTo>
                      <a:pt x="97918" y="654"/>
                      <a:pt x="94798" y="0"/>
                      <a:pt x="91876" y="781"/>
                    </a:cubicBezTo>
                    <a:cubicBezTo>
                      <a:pt x="80931" y="3698"/>
                      <a:pt x="70421" y="8054"/>
                      <a:pt x="60622" y="13735"/>
                    </a:cubicBezTo>
                    <a:cubicBezTo>
                      <a:pt x="58022" y="15244"/>
                      <a:pt x="56288" y="17892"/>
                      <a:pt x="55943" y="20879"/>
                    </a:cubicBezTo>
                    <a:lnTo>
                      <a:pt x="52799" y="49168"/>
                    </a:lnTo>
                    <a:cubicBezTo>
                      <a:pt x="51561" y="50351"/>
                      <a:pt x="50370" y="51541"/>
                      <a:pt x="49227" y="52740"/>
                    </a:cubicBezTo>
                    <a:lnTo>
                      <a:pt x="20914" y="55990"/>
                    </a:lnTo>
                    <a:cubicBezTo>
                      <a:pt x="17926" y="56338"/>
                      <a:pt x="15277" y="58077"/>
                      <a:pt x="13771" y="60681"/>
                    </a:cubicBezTo>
                    <a:cubicBezTo>
                      <a:pt x="8095" y="70482"/>
                      <a:pt x="3744" y="80991"/>
                      <a:pt x="828" y="91935"/>
                    </a:cubicBezTo>
                    <a:cubicBezTo>
                      <a:pt x="51" y="94860"/>
                      <a:pt x="709" y="97980"/>
                      <a:pt x="2603" y="100341"/>
                    </a:cubicBezTo>
                    <a:lnTo>
                      <a:pt x="20271" y="122475"/>
                    </a:lnTo>
                    <a:cubicBezTo>
                      <a:pt x="20271" y="124189"/>
                      <a:pt x="20271" y="125904"/>
                      <a:pt x="20271" y="127618"/>
                    </a:cubicBezTo>
                    <a:lnTo>
                      <a:pt x="2543" y="149811"/>
                    </a:lnTo>
                    <a:cubicBezTo>
                      <a:pt x="654" y="152174"/>
                      <a:pt x="0" y="155294"/>
                      <a:pt x="781" y="158217"/>
                    </a:cubicBezTo>
                    <a:cubicBezTo>
                      <a:pt x="3698" y="169162"/>
                      <a:pt x="8054" y="179672"/>
                      <a:pt x="13735" y="189471"/>
                    </a:cubicBezTo>
                    <a:cubicBezTo>
                      <a:pt x="15244" y="192071"/>
                      <a:pt x="17892" y="193805"/>
                      <a:pt x="20879" y="194150"/>
                    </a:cubicBezTo>
                    <a:lnTo>
                      <a:pt x="49120" y="197294"/>
                    </a:lnTo>
                    <a:cubicBezTo>
                      <a:pt x="50303" y="198532"/>
                      <a:pt x="51494" y="199722"/>
                      <a:pt x="52692" y="200865"/>
                    </a:cubicBezTo>
                    <a:lnTo>
                      <a:pt x="55990" y="229178"/>
                    </a:lnTo>
                    <a:cubicBezTo>
                      <a:pt x="56338" y="232167"/>
                      <a:pt x="58077" y="234815"/>
                      <a:pt x="60681" y="236322"/>
                    </a:cubicBezTo>
                    <a:cubicBezTo>
                      <a:pt x="70482" y="241997"/>
                      <a:pt x="80991" y="246349"/>
                      <a:pt x="91935" y="249264"/>
                    </a:cubicBezTo>
                    <a:cubicBezTo>
                      <a:pt x="94860" y="250042"/>
                      <a:pt x="97980" y="249383"/>
                      <a:pt x="100341" y="247490"/>
                    </a:cubicBezTo>
                    <a:lnTo>
                      <a:pt x="122475" y="229821"/>
                    </a:lnTo>
                    <a:cubicBezTo>
                      <a:pt x="124189" y="229869"/>
                      <a:pt x="125904" y="229869"/>
                      <a:pt x="127618" y="229821"/>
                    </a:cubicBezTo>
                    <a:lnTo>
                      <a:pt x="149811" y="247586"/>
                    </a:lnTo>
                    <a:cubicBezTo>
                      <a:pt x="152174" y="249474"/>
                      <a:pt x="155294" y="250129"/>
                      <a:pt x="158217" y="249348"/>
                    </a:cubicBezTo>
                    <a:cubicBezTo>
                      <a:pt x="169164" y="246436"/>
                      <a:pt x="179674" y="242079"/>
                      <a:pt x="189471" y="236394"/>
                    </a:cubicBezTo>
                    <a:cubicBezTo>
                      <a:pt x="192071" y="234884"/>
                      <a:pt x="193805" y="232236"/>
                      <a:pt x="194150" y="229250"/>
                    </a:cubicBezTo>
                    <a:lnTo>
                      <a:pt x="197294" y="201008"/>
                    </a:lnTo>
                    <a:cubicBezTo>
                      <a:pt x="198532" y="199834"/>
                      <a:pt x="199722" y="198643"/>
                      <a:pt x="200865" y="197436"/>
                    </a:cubicBezTo>
                    <a:lnTo>
                      <a:pt x="229178" y="194103"/>
                    </a:lnTo>
                    <a:cubicBezTo>
                      <a:pt x="232167" y="193755"/>
                      <a:pt x="234815" y="192016"/>
                      <a:pt x="236322" y="189412"/>
                    </a:cubicBezTo>
                    <a:cubicBezTo>
                      <a:pt x="241997" y="179611"/>
                      <a:pt x="246349" y="169101"/>
                      <a:pt x="249264" y="158158"/>
                    </a:cubicBezTo>
                    <a:cubicBezTo>
                      <a:pt x="250042" y="155233"/>
                      <a:pt x="249383" y="152113"/>
                      <a:pt x="247490" y="149752"/>
                    </a:cubicBezTo>
                    <a:close/>
                    <a:moveTo>
                      <a:pt x="210652" y="119879"/>
                    </a:moveTo>
                    <a:cubicBezTo>
                      <a:pt x="210855" y="123321"/>
                      <a:pt x="210855" y="126772"/>
                      <a:pt x="210652" y="130214"/>
                    </a:cubicBezTo>
                    <a:cubicBezTo>
                      <a:pt x="210510" y="132570"/>
                      <a:pt x="211249" y="134895"/>
                      <a:pt x="212724" y="136738"/>
                    </a:cubicBezTo>
                    <a:lnTo>
                      <a:pt x="229619" y="157848"/>
                    </a:lnTo>
                    <a:cubicBezTo>
                      <a:pt x="227680" y="164009"/>
                      <a:pt x="225198" y="169986"/>
                      <a:pt x="222201" y="175707"/>
                    </a:cubicBezTo>
                    <a:lnTo>
                      <a:pt x="195293" y="178755"/>
                    </a:lnTo>
                    <a:cubicBezTo>
                      <a:pt x="192950" y="179016"/>
                      <a:pt x="190786" y="180136"/>
                      <a:pt x="189221" y="181899"/>
                    </a:cubicBezTo>
                    <a:cubicBezTo>
                      <a:pt x="186929" y="184476"/>
                      <a:pt x="184488" y="186917"/>
                      <a:pt x="181911" y="189209"/>
                    </a:cubicBezTo>
                    <a:cubicBezTo>
                      <a:pt x="180147" y="190774"/>
                      <a:pt x="179028" y="192938"/>
                      <a:pt x="178767" y="195281"/>
                    </a:cubicBezTo>
                    <a:lnTo>
                      <a:pt x="175779" y="222166"/>
                    </a:lnTo>
                    <a:cubicBezTo>
                      <a:pt x="170058" y="225164"/>
                      <a:pt x="164081" y="227646"/>
                      <a:pt x="157920" y="229583"/>
                    </a:cubicBezTo>
                    <a:lnTo>
                      <a:pt x="136798" y="212688"/>
                    </a:lnTo>
                    <a:cubicBezTo>
                      <a:pt x="135108" y="211338"/>
                      <a:pt x="133008" y="210603"/>
                      <a:pt x="130845" y="210605"/>
                    </a:cubicBezTo>
                    <a:lnTo>
                      <a:pt x="130273" y="210605"/>
                    </a:lnTo>
                    <a:cubicBezTo>
                      <a:pt x="126831" y="210807"/>
                      <a:pt x="123381" y="210807"/>
                      <a:pt x="119939" y="210605"/>
                    </a:cubicBezTo>
                    <a:cubicBezTo>
                      <a:pt x="117583" y="210470"/>
                      <a:pt x="115260" y="211207"/>
                      <a:pt x="113414" y="212676"/>
                    </a:cubicBezTo>
                    <a:lnTo>
                      <a:pt x="92245" y="229583"/>
                    </a:lnTo>
                    <a:cubicBezTo>
                      <a:pt x="86084" y="227645"/>
                      <a:pt x="80107" y="225162"/>
                      <a:pt x="74385" y="222166"/>
                    </a:cubicBezTo>
                    <a:lnTo>
                      <a:pt x="71337" y="195293"/>
                    </a:lnTo>
                    <a:cubicBezTo>
                      <a:pt x="71077" y="192950"/>
                      <a:pt x="69957" y="190786"/>
                      <a:pt x="68194" y="189221"/>
                    </a:cubicBezTo>
                    <a:cubicBezTo>
                      <a:pt x="65616" y="186929"/>
                      <a:pt x="63175" y="184488"/>
                      <a:pt x="60884" y="181911"/>
                    </a:cubicBezTo>
                    <a:cubicBezTo>
                      <a:pt x="59318" y="180147"/>
                      <a:pt x="57155" y="179028"/>
                      <a:pt x="54811" y="178767"/>
                    </a:cubicBezTo>
                    <a:lnTo>
                      <a:pt x="27927" y="175767"/>
                    </a:lnTo>
                    <a:cubicBezTo>
                      <a:pt x="24929" y="170046"/>
                      <a:pt x="22447" y="164069"/>
                      <a:pt x="20510" y="157908"/>
                    </a:cubicBezTo>
                    <a:lnTo>
                      <a:pt x="37404" y="136786"/>
                    </a:lnTo>
                    <a:cubicBezTo>
                      <a:pt x="38880" y="134943"/>
                      <a:pt x="39618" y="132618"/>
                      <a:pt x="39476" y="130261"/>
                    </a:cubicBezTo>
                    <a:cubicBezTo>
                      <a:pt x="39274" y="126819"/>
                      <a:pt x="39274" y="123369"/>
                      <a:pt x="39476" y="119927"/>
                    </a:cubicBezTo>
                    <a:cubicBezTo>
                      <a:pt x="39618" y="117570"/>
                      <a:pt x="38880" y="115245"/>
                      <a:pt x="37404" y="113402"/>
                    </a:cubicBezTo>
                    <a:lnTo>
                      <a:pt x="20510" y="92245"/>
                    </a:lnTo>
                    <a:cubicBezTo>
                      <a:pt x="22448" y="86084"/>
                      <a:pt x="24930" y="80107"/>
                      <a:pt x="27927" y="74385"/>
                    </a:cubicBezTo>
                    <a:lnTo>
                      <a:pt x="54800" y="71337"/>
                    </a:lnTo>
                    <a:cubicBezTo>
                      <a:pt x="57143" y="71077"/>
                      <a:pt x="59306" y="69957"/>
                      <a:pt x="60872" y="68194"/>
                    </a:cubicBezTo>
                    <a:cubicBezTo>
                      <a:pt x="63164" y="65616"/>
                      <a:pt x="65605" y="63175"/>
                      <a:pt x="68182" y="60884"/>
                    </a:cubicBezTo>
                    <a:cubicBezTo>
                      <a:pt x="69952" y="59317"/>
                      <a:pt x="71077" y="57149"/>
                      <a:pt x="71337" y="54800"/>
                    </a:cubicBezTo>
                    <a:lnTo>
                      <a:pt x="74326" y="27927"/>
                    </a:lnTo>
                    <a:cubicBezTo>
                      <a:pt x="80047" y="24929"/>
                      <a:pt x="86024" y="22447"/>
                      <a:pt x="92185" y="20510"/>
                    </a:cubicBezTo>
                    <a:lnTo>
                      <a:pt x="113307" y="37404"/>
                    </a:lnTo>
                    <a:cubicBezTo>
                      <a:pt x="115150" y="38880"/>
                      <a:pt x="117475" y="39618"/>
                      <a:pt x="119831" y="39476"/>
                    </a:cubicBezTo>
                    <a:cubicBezTo>
                      <a:pt x="123273" y="39274"/>
                      <a:pt x="126724" y="39274"/>
                      <a:pt x="130166" y="39476"/>
                    </a:cubicBezTo>
                    <a:cubicBezTo>
                      <a:pt x="132522" y="39611"/>
                      <a:pt x="134844" y="38874"/>
                      <a:pt x="136691" y="37404"/>
                    </a:cubicBezTo>
                    <a:lnTo>
                      <a:pt x="157848" y="20510"/>
                    </a:lnTo>
                    <a:cubicBezTo>
                      <a:pt x="164009" y="22448"/>
                      <a:pt x="169986" y="24930"/>
                      <a:pt x="175707" y="27927"/>
                    </a:cubicBezTo>
                    <a:lnTo>
                      <a:pt x="178755" y="54800"/>
                    </a:lnTo>
                    <a:cubicBezTo>
                      <a:pt x="179016" y="57143"/>
                      <a:pt x="180136" y="59306"/>
                      <a:pt x="181899" y="60872"/>
                    </a:cubicBezTo>
                    <a:cubicBezTo>
                      <a:pt x="184476" y="63164"/>
                      <a:pt x="186917" y="65605"/>
                      <a:pt x="189209" y="68182"/>
                    </a:cubicBezTo>
                    <a:cubicBezTo>
                      <a:pt x="190774" y="69945"/>
                      <a:pt x="192938" y="71065"/>
                      <a:pt x="195281" y="71325"/>
                    </a:cubicBezTo>
                    <a:lnTo>
                      <a:pt x="222166" y="74314"/>
                    </a:lnTo>
                    <a:cubicBezTo>
                      <a:pt x="225164" y="80035"/>
                      <a:pt x="227646" y="86012"/>
                      <a:pt x="229583" y="92173"/>
                    </a:cubicBezTo>
                    <a:lnTo>
                      <a:pt x="212688" y="113295"/>
                    </a:lnTo>
                    <a:cubicBezTo>
                      <a:pt x="211199" y="115153"/>
                      <a:pt x="210460" y="117503"/>
                      <a:pt x="210617" y="119879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30390" y="41681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配置与持久化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42772" y="4482941"/>
              <a:ext cx="15611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D4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CONFIGURATION &amp; PERSISTENCE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24625" y="4762500"/>
              <a:ext cx="4572000" cy="1381125"/>
            </a:xfrm>
            <a:prstGeom prst="roundRect">
              <a:avLst>
                <a:gd name="adj" fmla="val 5517"/>
              </a:avLst>
            </a:prstGeom>
            <a:solidFill>
              <a:srgbClr val="1A1F3D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750368" y="4942999"/>
              <a:ext cx="2859119" cy="1360170"/>
              <a:chOff x="6750368" y="4942999"/>
              <a:chExt cx="2859119" cy="1360170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6750368" y="4942999"/>
                <a:ext cx="16902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MEMORY_KEEP_RECENT = 4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750368" y="5152549"/>
                <a:ext cx="20140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保留最近 4 轮对话（即 8 条消息）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750368" y="5419249"/>
                <a:ext cx="22295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7C5CFC"/>
                    </a:solidFill>
                    <a:latin typeface="Consolas"/>
                    <a:ea typeface="Microsoft YaHei"/>
                    <a:cs typeface="Consolas"/>
                  </a:rPr>
                  <a:t>MEMORY_MAX_TOKEN_LIMIT = 4000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750368" y="5628799"/>
                <a:ext cx="15004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对话历史 Token 上限控制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750368" y="5895499"/>
                <a:ext cx="14172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6B9D"/>
                    </a:solidFill>
                    <a:latin typeface="Consolas"/>
                    <a:ea typeface="Microsoft YaHei"/>
                    <a:cs typeface="Consolas"/>
                  </a:rPr>
                  <a:t>session_state 持久化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750368" y="6105049"/>
                <a:ext cx="28591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Streamlit st.session_state 在页面刷新时保持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2A2E45">
                <a:alpha val="50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4B8">
                      <a:alphaMod val="40000"/>
                    </a:srgbClr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4" grpId="0"/>
      <p:bldP spid="57" grpId="0"/>
      <p:bldP spid="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56235"/>
            <a:ext cx="4684395" cy="601027"/>
            <a:chOff x="762000" y="356235"/>
            <a:chExt cx="4684395" cy="601027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56235"/>
              <a:ext cx="27149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核心特性与亮点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743902"/>
              <a:ext cx="4507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KEY FEATURES — SIX CORE ADVANTAGES OF THE INTELLIGENT CS SYSTEM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1238250"/>
            <a:ext cx="3429000" cy="2286000"/>
            <a:chOff x="762000" y="1238250"/>
            <a:chExt cx="3429000" cy="228600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3429000" cy="2286000"/>
            </a:xfrm>
            <a:prstGeom prst="roundRect">
              <a:avLst>
                <a:gd name="adj" fmla="val 4167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2418755" y="1508520"/>
              <a:ext cx="263650" cy="257177"/>
              <a:chOff x="2418755" y="1508520"/>
              <a:chExt cx="263650" cy="25717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584847" y="1519238"/>
                <a:ext cx="75009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75009" h="75009">
                    <a:moveTo>
                      <a:pt x="75009" y="75009"/>
                    </a:moveTo>
                    <a:lnTo>
                      <a:pt x="0" y="75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418755" y="1508520"/>
                <a:ext cx="263650" cy="257177"/>
              </a:xfrm>
              <a:custGeom>
                <a:avLst/>
                <a:gdLst/>
                <a:ahLst/>
                <a:cxnLst/>
                <a:rect l="l" t="t" r="r" b="b"/>
                <a:pathLst>
                  <a:path w="263650" h="257177">
                    <a:moveTo>
                      <a:pt x="32147" y="160737"/>
                    </a:moveTo>
                    <a:lnTo>
                      <a:pt x="10716" y="160737"/>
                    </a:lnTo>
                    <a:cubicBezTo>
                      <a:pt x="4798" y="160737"/>
                      <a:pt x="0" y="165534"/>
                      <a:pt x="0" y="171452"/>
                    </a:cubicBezTo>
                    <a:lnTo>
                      <a:pt x="0" y="246462"/>
                    </a:lnTo>
                    <a:cubicBezTo>
                      <a:pt x="0" y="252380"/>
                      <a:pt x="4798" y="257177"/>
                      <a:pt x="10716" y="257177"/>
                    </a:cubicBezTo>
                    <a:lnTo>
                      <a:pt x="32147" y="257177"/>
                    </a:lnTo>
                    <a:cubicBezTo>
                      <a:pt x="58778" y="257177"/>
                      <a:pt x="80367" y="235588"/>
                      <a:pt x="80367" y="208957"/>
                    </a:cubicBezTo>
                    <a:cubicBezTo>
                      <a:pt x="80367" y="182326"/>
                      <a:pt x="58778" y="160737"/>
                      <a:pt x="32147" y="160737"/>
                    </a:cubicBezTo>
                    <a:close/>
                    <a:moveTo>
                      <a:pt x="32147" y="235746"/>
                    </a:moveTo>
                    <a:lnTo>
                      <a:pt x="21431" y="235746"/>
                    </a:lnTo>
                    <a:lnTo>
                      <a:pt x="21431" y="182168"/>
                    </a:lnTo>
                    <a:lnTo>
                      <a:pt x="32147" y="182168"/>
                    </a:lnTo>
                    <a:cubicBezTo>
                      <a:pt x="46942" y="182168"/>
                      <a:pt x="58936" y="194162"/>
                      <a:pt x="58936" y="208957"/>
                    </a:cubicBezTo>
                    <a:cubicBezTo>
                      <a:pt x="58936" y="223752"/>
                      <a:pt x="46942" y="235746"/>
                      <a:pt x="32147" y="235746"/>
                    </a:cubicBezTo>
                    <a:close/>
                    <a:moveTo>
                      <a:pt x="259224" y="229169"/>
                    </a:moveTo>
                    <a:cubicBezTo>
                      <a:pt x="263500" y="233260"/>
                      <a:pt x="263650" y="240042"/>
                      <a:pt x="259559" y="244318"/>
                    </a:cubicBezTo>
                    <a:cubicBezTo>
                      <a:pt x="252018" y="252436"/>
                      <a:pt x="241465" y="257088"/>
                      <a:pt x="230386" y="257177"/>
                    </a:cubicBezTo>
                    <a:cubicBezTo>
                      <a:pt x="206745" y="257177"/>
                      <a:pt x="187523" y="235545"/>
                      <a:pt x="187523" y="208957"/>
                    </a:cubicBezTo>
                    <a:cubicBezTo>
                      <a:pt x="187523" y="182369"/>
                      <a:pt x="206745" y="160737"/>
                      <a:pt x="230386" y="160737"/>
                    </a:cubicBezTo>
                    <a:cubicBezTo>
                      <a:pt x="241465" y="160826"/>
                      <a:pt x="252018" y="165478"/>
                      <a:pt x="259559" y="173595"/>
                    </a:cubicBezTo>
                    <a:cubicBezTo>
                      <a:pt x="263558" y="177885"/>
                      <a:pt x="263366" y="184591"/>
                      <a:pt x="259129" y="188645"/>
                    </a:cubicBezTo>
                    <a:cubicBezTo>
                      <a:pt x="254892" y="192699"/>
                      <a:pt x="248183" y="192594"/>
                      <a:pt x="244075" y="188410"/>
                    </a:cubicBezTo>
                    <a:cubicBezTo>
                      <a:pt x="240560" y="184541"/>
                      <a:pt x="235612" y="182285"/>
                      <a:pt x="230386" y="182168"/>
                    </a:cubicBezTo>
                    <a:cubicBezTo>
                      <a:pt x="218572" y="182168"/>
                      <a:pt x="208955" y="194223"/>
                      <a:pt x="208955" y="208957"/>
                    </a:cubicBezTo>
                    <a:cubicBezTo>
                      <a:pt x="208955" y="223691"/>
                      <a:pt x="218572" y="235746"/>
                      <a:pt x="230386" y="235746"/>
                    </a:cubicBezTo>
                    <a:cubicBezTo>
                      <a:pt x="235614" y="235638"/>
                      <a:pt x="240566" y="233380"/>
                      <a:pt x="244075" y="229504"/>
                    </a:cubicBezTo>
                    <a:cubicBezTo>
                      <a:pt x="248166" y="225229"/>
                      <a:pt x="254948" y="225079"/>
                      <a:pt x="259224" y="229169"/>
                    </a:cubicBezTo>
                    <a:close/>
                    <a:moveTo>
                      <a:pt x="133945" y="160737"/>
                    </a:moveTo>
                    <a:cubicBezTo>
                      <a:pt x="110317" y="160737"/>
                      <a:pt x="91083" y="182369"/>
                      <a:pt x="91083" y="208957"/>
                    </a:cubicBezTo>
                    <a:cubicBezTo>
                      <a:pt x="91083" y="235545"/>
                      <a:pt x="110317" y="257177"/>
                      <a:pt x="133945" y="257177"/>
                    </a:cubicBezTo>
                    <a:cubicBezTo>
                      <a:pt x="157573" y="257177"/>
                      <a:pt x="176808" y="235545"/>
                      <a:pt x="176808" y="208957"/>
                    </a:cubicBezTo>
                    <a:cubicBezTo>
                      <a:pt x="176808" y="182369"/>
                      <a:pt x="157573" y="160737"/>
                      <a:pt x="133945" y="160737"/>
                    </a:cubicBezTo>
                    <a:close/>
                    <a:moveTo>
                      <a:pt x="133945" y="235746"/>
                    </a:moveTo>
                    <a:cubicBezTo>
                      <a:pt x="122131" y="235746"/>
                      <a:pt x="112514" y="223691"/>
                      <a:pt x="112514" y="208957"/>
                    </a:cubicBezTo>
                    <a:cubicBezTo>
                      <a:pt x="112514" y="194223"/>
                      <a:pt x="122131" y="182168"/>
                      <a:pt x="133945" y="182168"/>
                    </a:cubicBezTo>
                    <a:cubicBezTo>
                      <a:pt x="145759" y="182168"/>
                      <a:pt x="155377" y="194223"/>
                      <a:pt x="155377" y="208957"/>
                    </a:cubicBezTo>
                    <a:cubicBezTo>
                      <a:pt x="155377" y="223691"/>
                      <a:pt x="145759" y="235746"/>
                      <a:pt x="133945" y="235746"/>
                    </a:cubicBezTo>
                    <a:close/>
                    <a:moveTo>
                      <a:pt x="26789" y="128590"/>
                    </a:moveTo>
                    <a:cubicBezTo>
                      <a:pt x="32707" y="128590"/>
                      <a:pt x="37505" y="123792"/>
                      <a:pt x="37505" y="117874"/>
                    </a:cubicBezTo>
                    <a:lnTo>
                      <a:pt x="37505" y="21433"/>
                    </a:lnTo>
                    <a:lnTo>
                      <a:pt x="155377" y="21433"/>
                    </a:lnTo>
                    <a:lnTo>
                      <a:pt x="155377" y="85727"/>
                    </a:lnTo>
                    <a:cubicBezTo>
                      <a:pt x="155377" y="91645"/>
                      <a:pt x="160174" y="96443"/>
                      <a:pt x="166092" y="96443"/>
                    </a:cubicBezTo>
                    <a:lnTo>
                      <a:pt x="230386" y="96443"/>
                    </a:lnTo>
                    <a:lnTo>
                      <a:pt x="230386" y="117874"/>
                    </a:lnTo>
                    <a:cubicBezTo>
                      <a:pt x="230386" y="123792"/>
                      <a:pt x="235183" y="128590"/>
                      <a:pt x="241102" y="128590"/>
                    </a:cubicBezTo>
                    <a:cubicBezTo>
                      <a:pt x="247020" y="128590"/>
                      <a:pt x="251817" y="123792"/>
                      <a:pt x="251817" y="117874"/>
                    </a:cubicBezTo>
                    <a:lnTo>
                      <a:pt x="251817" y="85727"/>
                    </a:lnTo>
                    <a:cubicBezTo>
                      <a:pt x="251819" y="82884"/>
                      <a:pt x="250692" y="80157"/>
                      <a:pt x="248683" y="78146"/>
                    </a:cubicBezTo>
                    <a:lnTo>
                      <a:pt x="173673" y="3137"/>
                    </a:lnTo>
                    <a:cubicBezTo>
                      <a:pt x="171662" y="1127"/>
                      <a:pt x="168935" y="0"/>
                      <a:pt x="166092" y="2"/>
                    </a:cubicBezTo>
                    <a:lnTo>
                      <a:pt x="37505" y="2"/>
                    </a:lnTo>
                    <a:cubicBezTo>
                      <a:pt x="25669" y="2"/>
                      <a:pt x="16073" y="9597"/>
                      <a:pt x="16073" y="21433"/>
                    </a:cubicBezTo>
                    <a:lnTo>
                      <a:pt x="16073" y="117874"/>
                    </a:lnTo>
                    <a:cubicBezTo>
                      <a:pt x="16073" y="123792"/>
                      <a:pt x="20871" y="128590"/>
                      <a:pt x="26789" y="128590"/>
                    </a:cubicBezTo>
                    <a:close/>
                    <a:moveTo>
                      <a:pt x="176808" y="36583"/>
                    </a:moveTo>
                    <a:lnTo>
                      <a:pt x="215237" y="75012"/>
                    </a:lnTo>
                    <a:lnTo>
                      <a:pt x="176808" y="75012"/>
                    </a:ln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77973" y="18697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多格式支持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99429" y="2185988"/>
              <a:ext cx="7541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0D4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7 FILE FORMATS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78365" y="2450306"/>
              <a:ext cx="15962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PDF · DOCX · TXT · MD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97117" y="2688431"/>
              <a:ext cx="1558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CSV · HTML · 图片OCR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14036" y="29427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自动格式检测一键上传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81500" y="1238250"/>
            <a:ext cx="3429000" cy="2286000"/>
            <a:chOff x="4381500" y="1238250"/>
            <a:chExt cx="3429000" cy="22860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238250"/>
              <a:ext cx="3429000" cy="2286000"/>
            </a:xfrm>
            <a:prstGeom prst="roundRect">
              <a:avLst>
                <a:gd name="adj" fmla="val 4167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022181" y="1508522"/>
              <a:ext cx="300561" cy="269407"/>
              <a:chOff x="6022181" y="1508522"/>
              <a:chExt cx="300561" cy="26940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075720" y="1551384"/>
                <a:ext cx="214352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4352" h="171450">
                    <a:moveTo>
                      <a:pt x="214352" y="171450"/>
                    </a:moveTo>
                    <a:lnTo>
                      <a:pt x="107196" y="171450"/>
                    </a:lnTo>
                    <a:lnTo>
                      <a:pt x="160774" y="64294"/>
                    </a:lnTo>
                    <a:close/>
                    <a:moveTo>
                      <a:pt x="42902" y="95851"/>
                    </a:moveTo>
                    <a:lnTo>
                      <a:pt x="42902" y="95851"/>
                    </a:lnTo>
                    <a:cubicBezTo>
                      <a:pt x="70209" y="71478"/>
                      <a:pt x="85805" y="36602"/>
                      <a:pt x="85765" y="0"/>
                    </a:cubicBezTo>
                    <a:lnTo>
                      <a:pt x="40" y="0"/>
                    </a:lnTo>
                    <a:cubicBezTo>
                      <a:pt x="0" y="36602"/>
                      <a:pt x="15596" y="71478"/>
                      <a:pt x="42902" y="95851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022181" y="1508522"/>
                <a:ext cx="300561" cy="269407"/>
              </a:xfrm>
              <a:custGeom>
                <a:avLst/>
                <a:gdLst/>
                <a:ahLst/>
                <a:cxnLst/>
                <a:rect l="l" t="t" r="r" b="b"/>
                <a:pathLst>
                  <a:path w="300561" h="269407">
                    <a:moveTo>
                      <a:pt x="298899" y="252380"/>
                    </a:moveTo>
                    <a:lnTo>
                      <a:pt x="223890" y="102361"/>
                    </a:lnTo>
                    <a:cubicBezTo>
                      <a:pt x="222074" y="98731"/>
                      <a:pt x="218364" y="96439"/>
                      <a:pt x="214306" y="96439"/>
                    </a:cubicBezTo>
                    <a:cubicBezTo>
                      <a:pt x="210247" y="96439"/>
                      <a:pt x="206537" y="98731"/>
                      <a:pt x="204722" y="102361"/>
                    </a:cubicBezTo>
                    <a:lnTo>
                      <a:pt x="175642" y="160533"/>
                    </a:lnTo>
                    <a:cubicBezTo>
                      <a:pt x="152849" y="159252"/>
                      <a:pt x="130918" y="151378"/>
                      <a:pt x="112514" y="137870"/>
                    </a:cubicBezTo>
                    <a:cubicBezTo>
                      <a:pt x="134107" y="114811"/>
                      <a:pt x="147191" y="85077"/>
                      <a:pt x="149604" y="53578"/>
                    </a:cubicBezTo>
                    <a:lnTo>
                      <a:pt x="182166" y="53578"/>
                    </a:lnTo>
                    <a:cubicBezTo>
                      <a:pt x="188084" y="53578"/>
                      <a:pt x="192881" y="48781"/>
                      <a:pt x="192881" y="42862"/>
                    </a:cubicBezTo>
                    <a:cubicBezTo>
                      <a:pt x="192881" y="36944"/>
                      <a:pt x="188084" y="32147"/>
                      <a:pt x="182166" y="32147"/>
                    </a:cubicBezTo>
                    <a:lnTo>
                      <a:pt x="107156" y="32147"/>
                    </a:lnTo>
                    <a:lnTo>
                      <a:pt x="107156" y="10716"/>
                    </a:lnTo>
                    <a:cubicBezTo>
                      <a:pt x="107156" y="4798"/>
                      <a:pt x="102359" y="0"/>
                      <a:pt x="96441" y="0"/>
                    </a:cubicBezTo>
                    <a:cubicBezTo>
                      <a:pt x="90523" y="0"/>
                      <a:pt x="85725" y="4798"/>
                      <a:pt x="85725" y="10716"/>
                    </a:cubicBezTo>
                    <a:lnTo>
                      <a:pt x="85725" y="32147"/>
                    </a:lnTo>
                    <a:lnTo>
                      <a:pt x="10716" y="32147"/>
                    </a:lnTo>
                    <a:cubicBezTo>
                      <a:pt x="4798" y="32147"/>
                      <a:pt x="0" y="36944"/>
                      <a:pt x="0" y="42862"/>
                    </a:cubicBezTo>
                    <a:cubicBezTo>
                      <a:pt x="0" y="48781"/>
                      <a:pt x="4798" y="53578"/>
                      <a:pt x="10716" y="53578"/>
                    </a:cubicBezTo>
                    <a:lnTo>
                      <a:pt x="128092" y="53578"/>
                    </a:lnTo>
                    <a:cubicBezTo>
                      <a:pt x="125711" y="79842"/>
                      <a:pt x="114563" y="104540"/>
                      <a:pt x="96441" y="123698"/>
                    </a:cubicBezTo>
                    <a:cubicBezTo>
                      <a:pt x="85151" y="111786"/>
                      <a:pt x="76482" y="97642"/>
                      <a:pt x="70991" y="82175"/>
                    </a:cubicBezTo>
                    <a:cubicBezTo>
                      <a:pt x="69762" y="78503"/>
                      <a:pt x="66647" y="75779"/>
                      <a:pt x="62843" y="75051"/>
                    </a:cubicBezTo>
                    <a:cubicBezTo>
                      <a:pt x="59039" y="74323"/>
                      <a:pt x="55139" y="75704"/>
                      <a:pt x="52641" y="78664"/>
                    </a:cubicBezTo>
                    <a:cubicBezTo>
                      <a:pt x="50142" y="81623"/>
                      <a:pt x="49436" y="85700"/>
                      <a:pt x="50792" y="89328"/>
                    </a:cubicBezTo>
                    <a:cubicBezTo>
                      <a:pt x="57185" y="107409"/>
                      <a:pt x="67255" y="123969"/>
                      <a:pt x="80367" y="137964"/>
                    </a:cubicBezTo>
                    <a:cubicBezTo>
                      <a:pt x="60178" y="152799"/>
                      <a:pt x="35769" y="160779"/>
                      <a:pt x="10716" y="160734"/>
                    </a:cubicBezTo>
                    <a:cubicBezTo>
                      <a:pt x="4798" y="160734"/>
                      <a:pt x="0" y="165532"/>
                      <a:pt x="0" y="171450"/>
                    </a:cubicBezTo>
                    <a:cubicBezTo>
                      <a:pt x="0" y="177368"/>
                      <a:pt x="4798" y="182166"/>
                      <a:pt x="10716" y="182166"/>
                    </a:cubicBezTo>
                    <a:cubicBezTo>
                      <a:pt x="41799" y="182200"/>
                      <a:pt x="71991" y="171784"/>
                      <a:pt x="96441" y="152591"/>
                    </a:cubicBezTo>
                    <a:cubicBezTo>
                      <a:pt x="116393" y="168180"/>
                      <a:pt x="140211" y="178047"/>
                      <a:pt x="165342" y="181134"/>
                    </a:cubicBezTo>
                    <a:lnTo>
                      <a:pt x="129713" y="252380"/>
                    </a:lnTo>
                    <a:cubicBezTo>
                      <a:pt x="127064" y="257673"/>
                      <a:pt x="129208" y="264110"/>
                      <a:pt x="134501" y="266759"/>
                    </a:cubicBezTo>
                    <a:cubicBezTo>
                      <a:pt x="139794" y="269407"/>
                      <a:pt x="146232" y="267263"/>
                      <a:pt x="148880" y="261970"/>
                    </a:cubicBezTo>
                    <a:lnTo>
                      <a:pt x="167351" y="225028"/>
                    </a:lnTo>
                    <a:lnTo>
                      <a:pt x="261260" y="225028"/>
                    </a:lnTo>
                    <a:lnTo>
                      <a:pt x="279731" y="261970"/>
                    </a:lnTo>
                    <a:cubicBezTo>
                      <a:pt x="281548" y="265601"/>
                      <a:pt x="285262" y="267894"/>
                      <a:pt x="289322" y="267891"/>
                    </a:cubicBezTo>
                    <a:cubicBezTo>
                      <a:pt x="293035" y="267889"/>
                      <a:pt x="296483" y="265964"/>
                      <a:pt x="298434" y="262805"/>
                    </a:cubicBezTo>
                    <a:cubicBezTo>
                      <a:pt x="300385" y="259645"/>
                      <a:pt x="300561" y="255701"/>
                      <a:pt x="298899" y="252380"/>
                    </a:cubicBezTo>
                    <a:close/>
                    <a:moveTo>
                      <a:pt x="178067" y="203597"/>
                    </a:moveTo>
                    <a:lnTo>
                      <a:pt x="214312" y="131119"/>
                    </a:lnTo>
                    <a:lnTo>
                      <a:pt x="250545" y="203597"/>
                    </a:ln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381958" y="18697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中文深度优化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31431" y="2185988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7C5CFC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CHINESE-AWARE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67861" y="2450306"/>
              <a:ext cx="16562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中文感知分块: 句号分隔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56647" y="2688431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多语言嵌入模型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29523" y="294274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paraphrase-multilingual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01000" y="1238250"/>
            <a:ext cx="3429000" cy="2286000"/>
            <a:chOff x="8001000" y="1238250"/>
            <a:chExt cx="3429000" cy="2286000"/>
          </a:xfrm>
        </p:grpSpPr>
        <p:sp>
          <p:nvSpPr>
            <p:cNvPr id="27" name="Rectangle 27"/>
            <p:cNvSpPr/>
            <p:nvPr/>
          </p:nvSpPr>
          <p:spPr>
            <a:xfrm>
              <a:off x="8001000" y="1238250"/>
              <a:ext cx="3429000" cy="2286000"/>
            </a:xfrm>
            <a:prstGeom prst="roundRect">
              <a:avLst>
                <a:gd name="adj" fmla="val 4167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9650528" y="1506432"/>
              <a:ext cx="280475" cy="280696"/>
              <a:chOff x="9650528" y="1506432"/>
              <a:chExt cx="280475" cy="28069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650528" y="1506432"/>
                <a:ext cx="257705" cy="245482"/>
              </a:xfrm>
              <a:custGeom>
                <a:avLst/>
                <a:gdLst/>
                <a:ahLst/>
                <a:cxnLst/>
                <a:rect l="l" t="t" r="r" b="b"/>
                <a:pathLst>
                  <a:path w="257705" h="245482">
                    <a:moveTo>
                      <a:pt x="257705" y="195922"/>
                    </a:moveTo>
                    <a:cubicBezTo>
                      <a:pt x="248462" y="215625"/>
                      <a:pt x="234391" y="232673"/>
                      <a:pt x="216798" y="245482"/>
                    </a:cubicBezTo>
                    <a:lnTo>
                      <a:pt x="204260" y="232932"/>
                    </a:lnTo>
                    <a:cubicBezTo>
                      <a:pt x="202917" y="231583"/>
                      <a:pt x="201239" y="230617"/>
                      <a:pt x="199398" y="230132"/>
                    </a:cubicBezTo>
                    <a:lnTo>
                      <a:pt x="170640" y="222551"/>
                    </a:lnTo>
                    <a:cubicBezTo>
                      <a:pt x="165362" y="221163"/>
                      <a:pt x="161971" y="216029"/>
                      <a:pt x="162764" y="210630"/>
                    </a:cubicBezTo>
                    <a:lnTo>
                      <a:pt x="165952" y="188931"/>
                    </a:lnTo>
                    <a:cubicBezTo>
                      <a:pt x="166500" y="185208"/>
                      <a:pt x="168961" y="182045"/>
                      <a:pt x="172435" y="180599"/>
                    </a:cubicBezTo>
                    <a:lnTo>
                      <a:pt x="213235" y="163642"/>
                    </a:lnTo>
                    <a:cubicBezTo>
                      <a:pt x="217083" y="162045"/>
                      <a:pt x="221508" y="162823"/>
                      <a:pt x="224580" y="165637"/>
                    </a:cubicBezTo>
                    <a:close/>
                    <a:moveTo>
                      <a:pt x="183887" y="110586"/>
                    </a:moveTo>
                    <a:lnTo>
                      <a:pt x="213583" y="76028"/>
                    </a:lnTo>
                    <a:cubicBezTo>
                      <a:pt x="215253" y="74091"/>
                      <a:pt x="216174" y="71620"/>
                      <a:pt x="216181" y="69063"/>
                    </a:cubicBezTo>
                    <a:lnTo>
                      <a:pt x="216181" y="36916"/>
                    </a:lnTo>
                    <a:cubicBezTo>
                      <a:pt x="164854" y="0"/>
                      <a:pt x="94305" y="5874"/>
                      <a:pt x="49790" y="50770"/>
                    </a:cubicBezTo>
                    <a:cubicBezTo>
                      <a:pt x="5274" y="95666"/>
                      <a:pt x="0" y="166262"/>
                      <a:pt x="37351" y="217273"/>
                    </a:cubicBezTo>
                    <a:lnTo>
                      <a:pt x="50638" y="208540"/>
                    </a:lnTo>
                    <a:cubicBezTo>
                      <a:pt x="53627" y="206566"/>
                      <a:pt x="55432" y="203228"/>
                      <a:pt x="55447" y="199646"/>
                    </a:cubicBezTo>
                    <a:lnTo>
                      <a:pt x="55728" y="151118"/>
                    </a:lnTo>
                    <a:cubicBezTo>
                      <a:pt x="55743" y="149015"/>
                      <a:pt x="56371" y="146962"/>
                      <a:pt x="57537" y="145211"/>
                    </a:cubicBezTo>
                    <a:lnTo>
                      <a:pt x="85585" y="103286"/>
                    </a:lnTo>
                    <a:cubicBezTo>
                      <a:pt x="87210" y="100874"/>
                      <a:pt x="89746" y="99226"/>
                      <a:pt x="92611" y="98720"/>
                    </a:cubicBezTo>
                    <a:cubicBezTo>
                      <a:pt x="95475" y="98215"/>
                      <a:pt x="98422" y="98896"/>
                      <a:pt x="100774" y="100607"/>
                    </a:cubicBezTo>
                    <a:lnTo>
                      <a:pt x="127309" y="118020"/>
                    </a:lnTo>
                    <a:cubicBezTo>
                      <a:pt x="129543" y="119629"/>
                      <a:pt x="132308" y="120324"/>
                      <a:pt x="135037" y="119962"/>
                    </a:cubicBezTo>
                    <a:lnTo>
                      <a:pt x="177177" y="114256"/>
                    </a:lnTo>
                    <a:cubicBezTo>
                      <a:pt x="179789" y="113900"/>
                      <a:pt x="182178" y="112593"/>
                      <a:pt x="183887" y="110586"/>
                    </a:cubicBez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652397" y="1508522"/>
                <a:ext cx="278606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78606">
                    <a:moveTo>
                      <a:pt x="139303" y="0"/>
                    </a:moveTo>
                    <a:cubicBezTo>
                      <a:pt x="62368" y="0"/>
                      <a:pt x="0" y="62368"/>
                      <a:pt x="0" y="139303"/>
                    </a:cubicBezTo>
                    <a:cubicBezTo>
                      <a:pt x="0" y="216238"/>
                      <a:pt x="62368" y="278606"/>
                      <a:pt x="139303" y="278606"/>
                    </a:cubicBezTo>
                    <a:cubicBezTo>
                      <a:pt x="216238" y="278606"/>
                      <a:pt x="278606" y="216238"/>
                      <a:pt x="278606" y="139303"/>
                    </a:cubicBezTo>
                    <a:cubicBezTo>
                      <a:pt x="278525" y="62402"/>
                      <a:pt x="216204" y="81"/>
                      <a:pt x="139303" y="0"/>
                    </a:cubicBezTo>
                    <a:close/>
                    <a:moveTo>
                      <a:pt x="139303" y="21431"/>
                    </a:moveTo>
                    <a:cubicBezTo>
                      <a:pt x="162140" y="21407"/>
                      <a:pt x="184487" y="28055"/>
                      <a:pt x="203597" y="40559"/>
                    </a:cubicBezTo>
                    <a:lnTo>
                      <a:pt x="203597" y="66973"/>
                    </a:lnTo>
                    <a:lnTo>
                      <a:pt x="173901" y="101450"/>
                    </a:lnTo>
                    <a:lnTo>
                      <a:pt x="131749" y="107156"/>
                    </a:lnTo>
                    <a:lnTo>
                      <a:pt x="131333" y="106862"/>
                    </a:lnTo>
                    <a:lnTo>
                      <a:pt x="104986" y="89636"/>
                    </a:lnTo>
                    <a:cubicBezTo>
                      <a:pt x="100267" y="86312"/>
                      <a:pt x="94407" y="85032"/>
                      <a:pt x="88732" y="86086"/>
                    </a:cubicBezTo>
                    <a:cubicBezTo>
                      <a:pt x="83056" y="87140"/>
                      <a:pt x="78046" y="90438"/>
                      <a:pt x="74835" y="95235"/>
                    </a:cubicBezTo>
                    <a:lnTo>
                      <a:pt x="46787" y="137160"/>
                    </a:lnTo>
                    <a:cubicBezTo>
                      <a:pt x="44451" y="140654"/>
                      <a:pt x="43193" y="144758"/>
                      <a:pt x="43171" y="148961"/>
                    </a:cubicBezTo>
                    <a:lnTo>
                      <a:pt x="42862" y="197489"/>
                    </a:lnTo>
                    <a:lnTo>
                      <a:pt x="38482" y="200369"/>
                    </a:lnTo>
                    <a:cubicBezTo>
                      <a:pt x="16437" y="163971"/>
                      <a:pt x="15721" y="118516"/>
                      <a:pt x="36610" y="81442"/>
                    </a:cubicBezTo>
                    <a:cubicBezTo>
                      <a:pt x="57499" y="44368"/>
                      <a:pt x="96749" y="21431"/>
                      <a:pt x="139303" y="21431"/>
                    </a:cubicBezTo>
                    <a:close/>
                    <a:moveTo>
                      <a:pt x="51288" y="217621"/>
                    </a:moveTo>
                    <a:lnTo>
                      <a:pt x="54663" y="215411"/>
                    </a:lnTo>
                    <a:cubicBezTo>
                      <a:pt x="60649" y="211462"/>
                      <a:pt x="64264" y="204781"/>
                      <a:pt x="64294" y="197610"/>
                    </a:cubicBezTo>
                    <a:lnTo>
                      <a:pt x="64575" y="149081"/>
                    </a:lnTo>
                    <a:lnTo>
                      <a:pt x="92650" y="107156"/>
                    </a:lnTo>
                    <a:cubicBezTo>
                      <a:pt x="92787" y="107262"/>
                      <a:pt x="92931" y="107360"/>
                      <a:pt x="93079" y="107451"/>
                    </a:cubicBezTo>
                    <a:lnTo>
                      <a:pt x="119426" y="124690"/>
                    </a:lnTo>
                    <a:cubicBezTo>
                      <a:pt x="123841" y="127806"/>
                      <a:pt x="129274" y="129132"/>
                      <a:pt x="134628" y="128400"/>
                    </a:cubicBezTo>
                    <a:lnTo>
                      <a:pt x="176808" y="122681"/>
                    </a:lnTo>
                    <a:cubicBezTo>
                      <a:pt x="182009" y="121986"/>
                      <a:pt x="186775" y="119408"/>
                      <a:pt x="190202" y="115434"/>
                    </a:cubicBezTo>
                    <a:lnTo>
                      <a:pt x="219898" y="80930"/>
                    </a:lnTo>
                    <a:cubicBezTo>
                      <a:pt x="223219" y="77039"/>
                      <a:pt x="225039" y="72088"/>
                      <a:pt x="225028" y="66973"/>
                    </a:cubicBezTo>
                    <a:lnTo>
                      <a:pt x="225028" y="58494"/>
                    </a:lnTo>
                    <a:cubicBezTo>
                      <a:pt x="254549" y="89726"/>
                      <a:pt x="264700" y="134566"/>
                      <a:pt x="251509" y="175468"/>
                    </a:cubicBezTo>
                    <a:lnTo>
                      <a:pt x="229890" y="155698"/>
                    </a:lnTo>
                    <a:cubicBezTo>
                      <a:pt x="223754" y="150066"/>
                      <a:pt x="214911" y="148499"/>
                      <a:pt x="207213" y="151680"/>
                    </a:cubicBezTo>
                    <a:lnTo>
                      <a:pt x="166414" y="168624"/>
                    </a:lnTo>
                    <a:cubicBezTo>
                      <a:pt x="159475" y="171536"/>
                      <a:pt x="154560" y="177858"/>
                      <a:pt x="153448" y="185300"/>
                    </a:cubicBezTo>
                    <a:lnTo>
                      <a:pt x="150246" y="206986"/>
                    </a:lnTo>
                    <a:cubicBezTo>
                      <a:pt x="148653" y="217794"/>
                      <a:pt x="155445" y="228070"/>
                      <a:pt x="166012" y="230841"/>
                    </a:cubicBezTo>
                    <a:lnTo>
                      <a:pt x="194756" y="238423"/>
                    </a:lnTo>
                    <a:lnTo>
                      <a:pt x="197918" y="241597"/>
                    </a:lnTo>
                    <a:cubicBezTo>
                      <a:pt x="149534" y="269358"/>
                      <a:pt x="88309" y="259347"/>
                      <a:pt x="51288" y="217621"/>
                    </a:cubicBezTo>
                    <a:close/>
                    <a:moveTo>
                      <a:pt x="215652" y="229046"/>
                    </a:moveTo>
                    <a:lnTo>
                      <a:pt x="209892" y="223273"/>
                    </a:lnTo>
                    <a:cubicBezTo>
                      <a:pt x="207206" y="220577"/>
                      <a:pt x="203849" y="218644"/>
                      <a:pt x="200168" y="217675"/>
                    </a:cubicBezTo>
                    <a:lnTo>
                      <a:pt x="171450" y="210093"/>
                    </a:lnTo>
                    <a:lnTo>
                      <a:pt x="174651" y="188407"/>
                    </a:lnTo>
                    <a:lnTo>
                      <a:pt x="215438" y="171450"/>
                    </a:lnTo>
                    <a:lnTo>
                      <a:pt x="242441" y="196203"/>
                    </a:lnTo>
                    <a:cubicBezTo>
                      <a:pt x="235559" y="208672"/>
                      <a:pt x="226484" y="219798"/>
                      <a:pt x="215652" y="229046"/>
                    </a:cubicBez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9232487" y="18697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智能回退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23427" y="2185988"/>
              <a:ext cx="7841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B9D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SMART FALLBACK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51156" y="24503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文档优先检索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26128" y="26884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不足时自动联网搜索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01030" y="2942749"/>
              <a:ext cx="14289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DuckDuckGo 双后端重试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" y="3714750"/>
            <a:ext cx="3429000" cy="2286000"/>
            <a:chOff x="762000" y="3714750"/>
            <a:chExt cx="3429000" cy="2286000"/>
          </a:xfrm>
        </p:grpSpPr>
        <p:sp>
          <p:nvSpPr>
            <p:cNvPr id="37" name="Rectangle 37"/>
            <p:cNvSpPr/>
            <p:nvPr/>
          </p:nvSpPr>
          <p:spPr>
            <a:xfrm>
              <a:off x="762000" y="3714750"/>
              <a:ext cx="3429000" cy="2286000"/>
            </a:xfrm>
            <a:prstGeom prst="roundRect">
              <a:avLst>
                <a:gd name="adj" fmla="val 4167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2434231" y="3962645"/>
              <a:ext cx="236865" cy="323361"/>
              <a:chOff x="2434231" y="3962645"/>
              <a:chExt cx="236865" cy="32336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2445544" y="3974306"/>
                <a:ext cx="214312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300038">
                    <a:moveTo>
                      <a:pt x="64294" y="300038"/>
                    </a:moveTo>
                    <a:lnTo>
                      <a:pt x="85725" y="192881"/>
                    </a:lnTo>
                    <a:lnTo>
                      <a:pt x="0" y="160734"/>
                    </a:lnTo>
                    <a:lnTo>
                      <a:pt x="150019" y="0"/>
                    </a:lnTo>
                    <a:lnTo>
                      <a:pt x="128588" y="107156"/>
                    </a:lnTo>
                    <a:lnTo>
                      <a:pt x="214312" y="139303"/>
                    </a:ln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2434231" y="3962645"/>
                <a:ext cx="236865" cy="323361"/>
              </a:xfrm>
              <a:custGeom>
                <a:avLst/>
                <a:gdLst/>
                <a:ahLst/>
                <a:cxnLst/>
                <a:rect l="l" t="t" r="r" b="b"/>
                <a:pathLst>
                  <a:path w="236865" h="323361">
                    <a:moveTo>
                      <a:pt x="236060" y="148514"/>
                    </a:moveTo>
                    <a:cubicBezTo>
                      <a:pt x="235236" y="145025"/>
                      <a:pt x="232722" y="142180"/>
                      <a:pt x="229362" y="140932"/>
                    </a:cubicBezTo>
                    <a:lnTo>
                      <a:pt x="152197" y="111987"/>
                    </a:lnTo>
                    <a:lnTo>
                      <a:pt x="171833" y="13765"/>
                    </a:lnTo>
                    <a:cubicBezTo>
                      <a:pt x="172746" y="9076"/>
                      <a:pt x="170446" y="4349"/>
                      <a:pt x="166193" y="2175"/>
                    </a:cubicBezTo>
                    <a:cubicBezTo>
                      <a:pt x="161941" y="0"/>
                      <a:pt x="156762" y="903"/>
                      <a:pt x="153496" y="4388"/>
                    </a:cubicBezTo>
                    <a:lnTo>
                      <a:pt x="3477" y="165123"/>
                    </a:lnTo>
                    <a:cubicBezTo>
                      <a:pt x="1002" y="167731"/>
                      <a:pt x="0" y="171406"/>
                      <a:pt x="808" y="174909"/>
                    </a:cubicBezTo>
                    <a:cubicBezTo>
                      <a:pt x="1617" y="178412"/>
                      <a:pt x="4128" y="181276"/>
                      <a:pt x="7495" y="182536"/>
                    </a:cubicBezTo>
                    <a:lnTo>
                      <a:pt x="84688" y="211481"/>
                    </a:lnTo>
                    <a:lnTo>
                      <a:pt x="65105" y="309596"/>
                    </a:lnTo>
                    <a:cubicBezTo>
                      <a:pt x="64192" y="314285"/>
                      <a:pt x="66492" y="319012"/>
                      <a:pt x="70745" y="321186"/>
                    </a:cubicBezTo>
                    <a:cubicBezTo>
                      <a:pt x="74998" y="323361"/>
                      <a:pt x="80176" y="322458"/>
                      <a:pt x="83442" y="318972"/>
                    </a:cubicBezTo>
                    <a:lnTo>
                      <a:pt x="233461" y="158238"/>
                    </a:lnTo>
                    <a:cubicBezTo>
                      <a:pt x="235891" y="155630"/>
                      <a:pt x="236865" y="151985"/>
                      <a:pt x="236060" y="148514"/>
                    </a:cubicBezTo>
                    <a:close/>
                    <a:moveTo>
                      <a:pt x="93515" y="276873"/>
                    </a:moveTo>
                    <a:lnTo>
                      <a:pt x="107539" y="206713"/>
                    </a:lnTo>
                    <a:cubicBezTo>
                      <a:pt x="108576" y="201574"/>
                      <a:pt x="105742" y="196440"/>
                      <a:pt x="100842" y="194577"/>
                    </a:cubicBezTo>
                    <a:lnTo>
                      <a:pt x="30065" y="167989"/>
                    </a:lnTo>
                    <a:lnTo>
                      <a:pt x="143410" y="46554"/>
                    </a:lnTo>
                    <a:lnTo>
                      <a:pt x="129399" y="116715"/>
                    </a:lnTo>
                    <a:cubicBezTo>
                      <a:pt x="128362" y="121854"/>
                      <a:pt x="131196" y="126988"/>
                      <a:pt x="136096" y="128850"/>
                    </a:cubicBezTo>
                    <a:lnTo>
                      <a:pt x="206819" y="155372"/>
                    </a:ln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993487" y="43462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流式响应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76914" y="4662488"/>
              <a:ext cx="99917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0D4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STREAMING RESPONSE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67113" y="4926806"/>
              <a:ext cx="16187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LangGraph values 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62138" y="516493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实时逐字流式输出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39277" y="5419249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工具调用日志 + 耗时统计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381500" y="3714750"/>
            <a:ext cx="3429000" cy="2286000"/>
            <a:chOff x="4381500" y="3714750"/>
            <a:chExt cx="3429000" cy="2286000"/>
          </a:xfrm>
        </p:grpSpPr>
        <p:sp>
          <p:nvSpPr>
            <p:cNvPr id="47" name="Rectangle 47"/>
            <p:cNvSpPr/>
            <p:nvPr/>
          </p:nvSpPr>
          <p:spPr>
            <a:xfrm>
              <a:off x="4381500" y="3714750"/>
              <a:ext cx="3429000" cy="2286000"/>
            </a:xfrm>
            <a:prstGeom prst="roundRect">
              <a:avLst>
                <a:gd name="adj" fmla="val 4167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043612" y="4006453"/>
              <a:ext cx="257175" cy="268256"/>
              <a:chOff x="6043612" y="4006453"/>
              <a:chExt cx="257175" cy="26825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054328" y="4017169"/>
                <a:ext cx="235744" cy="246620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246620">
                    <a:moveTo>
                      <a:pt x="235744" y="10716"/>
                    </a:moveTo>
                    <a:lnTo>
                      <a:pt x="235744" y="89435"/>
                    </a:lnTo>
                    <a:cubicBezTo>
                      <a:pt x="235744" y="202190"/>
                      <a:pt x="140227" y="239548"/>
                      <a:pt x="121167" y="245883"/>
                    </a:cubicBezTo>
                    <a:cubicBezTo>
                      <a:pt x="119032" y="246620"/>
                      <a:pt x="116712" y="246620"/>
                      <a:pt x="114577" y="245883"/>
                    </a:cubicBezTo>
                    <a:cubicBezTo>
                      <a:pt x="95516" y="239575"/>
                      <a:pt x="0" y="202257"/>
                      <a:pt x="0" y="89462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225028" y="0"/>
                    </a:lnTo>
                    <a:cubicBezTo>
                      <a:pt x="230946" y="0"/>
                      <a:pt x="235744" y="4798"/>
                      <a:pt x="235744" y="10716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43612" y="4006453"/>
                <a:ext cx="257175" cy="268256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68256">
                    <a:moveTo>
                      <a:pt x="235744" y="0"/>
                    </a:moveTo>
                    <a:lnTo>
                      <a:pt x="21431" y="0"/>
                    </a:lnTo>
                    <a:cubicBezTo>
                      <a:pt x="9595" y="0"/>
                      <a:pt x="0" y="9595"/>
                      <a:pt x="0" y="21431"/>
                    </a:cubicBezTo>
                    <a:lnTo>
                      <a:pt x="0" y="100164"/>
                    </a:lnTo>
                    <a:cubicBezTo>
                      <a:pt x="0" y="220193"/>
                      <a:pt x="101557" y="260015"/>
                      <a:pt x="121890" y="266779"/>
                    </a:cubicBezTo>
                    <a:cubicBezTo>
                      <a:pt x="126233" y="268256"/>
                      <a:pt x="130942" y="268256"/>
                      <a:pt x="135285" y="266779"/>
                    </a:cubicBezTo>
                    <a:cubicBezTo>
                      <a:pt x="155644" y="260015"/>
                      <a:pt x="257175" y="220193"/>
                      <a:pt x="257175" y="100164"/>
                    </a:cubicBezTo>
                    <a:lnTo>
                      <a:pt x="257175" y="21431"/>
                    </a:lnTo>
                    <a:cubicBezTo>
                      <a:pt x="257175" y="9595"/>
                      <a:pt x="247580" y="0"/>
                      <a:pt x="235744" y="0"/>
                    </a:cubicBezTo>
                    <a:close/>
                    <a:moveTo>
                      <a:pt x="235744" y="100178"/>
                    </a:moveTo>
                    <a:cubicBezTo>
                      <a:pt x="235744" y="205218"/>
                      <a:pt x="146871" y="240311"/>
                      <a:pt x="128588" y="246419"/>
                    </a:cubicBezTo>
                    <a:cubicBezTo>
                      <a:pt x="110465" y="240378"/>
                      <a:pt x="21431" y="205311"/>
                      <a:pt x="21431" y="100178"/>
                    </a:cubicBezTo>
                    <a:lnTo>
                      <a:pt x="21431" y="21431"/>
                    </a:lnTo>
                    <a:lnTo>
                      <a:pt x="235744" y="21431"/>
                    </a:lnTo>
                    <a:close/>
                    <a:moveTo>
                      <a:pt x="67428" y="136169"/>
                    </a:moveTo>
                    <a:cubicBezTo>
                      <a:pt x="63241" y="131982"/>
                      <a:pt x="63241" y="125193"/>
                      <a:pt x="67428" y="121006"/>
                    </a:cubicBezTo>
                    <a:cubicBezTo>
                      <a:pt x="71615" y="116819"/>
                      <a:pt x="78404" y="116819"/>
                      <a:pt x="82591" y="121006"/>
                    </a:cubicBezTo>
                    <a:lnTo>
                      <a:pt x="107156" y="145572"/>
                    </a:lnTo>
                    <a:lnTo>
                      <a:pt x="174584" y="78144"/>
                    </a:lnTo>
                    <a:cubicBezTo>
                      <a:pt x="178771" y="73957"/>
                      <a:pt x="185560" y="73957"/>
                      <a:pt x="189747" y="78144"/>
                    </a:cubicBezTo>
                    <a:cubicBezTo>
                      <a:pt x="193934" y="82331"/>
                      <a:pt x="193934" y="89119"/>
                      <a:pt x="189747" y="93306"/>
                    </a:cubicBezTo>
                    <a:lnTo>
                      <a:pt x="114738" y="168316"/>
                    </a:lnTo>
                    <a:cubicBezTo>
                      <a:pt x="112728" y="170328"/>
                      <a:pt x="110000" y="171458"/>
                      <a:pt x="107156" y="171458"/>
                    </a:cubicBezTo>
                    <a:cubicBezTo>
                      <a:pt x="104312" y="171458"/>
                      <a:pt x="101585" y="170328"/>
                      <a:pt x="99575" y="168316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381958" y="43462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去重与持久化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01414" y="4662488"/>
              <a:ext cx="9891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7C5CFC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DEDUP &amp; PERSISTENCE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27868" y="4926806"/>
              <a:ext cx="15362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文件: name+size 去重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19105" y="5164931"/>
              <a:ext cx="17537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分块: source+index 去重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40037" y="541924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ChromaDB 持久化存储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01000" y="3714750"/>
            <a:ext cx="3429000" cy="2286000"/>
            <a:chOff x="8001000" y="3714750"/>
            <a:chExt cx="3429000" cy="2286000"/>
          </a:xfrm>
        </p:grpSpPr>
        <p:sp>
          <p:nvSpPr>
            <p:cNvPr id="57" name="Rectangle 57"/>
            <p:cNvSpPr/>
            <p:nvPr/>
          </p:nvSpPr>
          <p:spPr>
            <a:xfrm>
              <a:off x="8001000" y="3714750"/>
              <a:ext cx="3429000" cy="2286000"/>
            </a:xfrm>
            <a:prstGeom prst="roundRect">
              <a:avLst>
                <a:gd name="adj" fmla="val 4167"/>
              </a:avLst>
            </a:prstGeom>
            <a:solidFill>
              <a:srgbClr val="131837"/>
            </a:solidFill>
            <a:ln w="9525">
              <a:solidFill>
                <a:srgbClr val="2A2E45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652397" y="3985022"/>
              <a:ext cx="278606" cy="278606"/>
              <a:chOff x="9652397" y="3985022"/>
              <a:chExt cx="278606" cy="27860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9663112" y="3995738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57175" y="128588"/>
                    </a:moveTo>
                    <a:cubicBezTo>
                      <a:pt x="257175" y="199604"/>
                      <a:pt x="199604" y="257175"/>
                      <a:pt x="128588" y="257175"/>
                    </a:cubicBezTo>
                    <a:cubicBezTo>
                      <a:pt x="57571" y="257175"/>
                      <a:pt x="0" y="199604"/>
                      <a:pt x="0" y="128588"/>
                    </a:cubicBezTo>
                    <a:cubicBezTo>
                      <a:pt x="0" y="57571"/>
                      <a:pt x="57571" y="0"/>
                      <a:pt x="128588" y="0"/>
                    </a:cubicBezTo>
                    <a:cubicBezTo>
                      <a:pt x="199604" y="0"/>
                      <a:pt x="257175" y="57571"/>
                      <a:pt x="257175" y="128588"/>
                    </a:cubicBezTo>
                    <a:close/>
                  </a:path>
                </a:pathLst>
              </a:custGeom>
              <a:solidFill>
                <a:srgbClr val="FF6B9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652397" y="3985022"/>
                <a:ext cx="278606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78606">
                    <a:moveTo>
                      <a:pt x="200463" y="99575"/>
                    </a:moveTo>
                    <a:cubicBezTo>
                      <a:pt x="202475" y="101585"/>
                      <a:pt x="203605" y="104312"/>
                      <a:pt x="203605" y="107156"/>
                    </a:cubicBezTo>
                    <a:cubicBezTo>
                      <a:pt x="203605" y="110000"/>
                      <a:pt x="202475" y="112728"/>
                      <a:pt x="200463" y="114738"/>
                    </a:cubicBezTo>
                    <a:lnTo>
                      <a:pt x="125453" y="189747"/>
                    </a:lnTo>
                    <a:cubicBezTo>
                      <a:pt x="123443" y="191759"/>
                      <a:pt x="120716" y="192890"/>
                      <a:pt x="117872" y="192890"/>
                    </a:cubicBezTo>
                    <a:cubicBezTo>
                      <a:pt x="115028" y="192890"/>
                      <a:pt x="112300" y="191759"/>
                      <a:pt x="110291" y="189747"/>
                    </a:cubicBezTo>
                    <a:lnTo>
                      <a:pt x="78144" y="157600"/>
                    </a:lnTo>
                    <a:cubicBezTo>
                      <a:pt x="73957" y="153413"/>
                      <a:pt x="73957" y="146624"/>
                      <a:pt x="78144" y="142437"/>
                    </a:cubicBezTo>
                    <a:cubicBezTo>
                      <a:pt x="82331" y="138250"/>
                      <a:pt x="89119" y="138250"/>
                      <a:pt x="93306" y="142437"/>
                    </a:cubicBezTo>
                    <a:lnTo>
                      <a:pt x="117872" y="167016"/>
                    </a:lnTo>
                    <a:lnTo>
                      <a:pt x="185300" y="99575"/>
                    </a:lnTo>
                    <a:cubicBezTo>
                      <a:pt x="187310" y="97563"/>
                      <a:pt x="190037" y="96432"/>
                      <a:pt x="192881" y="96432"/>
                    </a:cubicBezTo>
                    <a:cubicBezTo>
                      <a:pt x="195725" y="96432"/>
                      <a:pt x="198453" y="97563"/>
                      <a:pt x="200463" y="99575"/>
                    </a:cubicBezTo>
                    <a:close/>
                    <a:moveTo>
                      <a:pt x="278606" y="139303"/>
                    </a:moveTo>
                    <a:cubicBezTo>
                      <a:pt x="278606" y="216238"/>
                      <a:pt x="216238" y="278606"/>
                      <a:pt x="139303" y="278606"/>
                    </a:cubicBezTo>
                    <a:cubicBezTo>
                      <a:pt x="62368" y="278606"/>
                      <a:pt x="0" y="216238"/>
                      <a:pt x="0" y="139303"/>
                    </a:cubicBezTo>
                    <a:cubicBezTo>
                      <a:pt x="0" y="62368"/>
                      <a:pt x="62368" y="0"/>
                      <a:pt x="139303" y="0"/>
                    </a:cubicBezTo>
                    <a:cubicBezTo>
                      <a:pt x="216204" y="81"/>
                      <a:pt x="278525" y="62402"/>
                      <a:pt x="278606" y="139303"/>
                    </a:cubicBezTo>
                    <a:close/>
                    <a:moveTo>
                      <a:pt x="257175" y="139303"/>
                    </a:moveTo>
                    <a:cubicBezTo>
                      <a:pt x="257175" y="74204"/>
                      <a:pt x="204402" y="21431"/>
                      <a:pt x="139303" y="21431"/>
                    </a:cubicBezTo>
                    <a:cubicBezTo>
                      <a:pt x="74204" y="21431"/>
                      <a:pt x="21431" y="74204"/>
                      <a:pt x="21431" y="139303"/>
                    </a:cubicBezTo>
                    <a:cubicBezTo>
                      <a:pt x="21431" y="204402"/>
                      <a:pt x="74204" y="257175"/>
                      <a:pt x="139303" y="257175"/>
                    </a:cubicBezTo>
                    <a:cubicBezTo>
                      <a:pt x="204371" y="257101"/>
                      <a:pt x="257101" y="204371"/>
                      <a:pt x="257175" y="139303"/>
                    </a:cubicBezTo>
                    <a:close/>
                  </a:path>
                </a:pathLst>
              </a:custGeom>
              <a:solidFill>
                <a:srgbClr val="FF6B9D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116973" y="4346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回答可溯源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40917" y="4662488"/>
              <a:ext cx="94916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B9D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TRACEABLE ANSWERS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26128" y="49268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每回答附来源文件名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26128" y="51649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标注页码与检索原文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53036" y="54192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4B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前端展开查看检索结果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7" name="Rectangle 67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2A2E45">
                <a:alpha val="50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4B8">
                      <a:alphaMod val="40000"/>
                    </a:srgbClr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6" grpId="0"/>
      <p:bldP spid="46" grpId="0"/>
      <p:bldP spid="56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56235"/>
            <a:ext cx="4824412" cy="601027"/>
            <a:chOff x="762000" y="356235"/>
            <a:chExt cx="4824412" cy="601027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562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运行与部署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743902"/>
              <a:ext cx="46472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RUN &amp; DEPLOY — COMMANDS · CONFIGURATION · ENVIRONMENT VARIABLES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1238250"/>
            <a:ext cx="5143500" cy="5000625"/>
            <a:chOff x="762000" y="1238250"/>
            <a:chExt cx="5143500" cy="5000625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143500" cy="5000625"/>
            </a:xfrm>
            <a:prstGeom prst="roundRect">
              <a:avLst>
                <a:gd name="adj" fmla="val 1905"/>
              </a:avLst>
            </a:prstGeom>
            <a:solidFill>
              <a:srgbClr val="131837">
                <a:alpha val="40000"/>
              </a:srgbClr>
            </a:solidFill>
            <a:ln w="9525">
              <a:solidFill>
                <a:srgbClr val="2A2E45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72753" y="1518047"/>
              <a:ext cx="216694" cy="183356"/>
              <a:chOff x="1072753" y="1518047"/>
              <a:chExt cx="216694" cy="18335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81088" y="1526381"/>
                <a:ext cx="2000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66688">
                    <a:moveTo>
                      <a:pt x="200025" y="8334"/>
                    </a:moveTo>
                    <a:lnTo>
                      <a:pt x="200025" y="158353"/>
                    </a:lnTo>
                    <a:cubicBezTo>
                      <a:pt x="200025" y="162956"/>
                      <a:pt x="196294" y="166688"/>
                      <a:pt x="191691" y="166688"/>
                    </a:cubicBezTo>
                    <a:lnTo>
                      <a:pt x="8334" y="166688"/>
                    </a:lnTo>
                    <a:cubicBezTo>
                      <a:pt x="3731" y="166688"/>
                      <a:pt x="0" y="162956"/>
                      <a:pt x="0" y="158353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91691" y="0"/>
                    </a:lnTo>
                    <a:cubicBezTo>
                      <a:pt x="196294" y="0"/>
                      <a:pt x="200025" y="3731"/>
                      <a:pt x="200025" y="8334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2753" y="1518047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108347" y="91678"/>
                    </a:moveTo>
                    <a:cubicBezTo>
                      <a:pt x="108348" y="94211"/>
                      <a:pt x="107198" y="96607"/>
                      <a:pt x="105221" y="98189"/>
                    </a:cubicBezTo>
                    <a:lnTo>
                      <a:pt x="63550" y="131527"/>
                    </a:lnTo>
                    <a:cubicBezTo>
                      <a:pt x="59954" y="134404"/>
                      <a:pt x="54706" y="133821"/>
                      <a:pt x="51829" y="130225"/>
                    </a:cubicBezTo>
                    <a:cubicBezTo>
                      <a:pt x="48953" y="126629"/>
                      <a:pt x="49536" y="121381"/>
                      <a:pt x="53132" y="118504"/>
                    </a:cubicBezTo>
                    <a:lnTo>
                      <a:pt x="86667" y="91678"/>
                    </a:lnTo>
                    <a:lnTo>
                      <a:pt x="53132" y="64852"/>
                    </a:lnTo>
                    <a:cubicBezTo>
                      <a:pt x="49536" y="61975"/>
                      <a:pt x="48953" y="56728"/>
                      <a:pt x="51829" y="53132"/>
                    </a:cubicBezTo>
                    <a:cubicBezTo>
                      <a:pt x="54706" y="49536"/>
                      <a:pt x="59954" y="48953"/>
                      <a:pt x="63550" y="51829"/>
                    </a:cubicBezTo>
                    <a:lnTo>
                      <a:pt x="105221" y="85167"/>
                    </a:lnTo>
                    <a:cubicBezTo>
                      <a:pt x="107198" y="86750"/>
                      <a:pt x="108348" y="89146"/>
                      <a:pt x="108347" y="91678"/>
                    </a:cubicBezTo>
                    <a:close/>
                    <a:moveTo>
                      <a:pt x="158353" y="116681"/>
                    </a:moveTo>
                    <a:lnTo>
                      <a:pt x="116681" y="116681"/>
                    </a:lnTo>
                    <a:cubicBezTo>
                      <a:pt x="112078" y="116681"/>
                      <a:pt x="108347" y="120413"/>
                      <a:pt x="108347" y="125016"/>
                    </a:cubicBezTo>
                    <a:cubicBezTo>
                      <a:pt x="108347" y="129619"/>
                      <a:pt x="112078" y="133350"/>
                      <a:pt x="116681" y="133350"/>
                    </a:cubicBezTo>
                    <a:lnTo>
                      <a:pt x="158353" y="133350"/>
                    </a:lnTo>
                    <a:cubicBezTo>
                      <a:pt x="162956" y="133350"/>
                      <a:pt x="166688" y="129619"/>
                      <a:pt x="166688" y="125016"/>
                    </a:cubicBezTo>
                    <a:cubicBezTo>
                      <a:pt x="166688" y="120413"/>
                      <a:pt x="162956" y="116681"/>
                      <a:pt x="158353" y="116681"/>
                    </a:cubicBezTo>
                    <a:close/>
                    <a:moveTo>
                      <a:pt x="216694" y="16669"/>
                    </a:moveTo>
                    <a:lnTo>
                      <a:pt x="216694" y="166688"/>
                    </a:lnTo>
                    <a:cubicBezTo>
                      <a:pt x="216694" y="175893"/>
                      <a:pt x="209231" y="183356"/>
                      <a:pt x="200025" y="183356"/>
                    </a:cubicBezTo>
                    <a:lnTo>
                      <a:pt x="16669" y="183356"/>
                    </a:lnTo>
                    <a:cubicBezTo>
                      <a:pt x="7463" y="183356"/>
                      <a:pt x="0" y="175893"/>
                      <a:pt x="0" y="166688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200025" y="0"/>
                    </a:lnTo>
                    <a:cubicBezTo>
                      <a:pt x="209231" y="0"/>
                      <a:pt x="216694" y="7463"/>
                      <a:pt x="216694" y="16669"/>
                    </a:cubicBezTo>
                    <a:close/>
                    <a:moveTo>
                      <a:pt x="200025" y="166688"/>
                    </a:moveTo>
                    <a:lnTo>
                      <a:pt x="200025" y="16669"/>
                    </a:lnTo>
                    <a:lnTo>
                      <a:pt x="16669" y="16669"/>
                    </a:lnTo>
                    <a:lnTo>
                      <a:pt x="16669" y="166688"/>
                    </a:lnTo>
                    <a:lnTo>
                      <a:pt x="200025" y="166688"/>
                    </a:ln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09700" y="15049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命令速查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28700" y="1905000"/>
              <a:ext cx="4610100" cy="742950"/>
              <a:chOff x="1028700" y="1905000"/>
              <a:chExt cx="4610100" cy="7429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028700" y="1905000"/>
                <a:ext cx="4610100" cy="742950"/>
              </a:xfrm>
              <a:prstGeom prst="roundRect">
                <a:avLst>
                  <a:gd name="adj" fmla="val 7692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1028700" y="1905000"/>
                <a:ext cx="57150" cy="742950"/>
              </a:xfrm>
              <a:prstGeom prst="roundRect">
                <a:avLst>
                  <a:gd name="adj" fmla="val 50000"/>
                </a:avLst>
              </a:prstGeom>
              <a:solidFill>
                <a:srgbClr val="00E676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24915" y="20297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E676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238250" y="2247900"/>
                <a:ext cx="4191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A0E27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377315" y="2344102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8F0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028700" y="2781300"/>
              <a:ext cx="4610100" cy="742950"/>
              <a:chOff x="1028700" y="2781300"/>
              <a:chExt cx="4610100" cy="7429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28700" y="2781300"/>
                <a:ext cx="4610100" cy="742950"/>
              </a:xfrm>
              <a:prstGeom prst="roundRect">
                <a:avLst>
                  <a:gd name="adj" fmla="val 7692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028700" y="2781300"/>
                <a:ext cx="57150" cy="742950"/>
              </a:xfrm>
              <a:prstGeom prst="roundRect">
                <a:avLst>
                  <a:gd name="adj" fmla="val 50000"/>
                </a:avLst>
              </a:prstGeom>
              <a:solidFill>
                <a:srgbClr val="00D4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24915" y="29060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1238250" y="3124200"/>
                <a:ext cx="4191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A0E27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377315" y="322040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8F0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28700" y="3657600"/>
              <a:ext cx="4610100" cy="742950"/>
              <a:chOff x="1028700" y="3657600"/>
              <a:chExt cx="4610100" cy="7429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1028700" y="3657600"/>
                <a:ext cx="4610100" cy="742950"/>
              </a:xfrm>
              <a:prstGeom prst="roundRect">
                <a:avLst>
                  <a:gd name="adj" fmla="val 7692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1028700" y="3657600"/>
                <a:ext cx="57150" cy="742950"/>
              </a:xfrm>
              <a:prstGeom prst="roundRect">
                <a:avLst>
                  <a:gd name="adj" fmla="val 50000"/>
                </a:avLst>
              </a:prstGeom>
              <a:solidFill>
                <a:srgbClr val="7C5CFC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24915" y="37823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7C5CFC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1238250" y="4000500"/>
                <a:ext cx="4191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A0E2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377315" y="4096702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8F0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028700" y="4533900"/>
              <a:ext cx="4610100" cy="742950"/>
              <a:chOff x="1028700" y="4533900"/>
              <a:chExt cx="4610100" cy="7429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028700" y="4533900"/>
                <a:ext cx="4610100" cy="742950"/>
              </a:xfrm>
              <a:prstGeom prst="roundRect">
                <a:avLst>
                  <a:gd name="adj" fmla="val 7692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1028700" y="4533900"/>
                <a:ext cx="57150" cy="742950"/>
              </a:xfrm>
              <a:prstGeom prst="roundRect">
                <a:avLst>
                  <a:gd name="adj" fmla="val 50000"/>
                </a:avLst>
              </a:prstGeom>
              <a:solidFill>
                <a:srgbClr val="FF6B9D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24915" y="46586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6B9D"/>
                    </a:solidFill>
                    <a:latin typeface="Arial"/>
                    <a:ea typeface="Microsoft YaHei"/>
                    <a:cs typeface="Arial"/>
                  </a:rPr>
                  <a:t>单独测试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1238250" y="4876800"/>
                <a:ext cx="4191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A0E27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378268" y="4981099"/>
                <a:ext cx="37172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8F0"/>
                    </a:solidFill>
                    <a:latin typeface="Consolas"/>
                    <a:ea typeface="Microsoft YaHei"/>
                    <a:cs typeface="Consolas"/>
                  </a:rPr>
                  <a:t>pytest tests/test_agent.py::TestTools::test_retriever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6096000" y="1238250"/>
            <a:ext cx="5334000" cy="5000625"/>
            <a:chOff x="6096000" y="1238250"/>
            <a:chExt cx="5334000" cy="5000625"/>
          </a:xfrm>
        </p:grpSpPr>
        <p:sp>
          <p:nvSpPr>
            <p:cNvPr id="37" name="Rectangle 37"/>
            <p:cNvSpPr/>
            <p:nvPr/>
          </p:nvSpPr>
          <p:spPr>
            <a:xfrm>
              <a:off x="6096000" y="1238250"/>
              <a:ext cx="5334000" cy="5000625"/>
            </a:xfrm>
            <a:prstGeom prst="roundRect">
              <a:avLst>
                <a:gd name="adj" fmla="val 1905"/>
              </a:avLst>
            </a:prstGeom>
            <a:solidFill>
              <a:srgbClr val="131837">
                <a:alpha val="40000"/>
              </a:srgbClr>
            </a:solidFill>
            <a:ln w="9525">
              <a:solidFill>
                <a:srgbClr val="2A2E4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05684" y="1500309"/>
              <a:ext cx="218862" cy="218862"/>
              <a:chOff x="6405684" y="1500309"/>
              <a:chExt cx="218862" cy="21886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14442" y="1509046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7C5CF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05684" y="1500309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7C5CFC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43700" y="15049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8F0"/>
                  </a:solidFill>
                  <a:latin typeface="Arial"/>
                  <a:ea typeface="Microsoft YaHei"/>
                  <a:cs typeface="Arial"/>
                </a:rPr>
                <a:t>环境配置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362700" y="1905000"/>
              <a:ext cx="4800600" cy="1238250"/>
              <a:chOff x="6362700" y="1905000"/>
              <a:chExt cx="4800600" cy="12382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362700" y="1905000"/>
                <a:ext cx="480060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577965" y="2029778"/>
                <a:ext cx="6882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.env 文件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6591300" y="2266950"/>
                <a:ext cx="43815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0A0E27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751320" y="2379345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/>
                    </a:solidFill>
                    <a:latin typeface="Consolas"/>
                    <a:ea typeface="Microsoft YaHei"/>
                    <a:cs typeface="Consolas"/>
                  </a:rPr>
                  <a:t>ANTHROPIC_AUTH_TOKEN=sk-xxx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751320" y="2569845"/>
                <a:ext cx="34792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/>
                    </a:solidFill>
                    <a:latin typeface="Consolas"/>
                    <a:ea typeface="Microsoft YaHei"/>
                    <a:cs typeface="Consolas"/>
                  </a:rPr>
                  <a:t>ANTHROPIC_BASE_URL=https://api.deepseek.com/anthropic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751320" y="2760345"/>
                <a:ext cx="211112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/>
                    </a:solidFill>
                    <a:latin typeface="Consolas"/>
                    <a:ea typeface="Microsoft YaHei"/>
                    <a:cs typeface="Consolas"/>
                  </a:rPr>
                  <a:t>ANTHROPIC_MODEL=deepseek-v4-pro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362700" y="3295650"/>
              <a:ext cx="4800600" cy="962025"/>
              <a:chOff x="6362700" y="3295650"/>
              <a:chExt cx="4800600" cy="962025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362700" y="3295650"/>
                <a:ext cx="48006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576060" y="3404235"/>
                <a:ext cx="72776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LLM 端点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577965" y="3649028"/>
                <a:ext cx="28410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DeepSeek OpenAI-compatible /v1 endpoint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578918" y="3876199"/>
                <a:ext cx="27421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ChatOpenAI 协议兼容 — 非 Anthropic 原生 API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579870" y="4074795"/>
                <a:ext cx="33412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C5CFC"/>
                    </a:solidFill>
                    <a:latin typeface="Consolas"/>
                    <a:ea typeface="Microsoft YaHei"/>
                    <a:cs typeface="Consolas"/>
                  </a:rPr>
                  <a:t>LLM_OPENAI_BASE_URL = "https://api.deepseek.com/v1"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362700" y="4400550"/>
              <a:ext cx="4800600" cy="1238250"/>
              <a:chOff x="6362700" y="4400550"/>
              <a:chExt cx="4800600" cy="12382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362700" y="4400550"/>
                <a:ext cx="480060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1A1F3D"/>
              </a:solidFill>
              <a:ln w="9525">
                <a:solidFill>
                  <a:srgbClr val="2A2E45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576060" y="45091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数据目录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6591300" y="4762500"/>
                <a:ext cx="2143125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A0E27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713220" y="4884420"/>
                <a:ext cx="103698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data/chroma_db/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370570" y="48844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向量库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8877300" y="4762500"/>
                <a:ext cx="2143125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A0E27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999220" y="4884420"/>
                <a:ext cx="85096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C5CFC"/>
                    </a:solidFill>
                    <a:latin typeface="Consolas"/>
                    <a:ea typeface="Microsoft YaHei"/>
                    <a:cs typeface="Consolas"/>
                  </a:rPr>
                  <a:t>data/uploads/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466070" y="4884420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原始文件</a:t>
                </a:r>
              </a:p>
            </p:txBody>
          </p:sp>
          <p:sp>
            <p:nvSpPr>
              <p:cNvPr id="63" name="Rectangle 63"/>
              <p:cNvSpPr/>
              <p:nvPr/>
            </p:nvSpPr>
            <p:spPr>
              <a:xfrm>
                <a:off x="6591300" y="5200650"/>
                <a:ext cx="4381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A0E27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6713220" y="5322570"/>
                <a:ext cx="784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6B9D"/>
                    </a:solidFill>
                    <a:latin typeface="Consolas"/>
                    <a:ea typeface="Microsoft YaHei"/>
                    <a:cs typeface="Consolas"/>
                  </a:rPr>
                  <a:t>data/app.log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180070" y="5322570"/>
                <a:ext cx="21051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日志文件 · UTF-8 编码 · 侧边栏可查看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762000" y="6381750"/>
            <a:ext cx="10679430" cy="323850"/>
            <a:chOff x="762000" y="6381750"/>
            <a:chExt cx="10679430" cy="323850"/>
          </a:xfrm>
        </p:grpSpPr>
        <p:sp>
          <p:nvSpPr>
            <p:cNvPr id="68" name="Rectangle 68"/>
            <p:cNvSpPr/>
            <p:nvPr/>
          </p:nvSpPr>
          <p:spPr>
            <a:xfrm>
              <a:off x="762000" y="6381750"/>
              <a:ext cx="10668000" cy="9525"/>
            </a:xfrm>
            <a:prstGeom prst="rect">
              <a:avLst/>
            </a:prstGeom>
            <a:solidFill>
              <a:srgbClr val="2A2E45">
                <a:alpha val="50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016520" y="65227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4B8">
                      <a:alphaMod val="40000"/>
                    </a:srgbClr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67" grpId="0"/>
      <p:bldP spid="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2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0D4FF">
                    <a:alpha val="6000"/>
                  </a:srgbClr>
                </a:gs>
                <a:gs pos="100000">
                  <a:srgbClr val="00D4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62000" y="762000"/>
            <a:ext cx="10668000" cy="4581525"/>
            <a:chOff x="762000" y="762000"/>
            <a:chExt cx="10668000" cy="4581525"/>
          </a:xfrm>
        </p:grpSpPr>
        <p:sp>
          <p:nvSpPr>
            <p:cNvPr id="5" name="Ellipse 5"/>
            <p:cNvSpPr/>
            <p:nvPr/>
          </p:nvSpPr>
          <p:spPr>
            <a:xfrm>
              <a:off x="9525000" y="762000"/>
              <a:ext cx="1905000" cy="190500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906000" y="1143000"/>
              <a:ext cx="1143000" cy="1143000"/>
            </a:xfrm>
            <a:prstGeom prst="ellipse">
              <a:avLst/>
            </a:prstGeom>
            <a:noFill/>
            <a:ln w="9525">
              <a:solidFill>
                <a:srgbClr val="7C5CFC">
                  <a:alpha val="8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5334000"/>
              <a:ext cx="1428750" cy="9525"/>
            </a:xfrm>
            <a:prstGeom prst="rect">
              <a:avLst/>
            </a:prstGeom>
            <a:solidFill>
              <a:srgbClr val="00D4FF">
                <a:alpha val="20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001250" y="1905000"/>
              <a:ext cx="1428750" cy="9525"/>
            </a:xfrm>
            <a:prstGeom prst="rect">
              <a:avLst/>
            </a:prstGeom>
            <a:solidFill>
              <a:srgbClr val="7C5CFC">
                <a:alpha val="1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408771" y="1419225"/>
            <a:ext cx="1374458" cy="914400"/>
            <a:chOff x="5408771" y="1419225"/>
            <a:chExt cx="1374458" cy="914400"/>
          </a:xfrm>
        </p:grpSpPr>
        <p:sp>
          <p:nvSpPr>
            <p:cNvPr id="10" name="TextBox 10"/>
            <p:cNvSpPr txBox="1"/>
            <p:nvPr/>
          </p:nvSpPr>
          <p:spPr>
            <a:xfrm>
              <a:off x="5408771" y="1419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gradFill>
                    <a:gsLst>
                      <a:gs pos="0">
                        <a:srgbClr val="00D4FF"/>
                      </a:gs>
                      <a:gs pos="100000">
                        <a:srgbClr val="7C5CFC"/>
                      </a:gs>
                    </a:gsLst>
                    <a:lin ang="2700000" scaled="1"/>
                  </a:gradFill>
                  <a:effectLst>
                    <a:glow rad="47625">
                      <a:srgbClr val="00D4FF">
                        <a:alpha val="35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905000" y="2476500"/>
            <a:ext cx="8382000" cy="2952750"/>
            <a:chOff x="1905000" y="2476500"/>
            <a:chExt cx="8382000" cy="2952750"/>
          </a:xfrm>
        </p:grpSpPr>
        <p:sp>
          <p:nvSpPr>
            <p:cNvPr id="12" name="Rectangle 12"/>
            <p:cNvSpPr/>
            <p:nvPr/>
          </p:nvSpPr>
          <p:spPr>
            <a:xfrm>
              <a:off x="1905000" y="2476500"/>
              <a:ext cx="8382000" cy="2952750"/>
            </a:xfrm>
            <a:prstGeom prst="roundRect">
              <a:avLst>
                <a:gd name="adj" fmla="val 3871"/>
              </a:avLst>
            </a:prstGeom>
            <a:solidFill>
              <a:srgbClr val="131837">
                <a:alpha val="50000"/>
              </a:srgbClr>
            </a:solidFill>
            <a:ln w="9525">
              <a:solidFill>
                <a:srgbClr val="2A2E45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2286000" y="2714625"/>
              <a:ext cx="7620000" cy="628650"/>
              <a:chOff x="2286000" y="2714625"/>
              <a:chExt cx="7620000" cy="6286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2286000" y="2714625"/>
                <a:ext cx="7620000" cy="628650"/>
              </a:xfrm>
              <a:prstGeom prst="roundRect">
                <a:avLst>
                  <a:gd name="adj" fmla="val 9091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651760" y="287083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126105" y="2854642"/>
                <a:ext cx="38597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Streamlit Web 界面，开箱即用 — 一条命令启动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130868" y="3114199"/>
                <a:ext cx="13509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streamlit run app.py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286000" y="3438525"/>
              <a:ext cx="7620000" cy="628650"/>
              <a:chOff x="2286000" y="3438525"/>
              <a:chExt cx="7620000" cy="6286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286000" y="3438525"/>
                <a:ext cx="7620000" cy="628650"/>
              </a:xfrm>
              <a:prstGeom prst="roundRect">
                <a:avLst>
                  <a:gd name="adj" fmla="val 9091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651760" y="359473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7C5CFC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126105" y="3578542"/>
                <a:ext cx="33016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7 种格式 × 中文优化分块 × 本地嵌入模型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130868" y="383809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多格式文档一键上传，中文感知分割，CPU 友好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286000" y="4162425"/>
              <a:ext cx="7620000" cy="628650"/>
              <a:chOff x="2286000" y="4162425"/>
              <a:chExt cx="7620000" cy="6286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286000" y="4162425"/>
                <a:ext cx="7620000" cy="628650"/>
              </a:xfrm>
              <a:prstGeom prst="roundRect">
                <a:avLst>
                  <a:gd name="adj" fmla="val 9091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651760" y="431863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6B9D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126105" y="4302442"/>
                <a:ext cx="38597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ReAct Agent 双工具编排，文档优先 + 智能回退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130868" y="4561999"/>
                <a:ext cx="28266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0A4B8"/>
                    </a:solidFill>
                    <a:latin typeface="Arial"/>
                    <a:ea typeface="Microsoft YaHei"/>
                    <a:cs typeface="Arial"/>
                  </a:rPr>
                  <a:t>retriever → web_search，失败保护，禁止编造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286000" y="4886325"/>
              <a:ext cx="7620000" cy="419100"/>
              <a:chOff x="2286000" y="4886325"/>
              <a:chExt cx="7620000" cy="4191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2286000" y="4886325"/>
                <a:ext cx="76200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1A1F3D"/>
              </a:solidFill>
              <a:ln w="4762">
                <a:solidFill>
                  <a:srgbClr val="2A2E4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651760" y="502348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126105" y="5007292"/>
                <a:ext cx="32746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8F0"/>
                    </a:solidFill>
                    <a:latin typeface="Arial"/>
                    <a:ea typeface="Microsoft YaHei"/>
                    <a:cs typeface="Arial"/>
                  </a:rPr>
                  <a:t>全流程可溯源，适合企业知识库问答场景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3467719" y="5917882"/>
            <a:ext cx="5256562" cy="673418"/>
            <a:chOff x="3467719" y="5917882"/>
            <a:chExt cx="5256562" cy="673418"/>
          </a:xfrm>
        </p:grpSpPr>
        <p:sp>
          <p:nvSpPr>
            <p:cNvPr id="33" name="TextBox 33"/>
            <p:cNvSpPr txBox="1"/>
            <p:nvPr/>
          </p:nvSpPr>
          <p:spPr>
            <a:xfrm>
              <a:off x="3467719" y="5917882"/>
              <a:ext cx="52565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0A4B8"/>
                  </a:solidFill>
                  <a:latin typeface="Arial"/>
                  <a:ea typeface="Microsoft YaHei"/>
                  <a:cs typeface="Arial"/>
                </a:rPr>
                <a:t>智能客服系统 = RAG + LangGraph Agent + ChromaDB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36617" y="6271260"/>
              <a:ext cx="23187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0A4B8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轻量高效 · 即装即用 · 中文优化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143500" y="6572250"/>
              <a:ext cx="762000" cy="1905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981700" y="6572250"/>
              <a:ext cx="381000" cy="19050"/>
            </a:xfrm>
            <a:prstGeom prst="roundRect">
              <a:avLst>
                <a:gd name="adj" fmla="val 50000"/>
              </a:avLst>
            </a:prstGeom>
            <a:solidFill>
              <a:srgbClr val="7C5CFC">
                <a:alpha val="30000"/>
              </a:srgb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38900" y="6572250"/>
              <a:ext cx="609600" cy="1905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11016520" y="661797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0A4B8">
                    <a:alphaMod val="40000"/>
                  </a:srgbClr>
                </a:solidFill>
                <a:latin typeface="Consolas"/>
                <a:ea typeface="Microsoft YaHei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2" grpId="0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2026-06-14T08:33:21Z</dcterms:created>
  <dcterms:modified xsi:type="dcterms:W3CDTF">2026-06-14T08:33:21Z</dcterms:modified>
  <cp:category/>
  <cp:contentStatus/>
</cp:coreProperties>
</file>