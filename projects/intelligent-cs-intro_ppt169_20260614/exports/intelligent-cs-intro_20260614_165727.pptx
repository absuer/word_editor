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系统基于三大核心技术构建。展示层使用 Streamlit，以纯 Python 代码实现 Web 界面和会话管理。代理层基于 LangChain 和 LangGraph，通过 ReAct 模式编排多个工具调用。存储层使用 ChromaDB 作为向量数据库，配合 HuggingFace 的多语言嵌入模型在本地 CPU 上运行。大语言模型选择了 DeepSeek，通过 OpenAI 兼容接口接入，网络搜索回退使用 DuckDuckGo，无需额外 API 密钥。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921348" cy="574834"/>
            <a:chOff x="762000" y="299085"/>
            <a:chExt cx="3921348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技术栈一览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— STREAMLIT + LANGCHAIN/LANGGRAPH + CHROMADB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2590800" cy="2381250"/>
            <a:chOff x="762000" y="1028700"/>
            <a:chExt cx="259080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325" y="1381125"/>
              <a:ext cx="247650" cy="228600"/>
              <a:chOff x="1076325" y="1381125"/>
              <a:chExt cx="24765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585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76325" y="1743075"/>
              <a:ext cx="1014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5850" y="2014538"/>
              <a:ext cx="9041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UI FRAMEWORK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3441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界面与会话管理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553652"/>
              <a:ext cx="15808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文件上传/聊天/设置面板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63202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05200" y="1028700"/>
            <a:ext cx="2590800" cy="2381250"/>
            <a:chOff x="3505200" y="1028700"/>
            <a:chExt cx="2590800" cy="2381250"/>
          </a:xfrm>
        </p:grpSpPr>
        <p:sp>
          <p:nvSpPr>
            <p:cNvPr id="18" name="Rectangle 18"/>
            <p:cNvSpPr/>
            <p:nvPr/>
          </p:nvSpPr>
          <p:spPr>
            <a:xfrm>
              <a:off x="35052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05200" y="102870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816139" y="1358066"/>
              <a:ext cx="254846" cy="246428"/>
              <a:chOff x="3816139" y="1358066"/>
              <a:chExt cx="254846" cy="24642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914775" y="1457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16139" y="1358066"/>
                <a:ext cx="254846" cy="246428"/>
              </a:xfrm>
              <a:custGeom>
                <a:avLst/>
                <a:gdLst/>
                <a:ahLst/>
                <a:cxnLst/>
                <a:rect l="l" t="t" r="r" b="b"/>
                <a:pathLst>
                  <a:path w="254846" h="246428">
                    <a:moveTo>
                      <a:pt x="212936" y="156409"/>
                    </a:moveTo>
                    <a:cubicBezTo>
                      <a:pt x="204517" y="156405"/>
                      <a:pt x="196336" y="159203"/>
                      <a:pt x="189683" y="164362"/>
                    </a:cubicBezTo>
                    <a:lnTo>
                      <a:pt x="162168" y="142931"/>
                    </a:lnTo>
                    <a:cubicBezTo>
                      <a:pt x="164245" y="138169"/>
                      <a:pt x="165315" y="133029"/>
                      <a:pt x="165311" y="127834"/>
                    </a:cubicBezTo>
                    <a:cubicBezTo>
                      <a:pt x="165311" y="126953"/>
                      <a:pt x="165311" y="126072"/>
                      <a:pt x="165216" y="125203"/>
                    </a:cubicBezTo>
                    <a:lnTo>
                      <a:pt x="180967" y="119952"/>
                    </a:lnTo>
                    <a:cubicBezTo>
                      <a:pt x="191269" y="135841"/>
                      <a:pt x="211677" y="141752"/>
                      <a:pt x="228876" y="133830"/>
                    </a:cubicBezTo>
                    <a:cubicBezTo>
                      <a:pt x="246075" y="125907"/>
                      <a:pt x="254846" y="106556"/>
                      <a:pt x="249466" y="88400"/>
                    </a:cubicBezTo>
                    <a:cubicBezTo>
                      <a:pt x="244086" y="70244"/>
                      <a:pt x="226188" y="58795"/>
                      <a:pt x="207450" y="61521"/>
                    </a:cubicBezTo>
                    <a:cubicBezTo>
                      <a:pt x="188711" y="64248"/>
                      <a:pt x="174819" y="80323"/>
                      <a:pt x="174836" y="99259"/>
                    </a:cubicBezTo>
                    <a:cubicBezTo>
                      <a:pt x="174836" y="100140"/>
                      <a:pt x="174836" y="101021"/>
                      <a:pt x="174931" y="101890"/>
                    </a:cubicBezTo>
                    <a:lnTo>
                      <a:pt x="159179" y="107141"/>
                    </a:lnTo>
                    <a:cubicBezTo>
                      <a:pt x="152163" y="96294"/>
                      <a:pt x="140129" y="89742"/>
                      <a:pt x="127211" y="89734"/>
                    </a:cubicBezTo>
                    <a:cubicBezTo>
                      <a:pt x="125109" y="89738"/>
                      <a:pt x="123010" y="89914"/>
                      <a:pt x="120936" y="90258"/>
                    </a:cubicBezTo>
                    <a:lnTo>
                      <a:pt x="112792" y="71875"/>
                    </a:lnTo>
                    <a:cubicBezTo>
                      <a:pt x="127312" y="60273"/>
                      <a:pt x="131343" y="39888"/>
                      <a:pt x="122330" y="23634"/>
                    </a:cubicBezTo>
                    <a:cubicBezTo>
                      <a:pt x="113318" y="7380"/>
                      <a:pt x="93893" y="0"/>
                      <a:pt x="76361" y="6170"/>
                    </a:cubicBezTo>
                    <a:cubicBezTo>
                      <a:pt x="58830" y="12340"/>
                      <a:pt x="48308" y="30259"/>
                      <a:pt x="51462" y="48575"/>
                    </a:cubicBezTo>
                    <a:cubicBezTo>
                      <a:pt x="54616" y="66891"/>
                      <a:pt x="70525" y="80259"/>
                      <a:pt x="89111" y="80209"/>
                    </a:cubicBezTo>
                    <a:cubicBezTo>
                      <a:pt x="91213" y="80205"/>
                      <a:pt x="93311" y="80030"/>
                      <a:pt x="95385" y="79685"/>
                    </a:cubicBezTo>
                    <a:lnTo>
                      <a:pt x="103529" y="98021"/>
                    </a:lnTo>
                    <a:cubicBezTo>
                      <a:pt x="89287" y="109293"/>
                      <a:pt x="85012" y="129068"/>
                      <a:pt x="93326" y="145217"/>
                    </a:cubicBezTo>
                    <a:lnTo>
                      <a:pt x="62715" y="172411"/>
                    </a:lnTo>
                    <a:cubicBezTo>
                      <a:pt x="46776" y="161666"/>
                      <a:pt x="25335" y="164449"/>
                      <a:pt x="12668" y="178906"/>
                    </a:cubicBezTo>
                    <a:cubicBezTo>
                      <a:pt x="0" y="193363"/>
                      <a:pt x="59" y="214985"/>
                      <a:pt x="12804" y="229373"/>
                    </a:cubicBezTo>
                    <a:cubicBezTo>
                      <a:pt x="25550" y="243761"/>
                      <a:pt x="47006" y="246428"/>
                      <a:pt x="62886" y="235597"/>
                    </a:cubicBezTo>
                    <a:cubicBezTo>
                      <a:pt x="78766" y="224766"/>
                      <a:pt x="84114" y="203817"/>
                      <a:pt x="75371" y="186699"/>
                    </a:cubicBezTo>
                    <a:lnTo>
                      <a:pt x="105982" y="159505"/>
                    </a:lnTo>
                    <a:cubicBezTo>
                      <a:pt x="119576" y="168658"/>
                      <a:pt x="137507" y="168062"/>
                      <a:pt x="150464" y="158028"/>
                    </a:cubicBezTo>
                    <a:lnTo>
                      <a:pt x="177979" y="179460"/>
                    </a:lnTo>
                    <a:cubicBezTo>
                      <a:pt x="175908" y="184207"/>
                      <a:pt x="174838" y="189330"/>
                      <a:pt x="174836" y="194509"/>
                    </a:cubicBezTo>
                    <a:cubicBezTo>
                      <a:pt x="174836" y="215551"/>
                      <a:pt x="191894" y="232609"/>
                      <a:pt x="212936" y="232609"/>
                    </a:cubicBezTo>
                    <a:cubicBezTo>
                      <a:pt x="233978" y="232609"/>
                      <a:pt x="251036" y="215551"/>
                      <a:pt x="251036" y="194509"/>
                    </a:cubicBezTo>
                    <a:cubicBezTo>
                      <a:pt x="251036" y="173467"/>
                      <a:pt x="233978" y="156409"/>
                      <a:pt x="212936" y="156409"/>
                    </a:cubicBezTo>
                    <a:close/>
                    <a:moveTo>
                      <a:pt x="212936" y="80209"/>
                    </a:moveTo>
                    <a:cubicBezTo>
                      <a:pt x="223457" y="80209"/>
                      <a:pt x="231986" y="88738"/>
                      <a:pt x="231986" y="99259"/>
                    </a:cubicBezTo>
                    <a:cubicBezTo>
                      <a:pt x="231986" y="109780"/>
                      <a:pt x="223457" y="118309"/>
                      <a:pt x="212936" y="118309"/>
                    </a:cubicBezTo>
                    <a:cubicBezTo>
                      <a:pt x="202415" y="118309"/>
                      <a:pt x="193886" y="109780"/>
                      <a:pt x="193886" y="99259"/>
                    </a:cubicBezTo>
                    <a:cubicBezTo>
                      <a:pt x="193886" y="88738"/>
                      <a:pt x="202415" y="80209"/>
                      <a:pt x="212936" y="80209"/>
                    </a:cubicBezTo>
                    <a:close/>
                    <a:moveTo>
                      <a:pt x="70061" y="42109"/>
                    </a:moveTo>
                    <a:cubicBezTo>
                      <a:pt x="70061" y="31588"/>
                      <a:pt x="78590" y="23059"/>
                      <a:pt x="89111" y="23059"/>
                    </a:cubicBezTo>
                    <a:cubicBezTo>
                      <a:pt x="99632" y="23059"/>
                      <a:pt x="108161" y="31588"/>
                      <a:pt x="108161" y="42109"/>
                    </a:cubicBezTo>
                    <a:cubicBezTo>
                      <a:pt x="108161" y="52630"/>
                      <a:pt x="99632" y="61159"/>
                      <a:pt x="89111" y="61159"/>
                    </a:cubicBezTo>
                    <a:cubicBezTo>
                      <a:pt x="78590" y="61159"/>
                      <a:pt x="70061" y="52630"/>
                      <a:pt x="70061" y="42109"/>
                    </a:cubicBezTo>
                    <a:close/>
                    <a:moveTo>
                      <a:pt x="41486" y="223084"/>
                    </a:moveTo>
                    <a:cubicBezTo>
                      <a:pt x="30965" y="223084"/>
                      <a:pt x="22436" y="214555"/>
                      <a:pt x="22436" y="204034"/>
                    </a:cubicBezTo>
                    <a:cubicBezTo>
                      <a:pt x="22436" y="193513"/>
                      <a:pt x="30965" y="184984"/>
                      <a:pt x="41486" y="184984"/>
                    </a:cubicBezTo>
                    <a:cubicBezTo>
                      <a:pt x="52007" y="184984"/>
                      <a:pt x="60536" y="193513"/>
                      <a:pt x="60536" y="204034"/>
                    </a:cubicBezTo>
                    <a:cubicBezTo>
                      <a:pt x="60536" y="214555"/>
                      <a:pt x="52007" y="223084"/>
                      <a:pt x="41486" y="223084"/>
                    </a:cubicBezTo>
                    <a:close/>
                    <a:moveTo>
                      <a:pt x="108161" y="127834"/>
                    </a:moveTo>
                    <a:cubicBezTo>
                      <a:pt x="108161" y="117313"/>
                      <a:pt x="116690" y="108784"/>
                      <a:pt x="127211" y="108784"/>
                    </a:cubicBezTo>
                    <a:cubicBezTo>
                      <a:pt x="137732" y="108784"/>
                      <a:pt x="146261" y="117313"/>
                      <a:pt x="146261" y="127834"/>
                    </a:cubicBezTo>
                    <a:cubicBezTo>
                      <a:pt x="146261" y="138355"/>
                      <a:pt x="137732" y="146884"/>
                      <a:pt x="127211" y="146884"/>
                    </a:cubicBezTo>
                    <a:cubicBezTo>
                      <a:pt x="116690" y="146884"/>
                      <a:pt x="108161" y="138355"/>
                      <a:pt x="108161" y="127834"/>
                    </a:cubicBezTo>
                    <a:close/>
                    <a:moveTo>
                      <a:pt x="212936" y="213559"/>
                    </a:moveTo>
                    <a:cubicBezTo>
                      <a:pt x="202415" y="213559"/>
                      <a:pt x="193886" y="205030"/>
                      <a:pt x="193886" y="194509"/>
                    </a:cubicBezTo>
                    <a:cubicBezTo>
                      <a:pt x="193886" y="183988"/>
                      <a:pt x="202415" y="175459"/>
                      <a:pt x="212936" y="175459"/>
                    </a:cubicBezTo>
                    <a:cubicBezTo>
                      <a:pt x="223457" y="175459"/>
                      <a:pt x="231986" y="183988"/>
                      <a:pt x="231986" y="194509"/>
                    </a:cubicBezTo>
                    <a:cubicBezTo>
                      <a:pt x="231986" y="205030"/>
                      <a:pt x="223457" y="213559"/>
                      <a:pt x="212936" y="21355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819525" y="1743075"/>
              <a:ext cx="21803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LangChain+LangGraph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29050" y="2014538"/>
              <a:ext cx="8791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AGENT FRAMEWORK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25240" y="234410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ReAct Agent 编排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25240" y="2553652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Tool 调用与流式输出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25240" y="276320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028700"/>
            <a:ext cx="2590800" cy="2381250"/>
            <a:chOff x="6248400" y="1028700"/>
            <a:chExt cx="25908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62484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102870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72250" y="1362075"/>
              <a:ext cx="228600" cy="247650"/>
              <a:chOff x="6572250" y="1362075"/>
              <a:chExt cx="228600" cy="2476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81775" y="137160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72250" y="136207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562725" y="1743075"/>
              <a:ext cx="1004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72250" y="201453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VECTOR DATABASE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8440" y="2344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文档嵌入存储与检索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8440" y="2553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相似度语义匹配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8440" y="2763202"/>
              <a:ext cx="16718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data/chroma_db/ 持久化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91600" y="1028700"/>
            <a:ext cx="2438400" cy="2381250"/>
            <a:chOff x="8991600" y="1028700"/>
            <a:chExt cx="24384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991600" y="102870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028700"/>
              <a:ext cx="24384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96400" y="1352550"/>
              <a:ext cx="266700" cy="266700"/>
              <a:chOff x="9296400" y="1352550"/>
              <a:chExt cx="266700" cy="2667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334500" y="13906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80975" y="0"/>
                    </a:move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lnTo>
                      <a:pt x="0" y="180975"/>
                    </a:lnTo>
                    <a:cubicBezTo>
                      <a:pt x="0" y="186236"/>
                      <a:pt x="4264" y="190500"/>
                      <a:pt x="9525" y="190500"/>
                    </a:cubicBezTo>
                    <a:lnTo>
                      <a:pt x="180975" y="190500"/>
                    </a:lnTo>
                    <a:cubicBezTo>
                      <a:pt x="186236" y="190500"/>
                      <a:pt x="190500" y="186236"/>
                      <a:pt x="190500" y="180975"/>
                    </a:cubicBezTo>
                    <a:lnTo>
                      <a:pt x="190500" y="9525"/>
                    </a:lnTo>
                    <a:cubicBezTo>
                      <a:pt x="190500" y="4264"/>
                      <a:pt x="186236" y="0"/>
                      <a:pt x="180975" y="0"/>
                    </a:cubicBezTo>
                    <a:close/>
                    <a:moveTo>
                      <a:pt x="123825" y="123825"/>
                    </a:moveTo>
                    <a:lnTo>
                      <a:pt x="66675" y="123825"/>
                    </a:lnTo>
                    <a:lnTo>
                      <a:pt x="66675" y="66675"/>
                    </a:lnTo>
                    <a:lnTo>
                      <a:pt x="123825" y="66675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96400" y="13525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61925" y="95250"/>
                    </a:moveTo>
                    <a:lnTo>
                      <a:pt x="104775" y="95250"/>
                    </a:lnTo>
                    <a:cubicBezTo>
                      <a:pt x="99514" y="95250"/>
                      <a:pt x="95250" y="99514"/>
                      <a:pt x="95250" y="104775"/>
                    </a:cubicBezTo>
                    <a:lnTo>
                      <a:pt x="95250" y="161925"/>
                    </a:lnTo>
                    <a:cubicBezTo>
                      <a:pt x="95250" y="167186"/>
                      <a:pt x="99514" y="171450"/>
                      <a:pt x="104775" y="171450"/>
                    </a:cubicBezTo>
                    <a:lnTo>
                      <a:pt x="161925" y="171450"/>
                    </a:lnTo>
                    <a:cubicBezTo>
                      <a:pt x="167186" y="171450"/>
                      <a:pt x="171450" y="167186"/>
                      <a:pt x="171450" y="161925"/>
                    </a:cubicBezTo>
                    <a:lnTo>
                      <a:pt x="171450" y="104775"/>
                    </a:lnTo>
                    <a:cubicBezTo>
                      <a:pt x="171450" y="99514"/>
                      <a:pt x="167186" y="95250"/>
                      <a:pt x="161925" y="95250"/>
                    </a:cubicBezTo>
                    <a:close/>
                    <a:moveTo>
                      <a:pt x="152400" y="152400"/>
                    </a:moveTo>
                    <a:lnTo>
                      <a:pt x="114300" y="152400"/>
                    </a:lnTo>
                    <a:lnTo>
                      <a:pt x="114300" y="114300"/>
                    </a:lnTo>
                    <a:lnTo>
                      <a:pt x="152400" y="114300"/>
                    </a:lnTo>
                    <a:close/>
                    <a:moveTo>
                      <a:pt x="257175" y="152400"/>
                    </a:moveTo>
                    <a:lnTo>
                      <a:pt x="238125" y="152400"/>
                    </a:lnTo>
                    <a:lnTo>
                      <a:pt x="238125" y="114300"/>
                    </a:lnTo>
                    <a:lnTo>
                      <a:pt x="257175" y="114300"/>
                    </a:lnTo>
                    <a:cubicBezTo>
                      <a:pt x="262436" y="114300"/>
                      <a:pt x="266700" y="110036"/>
                      <a:pt x="266700" y="104775"/>
                    </a:cubicBezTo>
                    <a:cubicBezTo>
                      <a:pt x="266700" y="99514"/>
                      <a:pt x="262436" y="95250"/>
                      <a:pt x="257175" y="95250"/>
                    </a:cubicBezTo>
                    <a:lnTo>
                      <a:pt x="238125" y="95250"/>
                    </a:lnTo>
                    <a:lnTo>
                      <a:pt x="238125" y="47625"/>
                    </a:lnTo>
                    <a:cubicBezTo>
                      <a:pt x="238125" y="37104"/>
                      <a:pt x="229596" y="28575"/>
                      <a:pt x="219075" y="28575"/>
                    </a:cubicBezTo>
                    <a:lnTo>
                      <a:pt x="171450" y="28575"/>
                    </a:lnTo>
                    <a:lnTo>
                      <a:pt x="171450" y="9525"/>
                    </a:lnTo>
                    <a:cubicBezTo>
                      <a:pt x="171450" y="4264"/>
                      <a:pt x="167186" y="0"/>
                      <a:pt x="161925" y="0"/>
                    </a:cubicBezTo>
                    <a:cubicBezTo>
                      <a:pt x="156664" y="0"/>
                      <a:pt x="152400" y="4264"/>
                      <a:pt x="152400" y="9525"/>
                    </a:cubicBezTo>
                    <a:lnTo>
                      <a:pt x="152400" y="28575"/>
                    </a:lnTo>
                    <a:lnTo>
                      <a:pt x="114300" y="28575"/>
                    </a:lnTo>
                    <a:lnTo>
                      <a:pt x="114300" y="9525"/>
                    </a:lnTo>
                    <a:cubicBezTo>
                      <a:pt x="114300" y="4264"/>
                      <a:pt x="110036" y="0"/>
                      <a:pt x="104775" y="0"/>
                    </a:cubicBezTo>
                    <a:cubicBezTo>
                      <a:pt x="99514" y="0"/>
                      <a:pt x="95250" y="4264"/>
                      <a:pt x="95250" y="9525"/>
                    </a:cubicBezTo>
                    <a:lnTo>
                      <a:pt x="95250" y="28575"/>
                    </a:lnTo>
                    <a:lnTo>
                      <a:pt x="47625" y="28575"/>
                    </a:lnTo>
                    <a:cubicBezTo>
                      <a:pt x="37104" y="28575"/>
                      <a:pt x="28575" y="37104"/>
                      <a:pt x="28575" y="47625"/>
                    </a:cubicBezTo>
                    <a:lnTo>
                      <a:pt x="28575" y="95250"/>
                    </a:lnTo>
                    <a:lnTo>
                      <a:pt x="9525" y="95250"/>
                    </a:lnTo>
                    <a:cubicBezTo>
                      <a:pt x="4264" y="95250"/>
                      <a:pt x="0" y="99514"/>
                      <a:pt x="0" y="104775"/>
                    </a:cubicBezTo>
                    <a:cubicBezTo>
                      <a:pt x="0" y="110036"/>
                      <a:pt x="4264" y="114300"/>
                      <a:pt x="9525" y="114300"/>
                    </a:cubicBezTo>
                    <a:lnTo>
                      <a:pt x="28575" y="114300"/>
                    </a:lnTo>
                    <a:lnTo>
                      <a:pt x="28575" y="152400"/>
                    </a:lnTo>
                    <a:lnTo>
                      <a:pt x="9525" y="152400"/>
                    </a:lnTo>
                    <a:cubicBezTo>
                      <a:pt x="4264" y="152400"/>
                      <a:pt x="0" y="156664"/>
                      <a:pt x="0" y="161925"/>
                    </a:cubicBezTo>
                    <a:cubicBezTo>
                      <a:pt x="0" y="167186"/>
                      <a:pt x="4264" y="171450"/>
                      <a:pt x="9525" y="171450"/>
                    </a:cubicBezTo>
                    <a:lnTo>
                      <a:pt x="28575" y="171450"/>
                    </a:lnTo>
                    <a:lnTo>
                      <a:pt x="28575" y="219075"/>
                    </a:lnTo>
                    <a:cubicBezTo>
                      <a:pt x="28575" y="229596"/>
                      <a:pt x="37104" y="238125"/>
                      <a:pt x="47625" y="238125"/>
                    </a:cubicBezTo>
                    <a:lnTo>
                      <a:pt x="95250" y="238125"/>
                    </a:lnTo>
                    <a:lnTo>
                      <a:pt x="95250" y="257175"/>
                    </a:lnTo>
                    <a:cubicBezTo>
                      <a:pt x="95250" y="262436"/>
                      <a:pt x="99514" y="266700"/>
                      <a:pt x="104775" y="266700"/>
                    </a:cubicBezTo>
                    <a:cubicBezTo>
                      <a:pt x="110036" y="266700"/>
                      <a:pt x="114300" y="262436"/>
                      <a:pt x="114300" y="257175"/>
                    </a:cubicBezTo>
                    <a:lnTo>
                      <a:pt x="114300" y="238125"/>
                    </a:lnTo>
                    <a:lnTo>
                      <a:pt x="152400" y="238125"/>
                    </a:lnTo>
                    <a:lnTo>
                      <a:pt x="152400" y="257175"/>
                    </a:lnTo>
                    <a:cubicBezTo>
                      <a:pt x="152400" y="262436"/>
                      <a:pt x="156664" y="266700"/>
                      <a:pt x="161925" y="266700"/>
                    </a:cubicBezTo>
                    <a:cubicBezTo>
                      <a:pt x="167186" y="266700"/>
                      <a:pt x="171450" y="262436"/>
                      <a:pt x="171450" y="257175"/>
                    </a:cubicBezTo>
                    <a:lnTo>
                      <a:pt x="171450" y="238125"/>
                    </a:lnTo>
                    <a:lnTo>
                      <a:pt x="219075" y="238125"/>
                    </a:lnTo>
                    <a:cubicBezTo>
                      <a:pt x="229596" y="238125"/>
                      <a:pt x="238125" y="229596"/>
                      <a:pt x="238125" y="219075"/>
                    </a:cubicBezTo>
                    <a:lnTo>
                      <a:pt x="238125" y="171450"/>
                    </a:lnTo>
                    <a:lnTo>
                      <a:pt x="257175" y="171450"/>
                    </a:lnTo>
                    <a:cubicBezTo>
                      <a:pt x="262436" y="171450"/>
                      <a:pt x="266700" y="167186"/>
                      <a:pt x="266700" y="161925"/>
                    </a:cubicBezTo>
                    <a:cubicBezTo>
                      <a:pt x="266700" y="156664"/>
                      <a:pt x="262436" y="152400"/>
                      <a:pt x="257175" y="152400"/>
                    </a:cubicBezTo>
                    <a:close/>
                    <a:moveTo>
                      <a:pt x="219075" y="219075"/>
                    </a:moveTo>
                    <a:lnTo>
                      <a:pt x="47625" y="219075"/>
                    </a:lnTo>
                    <a:lnTo>
                      <a:pt x="47625" y="47625"/>
                    </a:lnTo>
                    <a:lnTo>
                      <a:pt x="219075" y="47625"/>
                    </a:lnTo>
                    <a:lnTo>
                      <a:pt x="219075" y="161770"/>
                    </a:lnTo>
                    <a:cubicBezTo>
                      <a:pt x="219075" y="161770"/>
                      <a:pt x="219075" y="161877"/>
                      <a:pt x="219075" y="161925"/>
                    </a:cubicBezTo>
                    <a:cubicBezTo>
                      <a:pt x="219075" y="161973"/>
                      <a:pt x="219075" y="162032"/>
                      <a:pt x="219075" y="162080"/>
                    </a:cubicBezTo>
                    <a:lnTo>
                      <a:pt x="219075" y="219075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305925" y="174307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15450" y="2014538"/>
              <a:ext cx="5641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EMBEDDINGS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11640" y="234410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11640" y="25536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11640" y="276320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本地运行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3600450"/>
            <a:ext cx="2590800" cy="2381250"/>
            <a:chOff x="762000" y="3600450"/>
            <a:chExt cx="2590800" cy="2381250"/>
          </a:xfrm>
        </p:grpSpPr>
        <p:sp>
          <p:nvSpPr>
            <p:cNvPr id="51" name="Rectangle 51"/>
            <p:cNvSpPr/>
            <p:nvPr/>
          </p:nvSpPr>
          <p:spPr>
            <a:xfrm>
              <a:off x="7620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360045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057266" y="3929038"/>
              <a:ext cx="285759" cy="247698"/>
              <a:chOff x="1057266" y="3929038"/>
              <a:chExt cx="285759" cy="2476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066749" y="394335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57266" y="392903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76325" y="431482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DeepSeek LLM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5850" y="4586288"/>
              <a:ext cx="110918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LARGE LANGUAGE MODEL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2040" y="4915852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2040" y="51254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 API /v1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040" y="5334952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ChatOpenAI 协议接入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505200" y="3600450"/>
            <a:ext cx="2590800" cy="2381250"/>
            <a:chOff x="3505200" y="3600450"/>
            <a:chExt cx="25908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35052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505200" y="360045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817864" y="3931967"/>
              <a:ext cx="249311" cy="249508"/>
              <a:chOff x="3817864" y="3931967"/>
              <a:chExt cx="249311" cy="24950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817864" y="3931967"/>
                <a:ext cx="229071" cy="218206"/>
              </a:xfrm>
              <a:custGeom>
                <a:avLst/>
                <a:gdLst/>
                <a:ahLst/>
                <a:cxnLst/>
                <a:rect l="l" t="t" r="r" b="b"/>
                <a:pathLst>
                  <a:path w="229071" h="218206">
                    <a:moveTo>
                      <a:pt x="229071" y="174153"/>
                    </a:moveTo>
                    <a:cubicBezTo>
                      <a:pt x="220855" y="191667"/>
                      <a:pt x="208348" y="206820"/>
                      <a:pt x="192709" y="218206"/>
                    </a:cubicBezTo>
                    <a:lnTo>
                      <a:pt x="181565" y="207050"/>
                    </a:lnTo>
                    <a:cubicBezTo>
                      <a:pt x="180371" y="205852"/>
                      <a:pt x="178879" y="204993"/>
                      <a:pt x="177243" y="204562"/>
                    </a:cubicBezTo>
                    <a:lnTo>
                      <a:pt x="151680" y="197823"/>
                    </a:lnTo>
                    <a:cubicBezTo>
                      <a:pt x="146988" y="196589"/>
                      <a:pt x="143974" y="192026"/>
                      <a:pt x="144679" y="187226"/>
                    </a:cubicBezTo>
                    <a:lnTo>
                      <a:pt x="147513" y="167938"/>
                    </a:lnTo>
                    <a:cubicBezTo>
                      <a:pt x="148000" y="164629"/>
                      <a:pt x="150188" y="161818"/>
                      <a:pt x="153275" y="160533"/>
                    </a:cubicBezTo>
                    <a:lnTo>
                      <a:pt x="189542" y="145459"/>
                    </a:lnTo>
                    <a:cubicBezTo>
                      <a:pt x="192962" y="144040"/>
                      <a:pt x="196896" y="144732"/>
                      <a:pt x="199627" y="147233"/>
                    </a:cubicBezTo>
                    <a:close/>
                    <a:moveTo>
                      <a:pt x="163455" y="98299"/>
                    </a:moveTo>
                    <a:lnTo>
                      <a:pt x="189851" y="67580"/>
                    </a:lnTo>
                    <a:cubicBezTo>
                      <a:pt x="191336" y="65858"/>
                      <a:pt x="192155" y="63662"/>
                      <a:pt x="192161" y="61389"/>
                    </a:cubicBezTo>
                    <a:lnTo>
                      <a:pt x="192161" y="32814"/>
                    </a:lnTo>
                    <a:cubicBezTo>
                      <a:pt x="146537" y="0"/>
                      <a:pt x="83827" y="5221"/>
                      <a:pt x="44257" y="45129"/>
                    </a:cubicBezTo>
                    <a:cubicBezTo>
                      <a:pt x="4688" y="85036"/>
                      <a:pt x="0" y="147788"/>
                      <a:pt x="33201" y="193132"/>
                    </a:cubicBezTo>
                    <a:lnTo>
                      <a:pt x="45012" y="185369"/>
                    </a:lnTo>
                    <a:cubicBezTo>
                      <a:pt x="47669" y="183614"/>
                      <a:pt x="49272" y="180647"/>
                      <a:pt x="49286" y="177463"/>
                    </a:cubicBezTo>
                    <a:lnTo>
                      <a:pt x="49536" y="134327"/>
                    </a:lnTo>
                    <a:cubicBezTo>
                      <a:pt x="49549" y="132458"/>
                      <a:pt x="50108" y="130633"/>
                      <a:pt x="51144" y="129076"/>
                    </a:cubicBezTo>
                    <a:lnTo>
                      <a:pt x="76075" y="91810"/>
                    </a:lnTo>
                    <a:cubicBezTo>
                      <a:pt x="77520" y="89665"/>
                      <a:pt x="79774" y="88201"/>
                      <a:pt x="82320" y="87752"/>
                    </a:cubicBezTo>
                    <a:cubicBezTo>
                      <a:pt x="84867" y="87302"/>
                      <a:pt x="87486" y="87908"/>
                      <a:pt x="89577" y="89428"/>
                    </a:cubicBezTo>
                    <a:lnTo>
                      <a:pt x="113163" y="104907"/>
                    </a:lnTo>
                    <a:cubicBezTo>
                      <a:pt x="115149" y="106337"/>
                      <a:pt x="117607" y="106955"/>
                      <a:pt x="120033" y="106633"/>
                    </a:cubicBezTo>
                    <a:lnTo>
                      <a:pt x="157490" y="101561"/>
                    </a:lnTo>
                    <a:cubicBezTo>
                      <a:pt x="159812" y="101244"/>
                      <a:pt x="161936" y="100083"/>
                      <a:pt x="163455" y="98299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8195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578" y="55468"/>
                      <a:pt x="192182" y="72"/>
                      <a:pt x="123825" y="0"/>
                    </a:cubicBezTo>
                    <a:close/>
                    <a:moveTo>
                      <a:pt x="123825" y="19050"/>
                    </a:moveTo>
                    <a:cubicBezTo>
                      <a:pt x="144125" y="19028"/>
                      <a:pt x="163988" y="24938"/>
                      <a:pt x="180975" y="36052"/>
                    </a:cubicBezTo>
                    <a:lnTo>
                      <a:pt x="180975" y="59531"/>
                    </a:lnTo>
                    <a:lnTo>
                      <a:pt x="154579" y="90178"/>
                    </a:lnTo>
                    <a:lnTo>
                      <a:pt x="117110" y="95250"/>
                    </a:lnTo>
                    <a:lnTo>
                      <a:pt x="116741" y="94988"/>
                    </a:lnTo>
                    <a:lnTo>
                      <a:pt x="93321" y="79677"/>
                    </a:lnTo>
                    <a:cubicBezTo>
                      <a:pt x="89127" y="76722"/>
                      <a:pt x="83917" y="75584"/>
                      <a:pt x="78873" y="76521"/>
                    </a:cubicBezTo>
                    <a:cubicBezTo>
                      <a:pt x="73828" y="77458"/>
                      <a:pt x="69374" y="80390"/>
                      <a:pt x="66520" y="84653"/>
                    </a:cubicBezTo>
                    <a:lnTo>
                      <a:pt x="41589" y="121920"/>
                    </a:lnTo>
                    <a:cubicBezTo>
                      <a:pt x="39512" y="125026"/>
                      <a:pt x="38394" y="128673"/>
                      <a:pt x="38374" y="132409"/>
                    </a:cubicBezTo>
                    <a:lnTo>
                      <a:pt x="38100" y="175546"/>
                    </a:lnTo>
                    <a:lnTo>
                      <a:pt x="34207" y="178106"/>
                    </a:lnTo>
                    <a:cubicBezTo>
                      <a:pt x="14610" y="145752"/>
                      <a:pt x="13974" y="105347"/>
                      <a:pt x="32542" y="72393"/>
                    </a:cubicBezTo>
                    <a:cubicBezTo>
                      <a:pt x="51110" y="39438"/>
                      <a:pt x="85999" y="19050"/>
                      <a:pt x="123825" y="19050"/>
                    </a:cubicBezTo>
                    <a:close/>
                    <a:moveTo>
                      <a:pt x="45589" y="193441"/>
                    </a:moveTo>
                    <a:lnTo>
                      <a:pt x="48589" y="191476"/>
                    </a:lnTo>
                    <a:cubicBezTo>
                      <a:pt x="53911" y="187966"/>
                      <a:pt x="57124" y="182027"/>
                      <a:pt x="57150" y="175653"/>
                    </a:cubicBezTo>
                    <a:lnTo>
                      <a:pt x="57400" y="132517"/>
                    </a:lnTo>
                    <a:lnTo>
                      <a:pt x="82356" y="95250"/>
                    </a:lnTo>
                    <a:cubicBezTo>
                      <a:pt x="82478" y="95344"/>
                      <a:pt x="82605" y="95432"/>
                      <a:pt x="82737" y="95512"/>
                    </a:cubicBezTo>
                    <a:lnTo>
                      <a:pt x="106156" y="110835"/>
                    </a:lnTo>
                    <a:cubicBezTo>
                      <a:pt x="110081" y="113605"/>
                      <a:pt x="114910" y="114784"/>
                      <a:pt x="119670" y="114133"/>
                    </a:cubicBezTo>
                    <a:lnTo>
                      <a:pt x="157162" y="109049"/>
                    </a:lnTo>
                    <a:cubicBezTo>
                      <a:pt x="161786" y="108432"/>
                      <a:pt x="166022" y="106140"/>
                      <a:pt x="169069" y="102608"/>
                    </a:cubicBezTo>
                    <a:lnTo>
                      <a:pt x="195465" y="71938"/>
                    </a:lnTo>
                    <a:cubicBezTo>
                      <a:pt x="198417" y="68479"/>
                      <a:pt x="200034" y="64078"/>
                      <a:pt x="200025" y="59531"/>
                    </a:cubicBezTo>
                    <a:lnTo>
                      <a:pt x="200025" y="51995"/>
                    </a:lnTo>
                    <a:cubicBezTo>
                      <a:pt x="226266" y="79757"/>
                      <a:pt x="235289" y="119615"/>
                      <a:pt x="223564" y="155972"/>
                    </a:cubicBezTo>
                    <a:lnTo>
                      <a:pt x="204347" y="138398"/>
                    </a:lnTo>
                    <a:cubicBezTo>
                      <a:pt x="198893" y="133392"/>
                      <a:pt x="191032" y="131999"/>
                      <a:pt x="184190" y="134826"/>
                    </a:cubicBezTo>
                    <a:lnTo>
                      <a:pt x="147923" y="149888"/>
                    </a:lnTo>
                    <a:cubicBezTo>
                      <a:pt x="141756" y="152476"/>
                      <a:pt x="137387" y="158096"/>
                      <a:pt x="136398" y="164711"/>
                    </a:cubicBezTo>
                    <a:lnTo>
                      <a:pt x="133552" y="183987"/>
                    </a:lnTo>
                    <a:cubicBezTo>
                      <a:pt x="132136" y="193594"/>
                      <a:pt x="138173" y="202729"/>
                      <a:pt x="147566" y="205192"/>
                    </a:cubicBezTo>
                    <a:lnTo>
                      <a:pt x="173117" y="211931"/>
                    </a:lnTo>
                    <a:lnTo>
                      <a:pt x="175927" y="214753"/>
                    </a:lnTo>
                    <a:cubicBezTo>
                      <a:pt x="132919" y="239429"/>
                      <a:pt x="78497" y="230530"/>
                      <a:pt x="45589" y="193441"/>
                    </a:cubicBezTo>
                    <a:close/>
                    <a:moveTo>
                      <a:pt x="191691" y="203597"/>
                    </a:moveTo>
                    <a:lnTo>
                      <a:pt x="186571" y="198465"/>
                    </a:lnTo>
                    <a:cubicBezTo>
                      <a:pt x="184183" y="196068"/>
                      <a:pt x="181199" y="194350"/>
                      <a:pt x="177927" y="193488"/>
                    </a:cubicBezTo>
                    <a:lnTo>
                      <a:pt x="152400" y="186750"/>
                    </a:lnTo>
                    <a:lnTo>
                      <a:pt x="155246" y="167473"/>
                    </a:lnTo>
                    <a:lnTo>
                      <a:pt x="191500" y="152400"/>
                    </a:lnTo>
                    <a:lnTo>
                      <a:pt x="215503" y="174403"/>
                    </a:lnTo>
                    <a:cubicBezTo>
                      <a:pt x="209385" y="185487"/>
                      <a:pt x="201319" y="195376"/>
                      <a:pt x="191691" y="20359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3819525" y="4314825"/>
              <a:ext cx="1193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DuckDuckGo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29050" y="4586288"/>
              <a:ext cx="103417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SEARCH FALLBACK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825240" y="49158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文档外知识回退查询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825240" y="512540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html/lite 双后端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25240" y="533495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 API Key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248400" y="3600450"/>
            <a:ext cx="2590800" cy="2381250"/>
            <a:chOff x="6248400" y="3600450"/>
            <a:chExt cx="2590800" cy="2381250"/>
          </a:xfrm>
        </p:grpSpPr>
        <p:sp>
          <p:nvSpPr>
            <p:cNvPr id="73" name="Rectangle 73"/>
            <p:cNvSpPr/>
            <p:nvPr/>
          </p:nvSpPr>
          <p:spPr>
            <a:xfrm>
              <a:off x="62484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360045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561504" y="3932604"/>
              <a:ext cx="250129" cy="250129"/>
              <a:chOff x="6561504" y="3932604"/>
              <a:chExt cx="250129" cy="25012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571512" y="3942588"/>
                <a:ext cx="230184" cy="230195"/>
              </a:xfrm>
              <a:custGeom>
                <a:avLst/>
                <a:gdLst/>
                <a:ahLst/>
                <a:cxnLst/>
                <a:rect l="l" t="t" r="r" b="b"/>
                <a:pathLst>
                  <a:path w="230184" h="230195">
                    <a:moveTo>
                      <a:pt x="210121" y="109323"/>
                    </a:moveTo>
                    <a:lnTo>
                      <a:pt x="230100" y="84320"/>
                    </a:lnTo>
                    <a:cubicBezTo>
                      <a:pt x="227405" y="74190"/>
                      <a:pt x="223373" y="64465"/>
                      <a:pt x="218111" y="55400"/>
                    </a:cubicBezTo>
                    <a:lnTo>
                      <a:pt x="186321" y="51828"/>
                    </a:lnTo>
                    <a:cubicBezTo>
                      <a:pt x="183781" y="48967"/>
                      <a:pt x="181074" y="46259"/>
                      <a:pt x="178213" y="43720"/>
                    </a:cubicBezTo>
                    <a:lnTo>
                      <a:pt x="174641" y="11918"/>
                    </a:lnTo>
                    <a:cubicBezTo>
                      <a:pt x="165566" y="6687"/>
                      <a:pt x="155837" y="2683"/>
                      <a:pt x="145709" y="12"/>
                    </a:cubicBezTo>
                    <a:lnTo>
                      <a:pt x="120706" y="19979"/>
                    </a:lnTo>
                    <a:cubicBezTo>
                      <a:pt x="116883" y="19752"/>
                      <a:pt x="113050" y="19752"/>
                      <a:pt x="109228" y="19979"/>
                    </a:cubicBezTo>
                    <a:lnTo>
                      <a:pt x="84225" y="0"/>
                    </a:lnTo>
                    <a:cubicBezTo>
                      <a:pt x="74128" y="2703"/>
                      <a:pt x="64435" y="6734"/>
                      <a:pt x="55400" y="11990"/>
                    </a:cubicBezTo>
                    <a:lnTo>
                      <a:pt x="51828" y="43779"/>
                    </a:lnTo>
                    <a:cubicBezTo>
                      <a:pt x="48967" y="46319"/>
                      <a:pt x="46259" y="49026"/>
                      <a:pt x="43720" y="51887"/>
                    </a:cubicBezTo>
                    <a:lnTo>
                      <a:pt x="11918" y="55459"/>
                    </a:lnTo>
                    <a:cubicBezTo>
                      <a:pt x="6687" y="64534"/>
                      <a:pt x="2683" y="74263"/>
                      <a:pt x="12" y="84391"/>
                    </a:cubicBezTo>
                    <a:lnTo>
                      <a:pt x="19979" y="109395"/>
                    </a:lnTo>
                    <a:cubicBezTo>
                      <a:pt x="19752" y="113217"/>
                      <a:pt x="19752" y="117050"/>
                      <a:pt x="19979" y="120872"/>
                    </a:cubicBezTo>
                    <a:lnTo>
                      <a:pt x="0" y="145875"/>
                    </a:lnTo>
                    <a:cubicBezTo>
                      <a:pt x="2695" y="156005"/>
                      <a:pt x="6727" y="165731"/>
                      <a:pt x="11990" y="174796"/>
                    </a:cubicBezTo>
                    <a:lnTo>
                      <a:pt x="43779" y="178368"/>
                    </a:lnTo>
                    <a:cubicBezTo>
                      <a:pt x="46319" y="181229"/>
                      <a:pt x="49026" y="183936"/>
                      <a:pt x="51887" y="186476"/>
                    </a:cubicBezTo>
                    <a:lnTo>
                      <a:pt x="55459" y="218277"/>
                    </a:lnTo>
                    <a:cubicBezTo>
                      <a:pt x="64534" y="223509"/>
                      <a:pt x="74263" y="227512"/>
                      <a:pt x="84392" y="230184"/>
                    </a:cubicBezTo>
                    <a:lnTo>
                      <a:pt x="109395" y="210217"/>
                    </a:lnTo>
                    <a:cubicBezTo>
                      <a:pt x="113217" y="210443"/>
                      <a:pt x="117050" y="210443"/>
                      <a:pt x="120872" y="210217"/>
                    </a:cubicBezTo>
                    <a:lnTo>
                      <a:pt x="145875" y="230195"/>
                    </a:lnTo>
                    <a:cubicBezTo>
                      <a:pt x="156005" y="227501"/>
                      <a:pt x="165731" y="223469"/>
                      <a:pt x="174796" y="218206"/>
                    </a:cubicBezTo>
                    <a:lnTo>
                      <a:pt x="178368" y="186416"/>
                    </a:lnTo>
                    <a:cubicBezTo>
                      <a:pt x="181229" y="183877"/>
                      <a:pt x="183936" y="181169"/>
                      <a:pt x="186476" y="178308"/>
                    </a:cubicBezTo>
                    <a:lnTo>
                      <a:pt x="218277" y="174736"/>
                    </a:lnTo>
                    <a:cubicBezTo>
                      <a:pt x="223509" y="165661"/>
                      <a:pt x="227512" y="155932"/>
                      <a:pt x="230184" y="145804"/>
                    </a:cubicBezTo>
                    <a:lnTo>
                      <a:pt x="210217" y="120801"/>
                    </a:lnTo>
                    <a:cubicBezTo>
                      <a:pt x="210411" y="116976"/>
                      <a:pt x="210379" y="113144"/>
                      <a:pt x="210121" y="109323"/>
                    </a:cubicBezTo>
                    <a:close/>
                    <a:moveTo>
                      <a:pt x="115038" y="162687"/>
                    </a:moveTo>
                    <a:cubicBezTo>
                      <a:pt x="88736" y="162687"/>
                      <a:pt x="67413" y="141365"/>
                      <a:pt x="67413" y="115062"/>
                    </a:cubicBezTo>
                    <a:cubicBezTo>
                      <a:pt x="67413" y="88759"/>
                      <a:pt x="88736" y="67437"/>
                      <a:pt x="115038" y="67437"/>
                    </a:cubicBezTo>
                    <a:cubicBezTo>
                      <a:pt x="141341" y="67437"/>
                      <a:pt x="162663" y="88759"/>
                      <a:pt x="162663" y="115062"/>
                    </a:cubicBezTo>
                    <a:cubicBezTo>
                      <a:pt x="162663" y="141365"/>
                      <a:pt x="141341" y="162687"/>
                      <a:pt x="115038" y="162687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61504" y="3932604"/>
                <a:ext cx="250129" cy="250129"/>
              </a:xfrm>
              <a:custGeom>
                <a:avLst/>
                <a:gdLst/>
                <a:ahLst/>
                <a:cxnLst/>
                <a:rect l="l" t="t" r="r" b="b"/>
                <a:pathLst>
                  <a:path w="250129" h="250129">
                    <a:moveTo>
                      <a:pt x="125046" y="67896"/>
                    </a:moveTo>
                    <a:cubicBezTo>
                      <a:pt x="93483" y="67896"/>
                      <a:pt x="67896" y="93483"/>
                      <a:pt x="67896" y="125046"/>
                    </a:cubicBezTo>
                    <a:cubicBezTo>
                      <a:pt x="67896" y="156609"/>
                      <a:pt x="93483" y="182196"/>
                      <a:pt x="125046" y="182196"/>
                    </a:cubicBezTo>
                    <a:cubicBezTo>
                      <a:pt x="156609" y="182196"/>
                      <a:pt x="182196" y="156609"/>
                      <a:pt x="182196" y="125046"/>
                    </a:cubicBezTo>
                    <a:cubicBezTo>
                      <a:pt x="182164" y="93497"/>
                      <a:pt x="156596" y="67929"/>
                      <a:pt x="125046" y="67896"/>
                    </a:cubicBezTo>
                    <a:close/>
                    <a:moveTo>
                      <a:pt x="125046" y="163146"/>
                    </a:moveTo>
                    <a:cubicBezTo>
                      <a:pt x="104004" y="163146"/>
                      <a:pt x="86946" y="146088"/>
                      <a:pt x="86946" y="125046"/>
                    </a:cubicBezTo>
                    <a:cubicBezTo>
                      <a:pt x="86946" y="104004"/>
                      <a:pt x="104004" y="86946"/>
                      <a:pt x="125046" y="86946"/>
                    </a:cubicBezTo>
                    <a:cubicBezTo>
                      <a:pt x="146088" y="86946"/>
                      <a:pt x="163146" y="104004"/>
                      <a:pt x="163146" y="125046"/>
                    </a:cubicBezTo>
                    <a:cubicBezTo>
                      <a:pt x="163146" y="146088"/>
                      <a:pt x="146088" y="163146"/>
                      <a:pt x="125046" y="163146"/>
                    </a:cubicBezTo>
                    <a:close/>
                    <a:moveTo>
                      <a:pt x="229821" y="127618"/>
                    </a:moveTo>
                    <a:cubicBezTo>
                      <a:pt x="229869" y="125904"/>
                      <a:pt x="229869" y="124189"/>
                      <a:pt x="229821" y="122475"/>
                    </a:cubicBezTo>
                    <a:lnTo>
                      <a:pt x="247586" y="100281"/>
                    </a:lnTo>
                    <a:cubicBezTo>
                      <a:pt x="249474" y="97918"/>
                      <a:pt x="250129" y="94798"/>
                      <a:pt x="249348" y="91876"/>
                    </a:cubicBezTo>
                    <a:cubicBezTo>
                      <a:pt x="246430" y="80931"/>
                      <a:pt x="242074" y="70421"/>
                      <a:pt x="236394" y="60622"/>
                    </a:cubicBezTo>
                    <a:cubicBezTo>
                      <a:pt x="234884" y="58022"/>
                      <a:pt x="232236" y="56288"/>
                      <a:pt x="229250" y="55943"/>
                    </a:cubicBezTo>
                    <a:lnTo>
                      <a:pt x="201008" y="52799"/>
                    </a:lnTo>
                    <a:cubicBezTo>
                      <a:pt x="199834" y="51561"/>
                      <a:pt x="198643" y="50370"/>
                      <a:pt x="197436" y="49227"/>
                    </a:cubicBezTo>
                    <a:lnTo>
                      <a:pt x="194103" y="20914"/>
                    </a:lnTo>
                    <a:cubicBezTo>
                      <a:pt x="193755" y="17926"/>
                      <a:pt x="192016" y="15277"/>
                      <a:pt x="189412" y="13771"/>
                    </a:cubicBezTo>
                    <a:cubicBezTo>
                      <a:pt x="179613" y="8094"/>
                      <a:pt x="169103" y="3746"/>
                      <a:pt x="158158" y="840"/>
                    </a:cubicBezTo>
                    <a:cubicBezTo>
                      <a:pt x="155235" y="60"/>
                      <a:pt x="152115" y="714"/>
                      <a:pt x="149752" y="2603"/>
                    </a:cubicBezTo>
                    <a:lnTo>
                      <a:pt x="127618" y="20271"/>
                    </a:lnTo>
                    <a:cubicBezTo>
                      <a:pt x="125904" y="20271"/>
                      <a:pt x="124189" y="20271"/>
                      <a:pt x="122475" y="20271"/>
                    </a:cubicBezTo>
                    <a:lnTo>
                      <a:pt x="100281" y="2543"/>
                    </a:lnTo>
                    <a:cubicBezTo>
                      <a:pt x="97918" y="654"/>
                      <a:pt x="94798" y="0"/>
                      <a:pt x="91876" y="781"/>
                    </a:cubicBezTo>
                    <a:cubicBezTo>
                      <a:pt x="80931" y="3698"/>
                      <a:pt x="70421" y="8054"/>
                      <a:pt x="60622" y="13735"/>
                    </a:cubicBezTo>
                    <a:cubicBezTo>
                      <a:pt x="58022" y="15244"/>
                      <a:pt x="56288" y="17892"/>
                      <a:pt x="55943" y="20879"/>
                    </a:cubicBezTo>
                    <a:lnTo>
                      <a:pt x="52799" y="49168"/>
                    </a:lnTo>
                    <a:cubicBezTo>
                      <a:pt x="51561" y="50351"/>
                      <a:pt x="50370" y="51541"/>
                      <a:pt x="49227" y="52740"/>
                    </a:cubicBezTo>
                    <a:lnTo>
                      <a:pt x="20914" y="55990"/>
                    </a:lnTo>
                    <a:cubicBezTo>
                      <a:pt x="17926" y="56338"/>
                      <a:pt x="15277" y="58077"/>
                      <a:pt x="13771" y="60681"/>
                    </a:cubicBezTo>
                    <a:cubicBezTo>
                      <a:pt x="8095" y="70482"/>
                      <a:pt x="3744" y="80991"/>
                      <a:pt x="828" y="91935"/>
                    </a:cubicBezTo>
                    <a:cubicBezTo>
                      <a:pt x="51" y="94860"/>
                      <a:pt x="709" y="97980"/>
                      <a:pt x="2603" y="100341"/>
                    </a:cubicBezTo>
                    <a:lnTo>
                      <a:pt x="20271" y="122475"/>
                    </a:lnTo>
                    <a:cubicBezTo>
                      <a:pt x="20271" y="124189"/>
                      <a:pt x="20271" y="125904"/>
                      <a:pt x="20271" y="127618"/>
                    </a:cubicBezTo>
                    <a:lnTo>
                      <a:pt x="2543" y="149811"/>
                    </a:lnTo>
                    <a:cubicBezTo>
                      <a:pt x="654" y="152174"/>
                      <a:pt x="0" y="155294"/>
                      <a:pt x="781" y="158217"/>
                    </a:cubicBezTo>
                    <a:cubicBezTo>
                      <a:pt x="3698" y="169162"/>
                      <a:pt x="8054" y="179672"/>
                      <a:pt x="13735" y="189471"/>
                    </a:cubicBezTo>
                    <a:cubicBezTo>
                      <a:pt x="15244" y="192071"/>
                      <a:pt x="17892" y="193805"/>
                      <a:pt x="20879" y="194150"/>
                    </a:cubicBezTo>
                    <a:lnTo>
                      <a:pt x="49120" y="197294"/>
                    </a:lnTo>
                    <a:cubicBezTo>
                      <a:pt x="50303" y="198532"/>
                      <a:pt x="51494" y="199722"/>
                      <a:pt x="52692" y="200865"/>
                    </a:cubicBezTo>
                    <a:lnTo>
                      <a:pt x="55990" y="229178"/>
                    </a:lnTo>
                    <a:cubicBezTo>
                      <a:pt x="56338" y="232167"/>
                      <a:pt x="58077" y="234815"/>
                      <a:pt x="60681" y="236322"/>
                    </a:cubicBezTo>
                    <a:cubicBezTo>
                      <a:pt x="70482" y="241997"/>
                      <a:pt x="80991" y="246349"/>
                      <a:pt x="91935" y="249264"/>
                    </a:cubicBezTo>
                    <a:cubicBezTo>
                      <a:pt x="94860" y="250042"/>
                      <a:pt x="97980" y="249383"/>
                      <a:pt x="100341" y="247490"/>
                    </a:cubicBezTo>
                    <a:lnTo>
                      <a:pt x="122475" y="229821"/>
                    </a:lnTo>
                    <a:cubicBezTo>
                      <a:pt x="124189" y="229869"/>
                      <a:pt x="125904" y="229869"/>
                      <a:pt x="127618" y="229821"/>
                    </a:cubicBezTo>
                    <a:lnTo>
                      <a:pt x="149811" y="247586"/>
                    </a:lnTo>
                    <a:cubicBezTo>
                      <a:pt x="152174" y="249474"/>
                      <a:pt x="155294" y="250129"/>
                      <a:pt x="158217" y="249348"/>
                    </a:cubicBezTo>
                    <a:cubicBezTo>
                      <a:pt x="169164" y="246436"/>
                      <a:pt x="179674" y="242079"/>
                      <a:pt x="189471" y="236394"/>
                    </a:cubicBezTo>
                    <a:cubicBezTo>
                      <a:pt x="192071" y="234884"/>
                      <a:pt x="193805" y="232236"/>
                      <a:pt x="194150" y="229250"/>
                    </a:cubicBezTo>
                    <a:lnTo>
                      <a:pt x="197294" y="201008"/>
                    </a:lnTo>
                    <a:cubicBezTo>
                      <a:pt x="198532" y="199834"/>
                      <a:pt x="199722" y="198643"/>
                      <a:pt x="200865" y="197436"/>
                    </a:cubicBezTo>
                    <a:lnTo>
                      <a:pt x="229178" y="194103"/>
                    </a:lnTo>
                    <a:cubicBezTo>
                      <a:pt x="232167" y="193755"/>
                      <a:pt x="234815" y="192016"/>
                      <a:pt x="236322" y="189412"/>
                    </a:cubicBezTo>
                    <a:cubicBezTo>
                      <a:pt x="241997" y="179611"/>
                      <a:pt x="246349" y="169101"/>
                      <a:pt x="249264" y="158158"/>
                    </a:cubicBezTo>
                    <a:cubicBezTo>
                      <a:pt x="250042" y="155233"/>
                      <a:pt x="249383" y="152113"/>
                      <a:pt x="247490" y="149752"/>
                    </a:cubicBezTo>
                    <a:close/>
                    <a:moveTo>
                      <a:pt x="210652" y="119879"/>
                    </a:moveTo>
                    <a:cubicBezTo>
                      <a:pt x="210855" y="123321"/>
                      <a:pt x="210855" y="126772"/>
                      <a:pt x="210652" y="130214"/>
                    </a:cubicBezTo>
                    <a:cubicBezTo>
                      <a:pt x="210510" y="132570"/>
                      <a:pt x="211249" y="134895"/>
                      <a:pt x="212724" y="136738"/>
                    </a:cubicBezTo>
                    <a:lnTo>
                      <a:pt x="229619" y="157848"/>
                    </a:lnTo>
                    <a:cubicBezTo>
                      <a:pt x="227680" y="164009"/>
                      <a:pt x="225198" y="169986"/>
                      <a:pt x="222201" y="175707"/>
                    </a:cubicBezTo>
                    <a:lnTo>
                      <a:pt x="195293" y="178755"/>
                    </a:lnTo>
                    <a:cubicBezTo>
                      <a:pt x="192950" y="179016"/>
                      <a:pt x="190786" y="180136"/>
                      <a:pt x="189221" y="181899"/>
                    </a:cubicBezTo>
                    <a:cubicBezTo>
                      <a:pt x="186929" y="184476"/>
                      <a:pt x="184488" y="186917"/>
                      <a:pt x="181911" y="189209"/>
                    </a:cubicBezTo>
                    <a:cubicBezTo>
                      <a:pt x="180147" y="190774"/>
                      <a:pt x="179028" y="192938"/>
                      <a:pt x="178767" y="195281"/>
                    </a:cubicBezTo>
                    <a:lnTo>
                      <a:pt x="175779" y="222166"/>
                    </a:lnTo>
                    <a:cubicBezTo>
                      <a:pt x="170058" y="225164"/>
                      <a:pt x="164081" y="227646"/>
                      <a:pt x="157920" y="229583"/>
                    </a:cubicBezTo>
                    <a:lnTo>
                      <a:pt x="136798" y="212688"/>
                    </a:lnTo>
                    <a:cubicBezTo>
                      <a:pt x="135108" y="211338"/>
                      <a:pt x="133008" y="210603"/>
                      <a:pt x="130845" y="210605"/>
                    </a:cubicBezTo>
                    <a:lnTo>
                      <a:pt x="130273" y="210605"/>
                    </a:lnTo>
                    <a:cubicBezTo>
                      <a:pt x="126831" y="210807"/>
                      <a:pt x="123381" y="210807"/>
                      <a:pt x="119939" y="210605"/>
                    </a:cubicBezTo>
                    <a:cubicBezTo>
                      <a:pt x="117583" y="210470"/>
                      <a:pt x="115260" y="211207"/>
                      <a:pt x="113414" y="212676"/>
                    </a:cubicBezTo>
                    <a:lnTo>
                      <a:pt x="92245" y="229583"/>
                    </a:lnTo>
                    <a:cubicBezTo>
                      <a:pt x="86084" y="227645"/>
                      <a:pt x="80107" y="225162"/>
                      <a:pt x="74385" y="222166"/>
                    </a:cubicBezTo>
                    <a:lnTo>
                      <a:pt x="71337" y="195293"/>
                    </a:lnTo>
                    <a:cubicBezTo>
                      <a:pt x="71077" y="192950"/>
                      <a:pt x="69957" y="190786"/>
                      <a:pt x="68194" y="189221"/>
                    </a:cubicBezTo>
                    <a:cubicBezTo>
                      <a:pt x="65616" y="186929"/>
                      <a:pt x="63175" y="184488"/>
                      <a:pt x="60884" y="181911"/>
                    </a:cubicBezTo>
                    <a:cubicBezTo>
                      <a:pt x="59318" y="180147"/>
                      <a:pt x="57155" y="179028"/>
                      <a:pt x="54811" y="178767"/>
                    </a:cubicBezTo>
                    <a:lnTo>
                      <a:pt x="27927" y="175767"/>
                    </a:lnTo>
                    <a:cubicBezTo>
                      <a:pt x="24929" y="170046"/>
                      <a:pt x="22447" y="164069"/>
                      <a:pt x="20510" y="157908"/>
                    </a:cubicBezTo>
                    <a:lnTo>
                      <a:pt x="37404" y="136786"/>
                    </a:lnTo>
                    <a:cubicBezTo>
                      <a:pt x="38880" y="134943"/>
                      <a:pt x="39618" y="132618"/>
                      <a:pt x="39476" y="130261"/>
                    </a:cubicBezTo>
                    <a:cubicBezTo>
                      <a:pt x="39274" y="126819"/>
                      <a:pt x="39274" y="123369"/>
                      <a:pt x="39476" y="119927"/>
                    </a:cubicBezTo>
                    <a:cubicBezTo>
                      <a:pt x="39618" y="117570"/>
                      <a:pt x="38880" y="115245"/>
                      <a:pt x="37404" y="113402"/>
                    </a:cubicBezTo>
                    <a:lnTo>
                      <a:pt x="20510" y="92245"/>
                    </a:lnTo>
                    <a:cubicBezTo>
                      <a:pt x="22448" y="86084"/>
                      <a:pt x="24930" y="80107"/>
                      <a:pt x="27927" y="74385"/>
                    </a:cubicBezTo>
                    <a:lnTo>
                      <a:pt x="54800" y="71337"/>
                    </a:lnTo>
                    <a:cubicBezTo>
                      <a:pt x="57143" y="71077"/>
                      <a:pt x="59306" y="69957"/>
                      <a:pt x="60872" y="68194"/>
                    </a:cubicBezTo>
                    <a:cubicBezTo>
                      <a:pt x="63164" y="65616"/>
                      <a:pt x="65605" y="63175"/>
                      <a:pt x="68182" y="60884"/>
                    </a:cubicBezTo>
                    <a:cubicBezTo>
                      <a:pt x="69952" y="59317"/>
                      <a:pt x="71077" y="57149"/>
                      <a:pt x="71337" y="54800"/>
                    </a:cubicBezTo>
                    <a:lnTo>
                      <a:pt x="74326" y="27927"/>
                    </a:lnTo>
                    <a:cubicBezTo>
                      <a:pt x="80047" y="24929"/>
                      <a:pt x="86024" y="22447"/>
                      <a:pt x="92185" y="20510"/>
                    </a:cubicBezTo>
                    <a:lnTo>
                      <a:pt x="113307" y="37404"/>
                    </a:lnTo>
                    <a:cubicBezTo>
                      <a:pt x="115150" y="38880"/>
                      <a:pt x="117475" y="39618"/>
                      <a:pt x="119831" y="39476"/>
                    </a:cubicBezTo>
                    <a:cubicBezTo>
                      <a:pt x="123273" y="39274"/>
                      <a:pt x="126724" y="39274"/>
                      <a:pt x="130166" y="39476"/>
                    </a:cubicBezTo>
                    <a:cubicBezTo>
                      <a:pt x="132522" y="39611"/>
                      <a:pt x="134844" y="38874"/>
                      <a:pt x="136691" y="37404"/>
                    </a:cubicBezTo>
                    <a:lnTo>
                      <a:pt x="157848" y="20510"/>
                    </a:lnTo>
                    <a:cubicBezTo>
                      <a:pt x="164009" y="22448"/>
                      <a:pt x="169986" y="24930"/>
                      <a:pt x="175707" y="27927"/>
                    </a:cubicBezTo>
                    <a:lnTo>
                      <a:pt x="178755" y="54800"/>
                    </a:lnTo>
                    <a:cubicBezTo>
                      <a:pt x="179016" y="57143"/>
                      <a:pt x="180136" y="59306"/>
                      <a:pt x="181899" y="60872"/>
                    </a:cubicBezTo>
                    <a:cubicBezTo>
                      <a:pt x="184476" y="63164"/>
                      <a:pt x="186917" y="65605"/>
                      <a:pt x="189209" y="68182"/>
                    </a:cubicBezTo>
                    <a:cubicBezTo>
                      <a:pt x="190774" y="69945"/>
                      <a:pt x="192938" y="71065"/>
                      <a:pt x="195281" y="71325"/>
                    </a:cubicBezTo>
                    <a:lnTo>
                      <a:pt x="222166" y="74314"/>
                    </a:lnTo>
                    <a:cubicBezTo>
                      <a:pt x="225164" y="80035"/>
                      <a:pt x="227646" y="86012"/>
                      <a:pt x="229583" y="92173"/>
                    </a:cubicBezTo>
                    <a:lnTo>
                      <a:pt x="212688" y="113295"/>
                    </a:lnTo>
                    <a:cubicBezTo>
                      <a:pt x="211199" y="115153"/>
                      <a:pt x="210460" y="117503"/>
                      <a:pt x="210617" y="11987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62725" y="4314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72250" y="458628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68440" y="4915852"/>
              <a:ext cx="1629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python-dotenv 环境变量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68440" y="51254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密钥安全管理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8440" y="53349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config.py 统一入口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991600" y="3600450"/>
            <a:ext cx="2438400" cy="2381250"/>
            <a:chOff x="8991600" y="3600450"/>
            <a:chExt cx="2438400" cy="2381250"/>
          </a:xfrm>
        </p:grpSpPr>
        <p:sp>
          <p:nvSpPr>
            <p:cNvPr id="84" name="Rectangle 84"/>
            <p:cNvSpPr/>
            <p:nvPr/>
          </p:nvSpPr>
          <p:spPr>
            <a:xfrm>
              <a:off x="8991600" y="360045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8991600" y="3600450"/>
              <a:ext cx="24384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9305925" y="3933825"/>
              <a:ext cx="247650" cy="247650"/>
              <a:chOff x="9305925" y="3933825"/>
              <a:chExt cx="247650" cy="24765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9315450" y="3943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3059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9305925" y="4314825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pytest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315450" y="4586288"/>
              <a:ext cx="37909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TESTING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311640" y="49158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单元测试 + E2E 测试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11640" y="512540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 临时目录隔离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11640" y="53349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全流程验证覆盖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5" name="Rectangle 9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  <p:bldP spid="83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4690339" cy="506730"/>
            <a:chOff x="762000" y="198120"/>
            <a:chExt cx="4690339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453031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 · 核心特性 · 对比优势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· KEY FEATURES · WHY NOT DIFY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781050"/>
            <a:ext cx="3810000" cy="2857500"/>
            <a:chOff x="762000" y="781050"/>
            <a:chExt cx="3810000" cy="2857500"/>
          </a:xfrm>
        </p:grpSpPr>
        <p:sp>
          <p:nvSpPr>
            <p:cNvPr id="7" name="Rectangle 7"/>
            <p:cNvSpPr/>
            <p:nvPr/>
          </p:nvSpPr>
          <p:spPr>
            <a:xfrm>
              <a:off x="762000" y="781050"/>
              <a:ext cx="38100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781050"/>
              <a:ext cx="3810000" cy="3048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25161" y="867728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14400" y="1181100"/>
              <a:ext cx="1714500" cy="554831"/>
              <a:chOff x="914400" y="1181100"/>
              <a:chExt cx="1714500" cy="554831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118110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46559" y="1372791"/>
                <a:ext cx="154781" cy="142875"/>
                <a:chOff x="1046559" y="1372791"/>
                <a:chExt cx="154781" cy="14287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52512" y="1378744"/>
                  <a:ext cx="142875" cy="7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7391">
                      <a:moveTo>
                        <a:pt x="142875" y="11906"/>
                      </a:moveTo>
                      <a:lnTo>
                        <a:pt x="142875" y="77391"/>
                      </a:lnTo>
                      <a:lnTo>
                        <a:pt x="0" y="77391"/>
                      </a:lnTo>
                      <a:lnTo>
                        <a:pt x="0" y="11906"/>
                      </a:ln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130969" y="0"/>
                      </a:lnTo>
                      <a:cubicBezTo>
                        <a:pt x="137544" y="0"/>
                        <a:pt x="142875" y="5331"/>
                        <a:pt x="142875" y="1190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46559" y="1372791"/>
                  <a:ext cx="15478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2875">
                      <a:moveTo>
                        <a:pt x="136922" y="0"/>
                      </a:moveTo>
                      <a:lnTo>
                        <a:pt x="17859" y="0"/>
                      </a:lnTo>
                      <a:cubicBezTo>
                        <a:pt x="7996" y="0"/>
                        <a:pt x="0" y="7996"/>
                        <a:pt x="0" y="17859"/>
                      </a:cubicBezTo>
                      <a:lnTo>
                        <a:pt x="0" y="101203"/>
                      </a:lnTo>
                      <a:cubicBezTo>
                        <a:pt x="0" y="111067"/>
                        <a:pt x="7996" y="119062"/>
                        <a:pt x="17859" y="119062"/>
                      </a:cubicBezTo>
                      <a:lnTo>
                        <a:pt x="71438" y="119062"/>
                      </a:lnTo>
                      <a:lnTo>
                        <a:pt x="71438" y="130969"/>
                      </a:lnTo>
                      <a:lnTo>
                        <a:pt x="53578" y="130969"/>
                      </a:lnTo>
                      <a:cubicBezTo>
                        <a:pt x="50290" y="130969"/>
                        <a:pt x="47625" y="133634"/>
                        <a:pt x="47625" y="136922"/>
                      </a:cubicBezTo>
                      <a:cubicBezTo>
                        <a:pt x="47625" y="140210"/>
                        <a:pt x="50290" y="142875"/>
                        <a:pt x="53578" y="142875"/>
                      </a:cubicBezTo>
                      <a:lnTo>
                        <a:pt x="101203" y="142875"/>
                      </a:lnTo>
                      <a:cubicBezTo>
                        <a:pt x="104491" y="142875"/>
                        <a:pt x="107156" y="140210"/>
                        <a:pt x="107156" y="136922"/>
                      </a:cubicBezTo>
                      <a:cubicBezTo>
                        <a:pt x="107156" y="133634"/>
                        <a:pt x="104491" y="130969"/>
                        <a:pt x="101203" y="130969"/>
                      </a:cubicBezTo>
                      <a:lnTo>
                        <a:pt x="83344" y="130969"/>
                      </a:lnTo>
                      <a:lnTo>
                        <a:pt x="83344" y="119062"/>
                      </a:lnTo>
                      <a:lnTo>
                        <a:pt x="136922" y="119062"/>
                      </a:lnTo>
                      <a:cubicBezTo>
                        <a:pt x="146785" y="119062"/>
                        <a:pt x="154781" y="111067"/>
                        <a:pt x="154781" y="101203"/>
                      </a:cubicBezTo>
                      <a:lnTo>
                        <a:pt x="154781" y="17859"/>
                      </a:lnTo>
                      <a:cubicBezTo>
                        <a:pt x="154781" y="7996"/>
                        <a:pt x="146785" y="0"/>
                        <a:pt x="136922" y="0"/>
                      </a:cubicBezTo>
                      <a:close/>
                      <a:moveTo>
                        <a:pt x="17859" y="11906"/>
                      </a:moveTo>
                      <a:lnTo>
                        <a:pt x="136922" y="11906"/>
                      </a:lnTo>
                      <a:cubicBezTo>
                        <a:pt x="140210" y="11906"/>
                        <a:pt x="142875" y="14572"/>
                        <a:pt x="142875" y="17859"/>
                      </a:cubicBezTo>
                      <a:lnTo>
                        <a:pt x="142875" y="77391"/>
                      </a:lnTo>
                      <a:lnTo>
                        <a:pt x="11906" y="77391"/>
                      </a:lnTo>
                      <a:lnTo>
                        <a:pt x="11906" y="17859"/>
                      </a:lnTo>
                      <a:cubicBezTo>
                        <a:pt x="11906" y="14572"/>
                        <a:pt x="14572" y="11906"/>
                        <a:pt x="17859" y="11906"/>
                      </a:cubicBezTo>
                      <a:close/>
                      <a:moveTo>
                        <a:pt x="136922" y="107156"/>
                      </a:moveTo>
                      <a:lnTo>
                        <a:pt x="17859" y="107156"/>
                      </a:lnTo>
                      <a:cubicBezTo>
                        <a:pt x="14572" y="107156"/>
                        <a:pt x="11906" y="104491"/>
                        <a:pt x="11906" y="101203"/>
                      </a:cubicBezTo>
                      <a:lnTo>
                        <a:pt x="11906" y="89297"/>
                      </a:lnTo>
                      <a:lnTo>
                        <a:pt x="142875" y="89297"/>
                      </a:lnTo>
                      <a:lnTo>
                        <a:pt x="142875" y="101203"/>
                      </a:lnTo>
                      <a:cubicBezTo>
                        <a:pt x="142875" y="104491"/>
                        <a:pt x="140210" y="107156"/>
                        <a:pt x="136922" y="107156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82065" y="1391602"/>
                <a:ext cx="7103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84922" y="1568291"/>
                <a:ext cx="60402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 UI 框架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705100" y="1181100"/>
              <a:ext cx="1714500" cy="554831"/>
              <a:chOff x="2705100" y="1181100"/>
              <a:chExt cx="1714500" cy="554831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705100" y="118110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2835143" y="1358379"/>
                <a:ext cx="159279" cy="154017"/>
                <a:chOff x="2835143" y="1358379"/>
                <a:chExt cx="159279" cy="15401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2896791" y="1420416"/>
                  <a:ext cx="35719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35719">
                      <a:moveTo>
                        <a:pt x="35719" y="17859"/>
                      </a:moveTo>
                      <a:cubicBezTo>
                        <a:pt x="35719" y="27723"/>
                        <a:pt x="27723" y="35719"/>
                        <a:pt x="17859" y="35719"/>
                      </a:cubicBezTo>
                      <a:cubicBezTo>
                        <a:pt x="7996" y="35719"/>
                        <a:pt x="0" y="27723"/>
                        <a:pt x="0" y="17859"/>
                      </a:cubicBezTo>
                      <a:cubicBezTo>
                        <a:pt x="0" y="7996"/>
                        <a:pt x="7996" y="0"/>
                        <a:pt x="17859" y="0"/>
                      </a:cubicBezTo>
                      <a:cubicBezTo>
                        <a:pt x="27723" y="0"/>
                        <a:pt x="35719" y="7996"/>
                        <a:pt x="35719" y="17859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835143" y="1358379"/>
                  <a:ext cx="159279" cy="154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279" h="154017">
                      <a:moveTo>
                        <a:pt x="133085" y="97756"/>
                      </a:moveTo>
                      <a:cubicBezTo>
                        <a:pt x="127823" y="97753"/>
                        <a:pt x="122710" y="99502"/>
                        <a:pt x="118552" y="102727"/>
                      </a:cubicBezTo>
                      <a:lnTo>
                        <a:pt x="101355" y="89332"/>
                      </a:lnTo>
                      <a:cubicBezTo>
                        <a:pt x="102653" y="86356"/>
                        <a:pt x="103322" y="83143"/>
                        <a:pt x="103319" y="79896"/>
                      </a:cubicBezTo>
                      <a:cubicBezTo>
                        <a:pt x="103319" y="79346"/>
                        <a:pt x="103319" y="78795"/>
                        <a:pt x="103260" y="78252"/>
                      </a:cubicBezTo>
                      <a:lnTo>
                        <a:pt x="113105" y="74970"/>
                      </a:lnTo>
                      <a:cubicBezTo>
                        <a:pt x="119543" y="84900"/>
                        <a:pt x="132298" y="88595"/>
                        <a:pt x="143047" y="83644"/>
                      </a:cubicBezTo>
                      <a:cubicBezTo>
                        <a:pt x="153797" y="78692"/>
                        <a:pt x="159279" y="66597"/>
                        <a:pt x="155916" y="55250"/>
                      </a:cubicBezTo>
                      <a:cubicBezTo>
                        <a:pt x="152554" y="43903"/>
                        <a:pt x="141368" y="36747"/>
                        <a:pt x="129656" y="38451"/>
                      </a:cubicBezTo>
                      <a:cubicBezTo>
                        <a:pt x="117944" y="40155"/>
                        <a:pt x="109262" y="50202"/>
                        <a:pt x="109272" y="62037"/>
                      </a:cubicBezTo>
                      <a:cubicBezTo>
                        <a:pt x="109272" y="62588"/>
                        <a:pt x="109272" y="63138"/>
                        <a:pt x="109332" y="63681"/>
                      </a:cubicBezTo>
                      <a:lnTo>
                        <a:pt x="99487" y="66963"/>
                      </a:lnTo>
                      <a:cubicBezTo>
                        <a:pt x="95102" y="60184"/>
                        <a:pt x="87580" y="56089"/>
                        <a:pt x="79507" y="56084"/>
                      </a:cubicBezTo>
                      <a:cubicBezTo>
                        <a:pt x="78193" y="56087"/>
                        <a:pt x="76881" y="56196"/>
                        <a:pt x="75585" y="56411"/>
                      </a:cubicBezTo>
                      <a:lnTo>
                        <a:pt x="70495" y="44922"/>
                      </a:lnTo>
                      <a:cubicBezTo>
                        <a:pt x="79570" y="37671"/>
                        <a:pt x="82089" y="24930"/>
                        <a:pt x="76456" y="14771"/>
                      </a:cubicBezTo>
                      <a:cubicBezTo>
                        <a:pt x="70824" y="4612"/>
                        <a:pt x="58683" y="0"/>
                        <a:pt x="47726" y="3856"/>
                      </a:cubicBezTo>
                      <a:cubicBezTo>
                        <a:pt x="36768" y="7712"/>
                        <a:pt x="30193" y="18912"/>
                        <a:pt x="32164" y="30359"/>
                      </a:cubicBezTo>
                      <a:cubicBezTo>
                        <a:pt x="34135" y="41807"/>
                        <a:pt x="44078" y="50162"/>
                        <a:pt x="55694" y="50131"/>
                      </a:cubicBezTo>
                      <a:cubicBezTo>
                        <a:pt x="57008" y="50128"/>
                        <a:pt x="58320" y="50018"/>
                        <a:pt x="59616" y="49803"/>
                      </a:cubicBezTo>
                      <a:lnTo>
                        <a:pt x="64706" y="61263"/>
                      </a:lnTo>
                      <a:cubicBezTo>
                        <a:pt x="55804" y="68308"/>
                        <a:pt x="53132" y="80668"/>
                        <a:pt x="58328" y="90761"/>
                      </a:cubicBezTo>
                      <a:lnTo>
                        <a:pt x="39197" y="107757"/>
                      </a:lnTo>
                      <a:cubicBezTo>
                        <a:pt x="29235" y="101041"/>
                        <a:pt x="15834" y="102781"/>
                        <a:pt x="7917" y="111816"/>
                      </a:cubicBezTo>
                      <a:cubicBezTo>
                        <a:pt x="0" y="120852"/>
                        <a:pt x="37" y="134365"/>
                        <a:pt x="8003" y="143358"/>
                      </a:cubicBezTo>
                      <a:cubicBezTo>
                        <a:pt x="15969" y="152351"/>
                        <a:pt x="29379" y="154017"/>
                        <a:pt x="39304" y="147248"/>
                      </a:cubicBezTo>
                      <a:cubicBezTo>
                        <a:pt x="49228" y="140479"/>
                        <a:pt x="52572" y="127385"/>
                        <a:pt x="47107" y="116687"/>
                      </a:cubicBezTo>
                      <a:lnTo>
                        <a:pt x="66239" y="99690"/>
                      </a:lnTo>
                      <a:cubicBezTo>
                        <a:pt x="74735" y="105411"/>
                        <a:pt x="85942" y="105039"/>
                        <a:pt x="94040" y="98768"/>
                      </a:cubicBezTo>
                      <a:lnTo>
                        <a:pt x="111237" y="112162"/>
                      </a:lnTo>
                      <a:cubicBezTo>
                        <a:pt x="109943" y="115129"/>
                        <a:pt x="109274" y="118331"/>
                        <a:pt x="109272" y="121568"/>
                      </a:cubicBezTo>
                      <a:cubicBezTo>
                        <a:pt x="109272" y="134719"/>
                        <a:pt x="119934" y="145381"/>
                        <a:pt x="133085" y="145381"/>
                      </a:cubicBezTo>
                      <a:cubicBezTo>
                        <a:pt x="146236" y="145381"/>
                        <a:pt x="156897" y="134719"/>
                        <a:pt x="156897" y="121568"/>
                      </a:cubicBezTo>
                      <a:cubicBezTo>
                        <a:pt x="156897" y="108417"/>
                        <a:pt x="146236" y="97756"/>
                        <a:pt x="133085" y="97756"/>
                      </a:cubicBezTo>
                      <a:close/>
                      <a:moveTo>
                        <a:pt x="133085" y="50131"/>
                      </a:moveTo>
                      <a:cubicBezTo>
                        <a:pt x="139660" y="50131"/>
                        <a:pt x="144991" y="55461"/>
                        <a:pt x="144991" y="62037"/>
                      </a:cubicBezTo>
                      <a:cubicBezTo>
                        <a:pt x="144991" y="68613"/>
                        <a:pt x="139660" y="73943"/>
                        <a:pt x="133085" y="73943"/>
                      </a:cubicBezTo>
                      <a:cubicBezTo>
                        <a:pt x="126509" y="73943"/>
                        <a:pt x="121179" y="68613"/>
                        <a:pt x="121179" y="62037"/>
                      </a:cubicBezTo>
                      <a:cubicBezTo>
                        <a:pt x="121179" y="55461"/>
                        <a:pt x="126509" y="50131"/>
                        <a:pt x="133085" y="50131"/>
                      </a:cubicBezTo>
                      <a:close/>
                      <a:moveTo>
                        <a:pt x="43788" y="26318"/>
                      </a:moveTo>
                      <a:cubicBezTo>
                        <a:pt x="43788" y="19743"/>
                        <a:pt x="49119" y="14412"/>
                        <a:pt x="55694" y="14412"/>
                      </a:cubicBezTo>
                      <a:cubicBezTo>
                        <a:pt x="62270" y="14412"/>
                        <a:pt x="67600" y="19743"/>
                        <a:pt x="67600" y="26318"/>
                      </a:cubicBezTo>
                      <a:cubicBezTo>
                        <a:pt x="67600" y="32894"/>
                        <a:pt x="62270" y="38224"/>
                        <a:pt x="55694" y="38224"/>
                      </a:cubicBezTo>
                      <a:cubicBezTo>
                        <a:pt x="49119" y="38224"/>
                        <a:pt x="43788" y="32894"/>
                        <a:pt x="43788" y="26318"/>
                      </a:cubicBezTo>
                      <a:close/>
                      <a:moveTo>
                        <a:pt x="25929" y="139428"/>
                      </a:moveTo>
                      <a:cubicBezTo>
                        <a:pt x="19353" y="139428"/>
                        <a:pt x="14022" y="134097"/>
                        <a:pt x="14022" y="127521"/>
                      </a:cubicBezTo>
                      <a:cubicBezTo>
                        <a:pt x="14022" y="120946"/>
                        <a:pt x="19353" y="115615"/>
                        <a:pt x="25929" y="115615"/>
                      </a:cubicBezTo>
                      <a:cubicBezTo>
                        <a:pt x="32504" y="115615"/>
                        <a:pt x="37835" y="120946"/>
                        <a:pt x="37835" y="127521"/>
                      </a:cubicBezTo>
                      <a:cubicBezTo>
                        <a:pt x="37835" y="134097"/>
                        <a:pt x="32504" y="139428"/>
                        <a:pt x="25929" y="139428"/>
                      </a:cubicBezTo>
                      <a:close/>
                      <a:moveTo>
                        <a:pt x="67600" y="79896"/>
                      </a:moveTo>
                      <a:cubicBezTo>
                        <a:pt x="67600" y="73321"/>
                        <a:pt x="72931" y="67990"/>
                        <a:pt x="79507" y="67990"/>
                      </a:cubicBezTo>
                      <a:cubicBezTo>
                        <a:pt x="86082" y="67990"/>
                        <a:pt x="91413" y="73321"/>
                        <a:pt x="91413" y="79896"/>
                      </a:cubicBezTo>
                      <a:cubicBezTo>
                        <a:pt x="91413" y="86472"/>
                        <a:pt x="86082" y="91803"/>
                        <a:pt x="79507" y="91803"/>
                      </a:cubicBezTo>
                      <a:cubicBezTo>
                        <a:pt x="72931" y="91803"/>
                        <a:pt x="67600" y="86472"/>
                        <a:pt x="67600" y="79896"/>
                      </a:cubicBezTo>
                      <a:close/>
                      <a:moveTo>
                        <a:pt x="133085" y="133474"/>
                      </a:moveTo>
                      <a:cubicBezTo>
                        <a:pt x="126509" y="133474"/>
                        <a:pt x="121179" y="128144"/>
                        <a:pt x="121179" y="121568"/>
                      </a:cubicBezTo>
                      <a:cubicBezTo>
                        <a:pt x="121179" y="114993"/>
                        <a:pt x="126509" y="109662"/>
                        <a:pt x="133085" y="109662"/>
                      </a:cubicBezTo>
                      <a:cubicBezTo>
                        <a:pt x="139660" y="109662"/>
                        <a:pt x="144991" y="114993"/>
                        <a:pt x="144991" y="121568"/>
                      </a:cubicBezTo>
                      <a:cubicBezTo>
                        <a:pt x="144991" y="128144"/>
                        <a:pt x="139660" y="133474"/>
                        <a:pt x="133085" y="13347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072765" y="1391602"/>
                <a:ext cx="754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075622" y="1568291"/>
                <a:ext cx="6590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ReAct Agent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14400" y="1771650"/>
              <a:ext cx="1714500" cy="554831"/>
              <a:chOff x="914400" y="1771650"/>
              <a:chExt cx="1714500" cy="55483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14400" y="177165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052512" y="1951434"/>
                <a:ext cx="142875" cy="154781"/>
                <a:chOff x="1052512" y="1951434"/>
                <a:chExt cx="142875" cy="154781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058466" y="1957388"/>
                  <a:ext cx="130969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71438">
                      <a:moveTo>
                        <a:pt x="130969" y="35719"/>
                      </a:moveTo>
                      <a:cubicBezTo>
                        <a:pt x="130969" y="55446"/>
                        <a:pt x="101650" y="71438"/>
                        <a:pt x="65484" y="71438"/>
                      </a:cubicBezTo>
                      <a:cubicBezTo>
                        <a:pt x="29319" y="71438"/>
                        <a:pt x="0" y="55446"/>
                        <a:pt x="0" y="35719"/>
                      </a:cubicBezTo>
                      <a:cubicBezTo>
                        <a:pt x="0" y="15992"/>
                        <a:pt x="29319" y="0"/>
                        <a:pt x="65484" y="0"/>
                      </a:cubicBezTo>
                      <a:cubicBezTo>
                        <a:pt x="101650" y="0"/>
                        <a:pt x="130969" y="15992"/>
                        <a:pt x="130969" y="35719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52512" y="1951434"/>
                  <a:ext cx="142875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4781">
                      <a:moveTo>
                        <a:pt x="71438" y="0"/>
                      </a:moveTo>
                      <a:cubicBezTo>
                        <a:pt x="31380" y="0"/>
                        <a:pt x="0" y="18306"/>
                        <a:pt x="0" y="41672"/>
                      </a:cubicBezTo>
                      <a:lnTo>
                        <a:pt x="0" y="113109"/>
                      </a:lnTo>
                      <a:cubicBezTo>
                        <a:pt x="0" y="136475"/>
                        <a:pt x="31380" y="154781"/>
                        <a:pt x="71438" y="154781"/>
                      </a:cubicBezTo>
                      <a:cubicBezTo>
                        <a:pt x="111495" y="154781"/>
                        <a:pt x="142875" y="136475"/>
                        <a:pt x="142875" y="113109"/>
                      </a:cubicBezTo>
                      <a:lnTo>
                        <a:pt x="142875" y="41672"/>
                      </a:lnTo>
                      <a:cubicBezTo>
                        <a:pt x="142875" y="18306"/>
                        <a:pt x="111495" y="0"/>
                        <a:pt x="71438" y="0"/>
                      </a:cubicBezTo>
                      <a:close/>
                      <a:moveTo>
                        <a:pt x="130969" y="77391"/>
                      </a:moveTo>
                      <a:cubicBezTo>
                        <a:pt x="130969" y="84549"/>
                        <a:pt x="125105" y="91849"/>
                        <a:pt x="114888" y="97423"/>
                      </a:cubicBezTo>
                      <a:cubicBezTo>
                        <a:pt x="103383" y="103696"/>
                        <a:pt x="87950" y="107156"/>
                        <a:pt x="71438" y="107156"/>
                      </a:cubicBezTo>
                      <a:cubicBezTo>
                        <a:pt x="54925" y="107156"/>
                        <a:pt x="39492" y="103696"/>
                        <a:pt x="27987" y="97423"/>
                      </a:cubicBezTo>
                      <a:cubicBezTo>
                        <a:pt x="17770" y="91849"/>
                        <a:pt x="11906" y="84549"/>
                        <a:pt x="11906" y="77391"/>
                      </a:cubicBezTo>
                      <a:lnTo>
                        <a:pt x="11906" y="65008"/>
                      </a:lnTo>
                      <a:cubicBezTo>
                        <a:pt x="24601" y="76170"/>
                        <a:pt x="46308" y="83344"/>
                        <a:pt x="71438" y="83344"/>
                      </a:cubicBezTo>
                      <a:cubicBezTo>
                        <a:pt x="96567" y="83344"/>
                        <a:pt x="118274" y="76140"/>
                        <a:pt x="130969" y="65008"/>
                      </a:cubicBezTo>
                      <a:close/>
                      <a:moveTo>
                        <a:pt x="27987" y="21640"/>
                      </a:moveTo>
                      <a:cubicBezTo>
                        <a:pt x="39492" y="15367"/>
                        <a:pt x="54925" y="11906"/>
                        <a:pt x="71438" y="11906"/>
                      </a:cubicBezTo>
                      <a:cubicBezTo>
                        <a:pt x="87950" y="11906"/>
                        <a:pt x="103383" y="15367"/>
                        <a:pt x="114888" y="21640"/>
                      </a:cubicBezTo>
                      <a:cubicBezTo>
                        <a:pt x="125105" y="27213"/>
                        <a:pt x="130969" y="34513"/>
                        <a:pt x="130969" y="41672"/>
                      </a:cubicBezTo>
                      <a:cubicBezTo>
                        <a:pt x="130969" y="48831"/>
                        <a:pt x="125105" y="56131"/>
                        <a:pt x="114888" y="61704"/>
                      </a:cubicBezTo>
                      <a:cubicBezTo>
                        <a:pt x="103383" y="67977"/>
                        <a:pt x="87950" y="71438"/>
                        <a:pt x="71438" y="71438"/>
                      </a:cubicBezTo>
                      <a:cubicBezTo>
                        <a:pt x="54925" y="71438"/>
                        <a:pt x="39492" y="67977"/>
                        <a:pt x="27987" y="61704"/>
                      </a:cubicBezTo>
                      <a:cubicBezTo>
                        <a:pt x="17770" y="56131"/>
                        <a:pt x="11906" y="48831"/>
                        <a:pt x="11906" y="41672"/>
                      </a:cubicBezTo>
                      <a:cubicBezTo>
                        <a:pt x="11906" y="34513"/>
                        <a:pt x="17770" y="27213"/>
                        <a:pt x="27987" y="21640"/>
                      </a:cubicBezTo>
                      <a:close/>
                      <a:moveTo>
                        <a:pt x="114888" y="133142"/>
                      </a:moveTo>
                      <a:cubicBezTo>
                        <a:pt x="103383" y="139415"/>
                        <a:pt x="87950" y="142875"/>
                        <a:pt x="71438" y="142875"/>
                      </a:cubicBezTo>
                      <a:cubicBezTo>
                        <a:pt x="54925" y="142875"/>
                        <a:pt x="39492" y="139415"/>
                        <a:pt x="27987" y="133142"/>
                      </a:cubicBezTo>
                      <a:cubicBezTo>
                        <a:pt x="17770" y="127568"/>
                        <a:pt x="11906" y="120268"/>
                        <a:pt x="11906" y="113109"/>
                      </a:cubicBezTo>
                      <a:lnTo>
                        <a:pt x="11906" y="100727"/>
                      </a:lnTo>
                      <a:cubicBezTo>
                        <a:pt x="24601" y="111889"/>
                        <a:pt x="46308" y="119062"/>
                        <a:pt x="71438" y="119062"/>
                      </a:cubicBezTo>
                      <a:cubicBezTo>
                        <a:pt x="96567" y="119062"/>
                        <a:pt x="118274" y="111859"/>
                        <a:pt x="130969" y="100727"/>
                      </a:cubicBezTo>
                      <a:lnTo>
                        <a:pt x="130969" y="113109"/>
                      </a:lnTo>
                      <a:cubicBezTo>
                        <a:pt x="130969" y="120268"/>
                        <a:pt x="125105" y="127568"/>
                        <a:pt x="114888" y="13314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282065" y="1982152"/>
                <a:ext cx="702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84922" y="215884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05100" y="1771650"/>
              <a:ext cx="1714500" cy="554831"/>
              <a:chOff x="2705100" y="1771650"/>
              <a:chExt cx="1714500" cy="55483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2705100" y="177165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2831306" y="1945481"/>
                <a:ext cx="166688" cy="166688"/>
                <a:chOff x="2831306" y="1945481"/>
                <a:chExt cx="166688" cy="16668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2855119" y="19692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113109" y="0"/>
                      </a:moveTo>
                      <a:lnTo>
                        <a:pt x="5953" y="0"/>
                      </a:lnTo>
                      <a:cubicBezTo>
                        <a:pt x="2665" y="0"/>
                        <a:pt x="0" y="2665"/>
                        <a:pt x="0" y="5953"/>
                      </a:cubicBezTo>
                      <a:lnTo>
                        <a:pt x="0" y="113109"/>
                      </a:lnTo>
                      <a:cubicBezTo>
                        <a:pt x="0" y="116397"/>
                        <a:pt x="2665" y="119062"/>
                        <a:pt x="5953" y="119062"/>
                      </a:cubicBezTo>
                      <a:lnTo>
                        <a:pt x="113109" y="119062"/>
                      </a:lnTo>
                      <a:cubicBezTo>
                        <a:pt x="116397" y="119062"/>
                        <a:pt x="119062" y="116397"/>
                        <a:pt x="119062" y="113109"/>
                      </a:cubicBezTo>
                      <a:lnTo>
                        <a:pt x="119062" y="5953"/>
                      </a:lnTo>
                      <a:cubicBezTo>
                        <a:pt x="119062" y="2665"/>
                        <a:pt x="116397" y="0"/>
                        <a:pt x="113109" y="0"/>
                      </a:cubicBezTo>
                      <a:close/>
                      <a:moveTo>
                        <a:pt x="77391" y="77391"/>
                      </a:moveTo>
                      <a:lnTo>
                        <a:pt x="41672" y="77391"/>
                      </a:lnTo>
                      <a:lnTo>
                        <a:pt x="41672" y="41672"/>
                      </a:lnTo>
                      <a:lnTo>
                        <a:pt x="77391" y="41672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2831306" y="1945481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01203" y="59531"/>
                      </a:moveTo>
                      <a:lnTo>
                        <a:pt x="65484" y="59531"/>
                      </a:lnTo>
                      <a:cubicBezTo>
                        <a:pt x="62197" y="59531"/>
                        <a:pt x="59531" y="62197"/>
                        <a:pt x="59531" y="65484"/>
                      </a:cubicBezTo>
                      <a:lnTo>
                        <a:pt x="59531" y="101203"/>
                      </a:lnTo>
                      <a:cubicBezTo>
                        <a:pt x="59531" y="104491"/>
                        <a:pt x="62197" y="107156"/>
                        <a:pt x="65484" y="107156"/>
                      </a:cubicBezTo>
                      <a:lnTo>
                        <a:pt x="101203" y="107156"/>
                      </a:lnTo>
                      <a:cubicBezTo>
                        <a:pt x="104491" y="107156"/>
                        <a:pt x="107156" y="104491"/>
                        <a:pt x="107156" y="101203"/>
                      </a:cubicBezTo>
                      <a:lnTo>
                        <a:pt x="107156" y="65484"/>
                      </a:lnTo>
                      <a:cubicBezTo>
                        <a:pt x="107156" y="62197"/>
                        <a:pt x="104491" y="59531"/>
                        <a:pt x="101203" y="59531"/>
                      </a:cubicBezTo>
                      <a:close/>
                      <a:moveTo>
                        <a:pt x="95250" y="95250"/>
                      </a:moveTo>
                      <a:lnTo>
                        <a:pt x="71438" y="95250"/>
                      </a:lnTo>
                      <a:lnTo>
                        <a:pt x="71438" y="71438"/>
                      </a:lnTo>
                      <a:lnTo>
                        <a:pt x="95250" y="71438"/>
                      </a:lnTo>
                      <a:close/>
                      <a:moveTo>
                        <a:pt x="160734" y="95250"/>
                      </a:moveTo>
                      <a:lnTo>
                        <a:pt x="148828" y="95250"/>
                      </a:lnTo>
                      <a:lnTo>
                        <a:pt x="148828" y="71438"/>
                      </a:lnTo>
                      <a:lnTo>
                        <a:pt x="160734" y="71438"/>
                      </a:lnTo>
                      <a:cubicBezTo>
                        <a:pt x="164022" y="71438"/>
                        <a:pt x="166688" y="68772"/>
                        <a:pt x="166688" y="65484"/>
                      </a:cubicBezTo>
                      <a:cubicBezTo>
                        <a:pt x="166688" y="62197"/>
                        <a:pt x="164022" y="59531"/>
                        <a:pt x="160734" y="59531"/>
                      </a:cubicBezTo>
                      <a:lnTo>
                        <a:pt x="148828" y="59531"/>
                      </a:lnTo>
                      <a:lnTo>
                        <a:pt x="148828" y="29766"/>
                      </a:lnTo>
                      <a:cubicBezTo>
                        <a:pt x="148828" y="23190"/>
                        <a:pt x="143498" y="17859"/>
                        <a:pt x="136922" y="17859"/>
                      </a:cubicBezTo>
                      <a:lnTo>
                        <a:pt x="107156" y="17859"/>
                      </a:lnTo>
                      <a:lnTo>
                        <a:pt x="107156" y="5953"/>
                      </a:lnTo>
                      <a:cubicBezTo>
                        <a:pt x="107156" y="2665"/>
                        <a:pt x="104491" y="0"/>
                        <a:pt x="101203" y="0"/>
                      </a:cubicBezTo>
                      <a:cubicBezTo>
                        <a:pt x="97915" y="0"/>
                        <a:pt x="95250" y="2665"/>
                        <a:pt x="95250" y="5953"/>
                      </a:cubicBezTo>
                      <a:lnTo>
                        <a:pt x="95250" y="17859"/>
                      </a:lnTo>
                      <a:lnTo>
                        <a:pt x="71438" y="17859"/>
                      </a:lnTo>
                      <a:lnTo>
                        <a:pt x="71438" y="5953"/>
                      </a:lnTo>
                      <a:cubicBezTo>
                        <a:pt x="71438" y="2665"/>
                        <a:pt x="68772" y="0"/>
                        <a:pt x="65484" y="0"/>
                      </a:cubicBezTo>
                      <a:cubicBezTo>
                        <a:pt x="62197" y="0"/>
                        <a:pt x="59531" y="2665"/>
                        <a:pt x="59531" y="5953"/>
                      </a:cubicBezTo>
                      <a:lnTo>
                        <a:pt x="59531" y="17859"/>
                      </a:lnTo>
                      <a:lnTo>
                        <a:pt x="29766" y="17859"/>
                      </a:lnTo>
                      <a:cubicBezTo>
                        <a:pt x="23190" y="17859"/>
                        <a:pt x="17859" y="23190"/>
                        <a:pt x="17859" y="29766"/>
                      </a:cubicBezTo>
                      <a:lnTo>
                        <a:pt x="17859" y="59531"/>
                      </a:lnTo>
                      <a:lnTo>
                        <a:pt x="5953" y="59531"/>
                      </a:lnTo>
                      <a:cubicBezTo>
                        <a:pt x="2665" y="59531"/>
                        <a:pt x="0" y="62197"/>
                        <a:pt x="0" y="65484"/>
                      </a:cubicBezTo>
                      <a:cubicBezTo>
                        <a:pt x="0" y="68772"/>
                        <a:pt x="2665" y="71438"/>
                        <a:pt x="5953" y="71438"/>
                      </a:cubicBezTo>
                      <a:lnTo>
                        <a:pt x="17859" y="71438"/>
                      </a:lnTo>
                      <a:lnTo>
                        <a:pt x="17859" y="95250"/>
                      </a:lnTo>
                      <a:lnTo>
                        <a:pt x="5953" y="95250"/>
                      </a:lnTo>
                      <a:cubicBezTo>
                        <a:pt x="2665" y="95250"/>
                        <a:pt x="0" y="97915"/>
                        <a:pt x="0" y="101203"/>
                      </a:cubicBezTo>
                      <a:cubicBezTo>
                        <a:pt x="0" y="104491"/>
                        <a:pt x="2665" y="107156"/>
                        <a:pt x="5953" y="107156"/>
                      </a:cubicBezTo>
                      <a:lnTo>
                        <a:pt x="17859" y="107156"/>
                      </a:lnTo>
                      <a:lnTo>
                        <a:pt x="17859" y="136922"/>
                      </a:lnTo>
                      <a:cubicBezTo>
                        <a:pt x="17859" y="143498"/>
                        <a:pt x="23190" y="148828"/>
                        <a:pt x="29766" y="148828"/>
                      </a:cubicBezTo>
                      <a:lnTo>
                        <a:pt x="59531" y="148828"/>
                      </a:lnTo>
                      <a:lnTo>
                        <a:pt x="59531" y="160734"/>
                      </a:lnTo>
                      <a:cubicBezTo>
                        <a:pt x="59531" y="164022"/>
                        <a:pt x="62197" y="166688"/>
                        <a:pt x="65484" y="166688"/>
                      </a:cubicBezTo>
                      <a:cubicBezTo>
                        <a:pt x="68772" y="166688"/>
                        <a:pt x="71438" y="164022"/>
                        <a:pt x="71438" y="160734"/>
                      </a:cubicBezTo>
                      <a:lnTo>
                        <a:pt x="71438" y="148828"/>
                      </a:lnTo>
                      <a:lnTo>
                        <a:pt x="95250" y="148828"/>
                      </a:lnTo>
                      <a:lnTo>
                        <a:pt x="95250" y="160734"/>
                      </a:lnTo>
                      <a:cubicBezTo>
                        <a:pt x="95250" y="164022"/>
                        <a:pt x="97915" y="166688"/>
                        <a:pt x="101203" y="166688"/>
                      </a:cubicBezTo>
                      <a:cubicBezTo>
                        <a:pt x="104491" y="166688"/>
                        <a:pt x="107156" y="164022"/>
                        <a:pt x="107156" y="160734"/>
                      </a:cubicBezTo>
                      <a:lnTo>
                        <a:pt x="107156" y="148828"/>
                      </a:lnTo>
                      <a:lnTo>
                        <a:pt x="136922" y="148828"/>
                      </a:lnTo>
                      <a:cubicBezTo>
                        <a:pt x="143498" y="148828"/>
                        <a:pt x="148828" y="143498"/>
                        <a:pt x="148828" y="136922"/>
                      </a:cubicBezTo>
                      <a:lnTo>
                        <a:pt x="148828" y="107156"/>
                      </a:lnTo>
                      <a:lnTo>
                        <a:pt x="160734" y="107156"/>
                      </a:lnTo>
                      <a:cubicBezTo>
                        <a:pt x="164022" y="107156"/>
                        <a:pt x="166688" y="104491"/>
                        <a:pt x="166688" y="101203"/>
                      </a:cubicBezTo>
                      <a:cubicBezTo>
                        <a:pt x="166688" y="97915"/>
                        <a:pt x="164022" y="95250"/>
                        <a:pt x="160734" y="95250"/>
                      </a:cubicBezTo>
                      <a:close/>
                      <a:moveTo>
                        <a:pt x="136922" y="136922"/>
                      </a:moveTo>
                      <a:lnTo>
                        <a:pt x="29766" y="136922"/>
                      </a:lnTo>
                      <a:lnTo>
                        <a:pt x="29766" y="29766"/>
                      </a:lnTo>
                      <a:lnTo>
                        <a:pt x="136922" y="29766"/>
                      </a:lnTo>
                      <a:lnTo>
                        <a:pt x="136922" y="101106"/>
                      </a:lnTo>
                      <a:cubicBezTo>
                        <a:pt x="136922" y="101106"/>
                        <a:pt x="136922" y="101173"/>
                        <a:pt x="136922" y="101203"/>
                      </a:cubicBezTo>
                      <a:cubicBezTo>
                        <a:pt x="136922" y="101233"/>
                        <a:pt x="136922" y="101270"/>
                        <a:pt x="136922" y="101300"/>
                      </a:cubicBezTo>
                      <a:lnTo>
                        <a:pt x="136922" y="136922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3072765" y="198215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075622" y="2158841"/>
                <a:ext cx="62053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Embeddings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14400" y="2362200"/>
              <a:ext cx="1714500" cy="554831"/>
              <a:chOff x="914400" y="2362200"/>
              <a:chExt cx="1714500" cy="554831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14400" y="236220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034648" y="2538993"/>
                <a:ext cx="178599" cy="154812"/>
                <a:chOff x="1034648" y="2538993"/>
                <a:chExt cx="178599" cy="154812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040574" y="2547938"/>
                  <a:ext cx="166724" cy="136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24" h="136922">
                      <a:moveTo>
                        <a:pt x="166719" y="68461"/>
                      </a:moveTo>
                      <a:cubicBezTo>
                        <a:pt x="166724" y="83602"/>
                        <a:pt x="157182" y="97101"/>
                        <a:pt x="142907" y="102148"/>
                      </a:cubicBezTo>
                      <a:lnTo>
                        <a:pt x="142907" y="102148"/>
                      </a:lnTo>
                      <a:lnTo>
                        <a:pt x="142907" y="107156"/>
                      </a:lnTo>
                      <a:cubicBezTo>
                        <a:pt x="142907" y="123595"/>
                        <a:pt x="129580" y="136922"/>
                        <a:pt x="113141" y="136922"/>
                      </a:cubicBezTo>
                      <a:cubicBezTo>
                        <a:pt x="96702" y="136922"/>
                        <a:pt x="83376" y="123595"/>
                        <a:pt x="83376" y="107156"/>
                      </a:cubicBezTo>
                      <a:cubicBezTo>
                        <a:pt x="83376" y="123595"/>
                        <a:pt x="70049" y="136922"/>
                        <a:pt x="53610" y="136922"/>
                      </a:cubicBezTo>
                      <a:cubicBezTo>
                        <a:pt x="37171" y="136922"/>
                        <a:pt x="23844" y="123595"/>
                        <a:pt x="23844" y="107156"/>
                      </a:cubicBezTo>
                      <a:lnTo>
                        <a:pt x="23844" y="102148"/>
                      </a:lnTo>
                      <a:lnTo>
                        <a:pt x="23844" y="102148"/>
                      </a:lnTo>
                      <a:cubicBezTo>
                        <a:pt x="9557" y="97112"/>
                        <a:pt x="0" y="83610"/>
                        <a:pt x="0" y="68461"/>
                      </a:cubicBezTo>
                      <a:cubicBezTo>
                        <a:pt x="0" y="53311"/>
                        <a:pt x="9557" y="39810"/>
                        <a:pt x="23844" y="34774"/>
                      </a:cubicBezTo>
                      <a:lnTo>
                        <a:pt x="23844" y="29766"/>
                      </a:lnTo>
                      <a:cubicBezTo>
                        <a:pt x="23844" y="13327"/>
                        <a:pt x="37171" y="0"/>
                        <a:pt x="53610" y="0"/>
                      </a:cubicBezTo>
                      <a:cubicBezTo>
                        <a:pt x="70049" y="0"/>
                        <a:pt x="83376" y="13327"/>
                        <a:pt x="83376" y="29766"/>
                      </a:cubicBezTo>
                      <a:cubicBezTo>
                        <a:pt x="83376" y="13327"/>
                        <a:pt x="96702" y="0"/>
                        <a:pt x="113141" y="0"/>
                      </a:cubicBezTo>
                      <a:cubicBezTo>
                        <a:pt x="129580" y="0"/>
                        <a:pt x="142907" y="13327"/>
                        <a:pt x="142907" y="29766"/>
                      </a:cubicBezTo>
                      <a:lnTo>
                        <a:pt x="142907" y="34774"/>
                      </a:lnTo>
                      <a:cubicBezTo>
                        <a:pt x="157182" y="39821"/>
                        <a:pt x="166724" y="53320"/>
                        <a:pt x="166719" y="6846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34648" y="2538993"/>
                  <a:ext cx="178599" cy="15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9" h="154812">
                      <a:moveTo>
                        <a:pt x="178599" y="77406"/>
                      </a:moveTo>
                      <a:cubicBezTo>
                        <a:pt x="178583" y="61312"/>
                        <a:pt x="169319" y="46660"/>
                        <a:pt x="154787" y="39745"/>
                      </a:cubicBezTo>
                      <a:lnTo>
                        <a:pt x="154787" y="38710"/>
                      </a:lnTo>
                      <a:cubicBezTo>
                        <a:pt x="154773" y="22961"/>
                        <a:pt x="144445" y="9079"/>
                        <a:pt x="129364" y="4540"/>
                      </a:cubicBezTo>
                      <a:cubicBezTo>
                        <a:pt x="114283" y="0"/>
                        <a:pt x="98008" y="5874"/>
                        <a:pt x="89302" y="18998"/>
                      </a:cubicBezTo>
                      <a:cubicBezTo>
                        <a:pt x="80597" y="5874"/>
                        <a:pt x="64322" y="0"/>
                        <a:pt x="49241" y="4540"/>
                      </a:cubicBezTo>
                      <a:cubicBezTo>
                        <a:pt x="34160" y="9079"/>
                        <a:pt x="23832" y="22961"/>
                        <a:pt x="23818" y="38710"/>
                      </a:cubicBezTo>
                      <a:lnTo>
                        <a:pt x="23818" y="39745"/>
                      </a:lnTo>
                      <a:cubicBezTo>
                        <a:pt x="9272" y="46642"/>
                        <a:pt x="0" y="61300"/>
                        <a:pt x="0" y="77398"/>
                      </a:cubicBezTo>
                      <a:cubicBezTo>
                        <a:pt x="0" y="93496"/>
                        <a:pt x="9272" y="108155"/>
                        <a:pt x="23818" y="115052"/>
                      </a:cubicBezTo>
                      <a:lnTo>
                        <a:pt x="23818" y="116101"/>
                      </a:lnTo>
                      <a:cubicBezTo>
                        <a:pt x="23832" y="131851"/>
                        <a:pt x="34160" y="145732"/>
                        <a:pt x="49241" y="150272"/>
                      </a:cubicBezTo>
                      <a:cubicBezTo>
                        <a:pt x="64322" y="154812"/>
                        <a:pt x="80597" y="148938"/>
                        <a:pt x="89302" y="135813"/>
                      </a:cubicBezTo>
                      <a:cubicBezTo>
                        <a:pt x="98008" y="148938"/>
                        <a:pt x="114283" y="154812"/>
                        <a:pt x="129364" y="150272"/>
                      </a:cubicBezTo>
                      <a:cubicBezTo>
                        <a:pt x="144445" y="145732"/>
                        <a:pt x="154773" y="131851"/>
                        <a:pt x="154787" y="116101"/>
                      </a:cubicBezTo>
                      <a:lnTo>
                        <a:pt x="154787" y="115052"/>
                      </a:lnTo>
                      <a:cubicBezTo>
                        <a:pt x="169317" y="108142"/>
                        <a:pt x="178581" y="93495"/>
                        <a:pt x="178599" y="77406"/>
                      </a:cubicBezTo>
                      <a:close/>
                      <a:moveTo>
                        <a:pt x="59537" y="139914"/>
                      </a:moveTo>
                      <a:cubicBezTo>
                        <a:pt x="47378" y="139912"/>
                        <a:pt x="37173" y="130750"/>
                        <a:pt x="35866" y="118661"/>
                      </a:cubicBezTo>
                      <a:cubicBezTo>
                        <a:pt x="37791" y="118936"/>
                        <a:pt x="39733" y="119075"/>
                        <a:pt x="41677" y="119078"/>
                      </a:cubicBezTo>
                      <a:lnTo>
                        <a:pt x="47631" y="119078"/>
                      </a:lnTo>
                      <a:cubicBezTo>
                        <a:pt x="50918" y="119078"/>
                        <a:pt x="53584" y="116412"/>
                        <a:pt x="53584" y="113125"/>
                      </a:cubicBezTo>
                      <a:cubicBezTo>
                        <a:pt x="53584" y="109837"/>
                        <a:pt x="50918" y="107171"/>
                        <a:pt x="47631" y="107171"/>
                      </a:cubicBezTo>
                      <a:lnTo>
                        <a:pt x="41677" y="107171"/>
                      </a:lnTo>
                      <a:cubicBezTo>
                        <a:pt x="27166" y="107188"/>
                        <a:pt x="14758" y="96739"/>
                        <a:pt x="12305" y="82437"/>
                      </a:cubicBezTo>
                      <a:cubicBezTo>
                        <a:pt x="9853" y="68135"/>
                        <a:pt x="18071" y="54148"/>
                        <a:pt x="31758" y="49329"/>
                      </a:cubicBezTo>
                      <a:cubicBezTo>
                        <a:pt x="34135" y="48488"/>
                        <a:pt x="35724" y="46240"/>
                        <a:pt x="35724" y="43719"/>
                      </a:cubicBezTo>
                      <a:lnTo>
                        <a:pt x="35724" y="38710"/>
                      </a:lnTo>
                      <a:cubicBezTo>
                        <a:pt x="35724" y="25559"/>
                        <a:pt x="46386" y="14898"/>
                        <a:pt x="59537" y="14898"/>
                      </a:cubicBezTo>
                      <a:cubicBezTo>
                        <a:pt x="72688" y="14898"/>
                        <a:pt x="83349" y="25559"/>
                        <a:pt x="83349" y="38710"/>
                      </a:cubicBezTo>
                      <a:lnTo>
                        <a:pt x="83349" y="89506"/>
                      </a:lnTo>
                      <a:cubicBezTo>
                        <a:pt x="76812" y="83626"/>
                        <a:pt x="68329" y="80376"/>
                        <a:pt x="59537" y="80382"/>
                      </a:cubicBezTo>
                      <a:cubicBezTo>
                        <a:pt x="56249" y="80382"/>
                        <a:pt x="53584" y="83048"/>
                        <a:pt x="53584" y="86335"/>
                      </a:cubicBezTo>
                      <a:cubicBezTo>
                        <a:pt x="53584" y="89623"/>
                        <a:pt x="56249" y="92289"/>
                        <a:pt x="59537" y="92289"/>
                      </a:cubicBezTo>
                      <a:cubicBezTo>
                        <a:pt x="72688" y="92289"/>
                        <a:pt x="83349" y="102950"/>
                        <a:pt x="83349" y="116101"/>
                      </a:cubicBezTo>
                      <a:cubicBezTo>
                        <a:pt x="83349" y="129252"/>
                        <a:pt x="72688" y="139914"/>
                        <a:pt x="59537" y="139914"/>
                      </a:cubicBezTo>
                      <a:close/>
                      <a:moveTo>
                        <a:pt x="136927" y="107171"/>
                      </a:moveTo>
                      <a:lnTo>
                        <a:pt x="130974" y="107171"/>
                      </a:lnTo>
                      <a:cubicBezTo>
                        <a:pt x="127687" y="107171"/>
                        <a:pt x="125021" y="109837"/>
                        <a:pt x="125021" y="113125"/>
                      </a:cubicBezTo>
                      <a:cubicBezTo>
                        <a:pt x="125021" y="116412"/>
                        <a:pt x="127687" y="119078"/>
                        <a:pt x="130974" y="119078"/>
                      </a:cubicBezTo>
                      <a:lnTo>
                        <a:pt x="136927" y="119078"/>
                      </a:lnTo>
                      <a:cubicBezTo>
                        <a:pt x="138872" y="119075"/>
                        <a:pt x="140814" y="118936"/>
                        <a:pt x="142739" y="118661"/>
                      </a:cubicBezTo>
                      <a:cubicBezTo>
                        <a:pt x="141361" y="131406"/>
                        <a:pt x="130141" y="140772"/>
                        <a:pt x="117355" y="139852"/>
                      </a:cubicBezTo>
                      <a:cubicBezTo>
                        <a:pt x="104569" y="138932"/>
                        <a:pt x="94806" y="128055"/>
                        <a:pt x="95268" y="115244"/>
                      </a:cubicBezTo>
                      <a:cubicBezTo>
                        <a:pt x="95729" y="102433"/>
                        <a:pt x="106249" y="92287"/>
                        <a:pt x="119068" y="92289"/>
                      </a:cubicBezTo>
                      <a:cubicBezTo>
                        <a:pt x="122356" y="92289"/>
                        <a:pt x="125021" y="89623"/>
                        <a:pt x="125021" y="86335"/>
                      </a:cubicBezTo>
                      <a:cubicBezTo>
                        <a:pt x="125021" y="83048"/>
                        <a:pt x="122356" y="80382"/>
                        <a:pt x="119068" y="80382"/>
                      </a:cubicBezTo>
                      <a:cubicBezTo>
                        <a:pt x="110276" y="80376"/>
                        <a:pt x="101793" y="83626"/>
                        <a:pt x="95256" y="89506"/>
                      </a:cubicBezTo>
                      <a:lnTo>
                        <a:pt x="95256" y="38710"/>
                      </a:lnTo>
                      <a:cubicBezTo>
                        <a:pt x="95256" y="25559"/>
                        <a:pt x="105917" y="14898"/>
                        <a:pt x="119068" y="14898"/>
                      </a:cubicBezTo>
                      <a:cubicBezTo>
                        <a:pt x="132219" y="14898"/>
                        <a:pt x="142881" y="25559"/>
                        <a:pt x="142881" y="38710"/>
                      </a:cubicBezTo>
                      <a:lnTo>
                        <a:pt x="142881" y="43719"/>
                      </a:lnTo>
                      <a:cubicBezTo>
                        <a:pt x="142881" y="46240"/>
                        <a:pt x="144470" y="48488"/>
                        <a:pt x="146847" y="49329"/>
                      </a:cubicBezTo>
                      <a:cubicBezTo>
                        <a:pt x="160534" y="54148"/>
                        <a:pt x="168752" y="68135"/>
                        <a:pt x="166300" y="82437"/>
                      </a:cubicBezTo>
                      <a:cubicBezTo>
                        <a:pt x="163847" y="96739"/>
                        <a:pt x="151438" y="107188"/>
                        <a:pt x="136927" y="107171"/>
                      </a:cubicBezTo>
                      <a:close/>
                      <a:moveTo>
                        <a:pt x="148834" y="68476"/>
                      </a:moveTo>
                      <a:cubicBezTo>
                        <a:pt x="148834" y="71764"/>
                        <a:pt x="146168" y="74429"/>
                        <a:pt x="142881" y="74429"/>
                      </a:cubicBezTo>
                      <a:lnTo>
                        <a:pt x="139904" y="74429"/>
                      </a:lnTo>
                      <a:cubicBezTo>
                        <a:pt x="125109" y="74429"/>
                        <a:pt x="113115" y="62435"/>
                        <a:pt x="113115" y="47640"/>
                      </a:cubicBezTo>
                      <a:lnTo>
                        <a:pt x="113115" y="44664"/>
                      </a:lnTo>
                      <a:cubicBezTo>
                        <a:pt x="113115" y="41376"/>
                        <a:pt x="115780" y="38710"/>
                        <a:pt x="119068" y="38710"/>
                      </a:cubicBezTo>
                      <a:cubicBezTo>
                        <a:pt x="122356" y="38710"/>
                        <a:pt x="125021" y="41376"/>
                        <a:pt x="125021" y="44664"/>
                      </a:cubicBezTo>
                      <a:lnTo>
                        <a:pt x="125021" y="47640"/>
                      </a:lnTo>
                      <a:cubicBezTo>
                        <a:pt x="125021" y="55860"/>
                        <a:pt x="131684" y="62523"/>
                        <a:pt x="139904" y="62523"/>
                      </a:cubicBezTo>
                      <a:lnTo>
                        <a:pt x="142881" y="62523"/>
                      </a:lnTo>
                      <a:cubicBezTo>
                        <a:pt x="146168" y="62523"/>
                        <a:pt x="148834" y="65188"/>
                        <a:pt x="148834" y="68476"/>
                      </a:cubicBezTo>
                      <a:close/>
                      <a:moveTo>
                        <a:pt x="38701" y="74429"/>
                      </a:moveTo>
                      <a:lnTo>
                        <a:pt x="35724" y="74429"/>
                      </a:lnTo>
                      <a:cubicBezTo>
                        <a:pt x="32437" y="74429"/>
                        <a:pt x="29771" y="71764"/>
                        <a:pt x="29771" y="68476"/>
                      </a:cubicBezTo>
                      <a:cubicBezTo>
                        <a:pt x="29771" y="65188"/>
                        <a:pt x="32437" y="62523"/>
                        <a:pt x="35724" y="62523"/>
                      </a:cubicBezTo>
                      <a:lnTo>
                        <a:pt x="38701" y="62523"/>
                      </a:lnTo>
                      <a:cubicBezTo>
                        <a:pt x="46920" y="62523"/>
                        <a:pt x="53584" y="55860"/>
                        <a:pt x="53584" y="47640"/>
                      </a:cubicBezTo>
                      <a:lnTo>
                        <a:pt x="53584" y="44664"/>
                      </a:lnTo>
                      <a:cubicBezTo>
                        <a:pt x="53584" y="41376"/>
                        <a:pt x="56249" y="38710"/>
                        <a:pt x="59537" y="38710"/>
                      </a:cubicBezTo>
                      <a:cubicBezTo>
                        <a:pt x="62825" y="38710"/>
                        <a:pt x="65490" y="41376"/>
                        <a:pt x="65490" y="44664"/>
                      </a:cubicBezTo>
                      <a:lnTo>
                        <a:pt x="65490" y="47640"/>
                      </a:lnTo>
                      <a:cubicBezTo>
                        <a:pt x="65490" y="62435"/>
                        <a:pt x="53496" y="74429"/>
                        <a:pt x="38701" y="7442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282065" y="2572702"/>
                <a:ext cx="673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284922" y="2749391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LLM 大模型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705100" y="2362200"/>
              <a:ext cx="1714500" cy="554831"/>
              <a:chOff x="2705100" y="2362200"/>
              <a:chExt cx="1714500" cy="554831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2705100" y="236220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2836221" y="2540823"/>
                <a:ext cx="155819" cy="155942"/>
                <a:chOff x="2836221" y="2540823"/>
                <a:chExt cx="155819" cy="15594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2836221" y="2540823"/>
                  <a:ext cx="143169" cy="13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69" h="136379">
                      <a:moveTo>
                        <a:pt x="143169" y="108846"/>
                      </a:moveTo>
                      <a:cubicBezTo>
                        <a:pt x="138035" y="119792"/>
                        <a:pt x="130217" y="129263"/>
                        <a:pt x="120443" y="136379"/>
                      </a:cubicBezTo>
                      <a:lnTo>
                        <a:pt x="113478" y="129406"/>
                      </a:lnTo>
                      <a:cubicBezTo>
                        <a:pt x="112732" y="128657"/>
                        <a:pt x="111799" y="128120"/>
                        <a:pt x="110777" y="127851"/>
                      </a:cubicBezTo>
                      <a:lnTo>
                        <a:pt x="94800" y="123639"/>
                      </a:lnTo>
                      <a:cubicBezTo>
                        <a:pt x="91868" y="122868"/>
                        <a:pt x="89984" y="120016"/>
                        <a:pt x="90424" y="117016"/>
                      </a:cubicBezTo>
                      <a:lnTo>
                        <a:pt x="92196" y="104961"/>
                      </a:lnTo>
                      <a:cubicBezTo>
                        <a:pt x="92500" y="102893"/>
                        <a:pt x="93867" y="101136"/>
                        <a:pt x="95797" y="100333"/>
                      </a:cubicBezTo>
                      <a:lnTo>
                        <a:pt x="118464" y="90912"/>
                      </a:lnTo>
                      <a:cubicBezTo>
                        <a:pt x="120602" y="90025"/>
                        <a:pt x="123060" y="90457"/>
                        <a:pt x="124767" y="92021"/>
                      </a:cubicBezTo>
                      <a:close/>
                      <a:moveTo>
                        <a:pt x="102160" y="61437"/>
                      </a:moveTo>
                      <a:lnTo>
                        <a:pt x="118657" y="42238"/>
                      </a:lnTo>
                      <a:cubicBezTo>
                        <a:pt x="119585" y="41162"/>
                        <a:pt x="120097" y="39789"/>
                        <a:pt x="120101" y="38368"/>
                      </a:cubicBezTo>
                      <a:lnTo>
                        <a:pt x="120101" y="20509"/>
                      </a:lnTo>
                      <a:cubicBezTo>
                        <a:pt x="91586" y="0"/>
                        <a:pt x="52392" y="3263"/>
                        <a:pt x="27661" y="28205"/>
                      </a:cubicBezTo>
                      <a:cubicBezTo>
                        <a:pt x="2930" y="53148"/>
                        <a:pt x="0" y="92368"/>
                        <a:pt x="20751" y="120707"/>
                      </a:cubicBezTo>
                      <a:lnTo>
                        <a:pt x="28132" y="115856"/>
                      </a:lnTo>
                      <a:cubicBezTo>
                        <a:pt x="29793" y="114759"/>
                        <a:pt x="30795" y="112905"/>
                        <a:pt x="30804" y="110915"/>
                      </a:cubicBezTo>
                      <a:lnTo>
                        <a:pt x="30960" y="83954"/>
                      </a:lnTo>
                      <a:cubicBezTo>
                        <a:pt x="30968" y="82786"/>
                        <a:pt x="31317" y="81645"/>
                        <a:pt x="31965" y="80673"/>
                      </a:cubicBezTo>
                      <a:lnTo>
                        <a:pt x="47547" y="57381"/>
                      </a:lnTo>
                      <a:cubicBezTo>
                        <a:pt x="48450" y="56041"/>
                        <a:pt x="49859" y="55125"/>
                        <a:pt x="51450" y="54845"/>
                      </a:cubicBezTo>
                      <a:cubicBezTo>
                        <a:pt x="53042" y="54564"/>
                        <a:pt x="54679" y="54942"/>
                        <a:pt x="55986" y="55893"/>
                      </a:cubicBezTo>
                      <a:lnTo>
                        <a:pt x="70727" y="65567"/>
                      </a:lnTo>
                      <a:cubicBezTo>
                        <a:pt x="71968" y="66461"/>
                        <a:pt x="73504" y="66847"/>
                        <a:pt x="75021" y="66646"/>
                      </a:cubicBezTo>
                      <a:lnTo>
                        <a:pt x="98431" y="63476"/>
                      </a:lnTo>
                      <a:cubicBezTo>
                        <a:pt x="99883" y="63278"/>
                        <a:pt x="101210" y="62552"/>
                        <a:pt x="102160" y="61437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837259" y="254198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77391" y="0"/>
                      </a:moveTo>
                      <a:cubicBezTo>
                        <a:pt x="34649" y="0"/>
                        <a:pt x="0" y="34649"/>
                        <a:pt x="0" y="77391"/>
                      </a:cubicBezTo>
                      <a:cubicBezTo>
                        <a:pt x="0" y="120132"/>
                        <a:pt x="34649" y="154781"/>
                        <a:pt x="77391" y="154781"/>
                      </a:cubicBezTo>
                      <a:cubicBezTo>
                        <a:pt x="120132" y="154781"/>
                        <a:pt x="154781" y="120132"/>
                        <a:pt x="154781" y="77391"/>
                      </a:cubicBezTo>
                      <a:cubicBezTo>
                        <a:pt x="154736" y="34668"/>
                        <a:pt x="120114" y="45"/>
                        <a:pt x="77391" y="0"/>
                      </a:cubicBezTo>
                      <a:close/>
                      <a:moveTo>
                        <a:pt x="77391" y="11906"/>
                      </a:moveTo>
                      <a:cubicBezTo>
                        <a:pt x="90078" y="11893"/>
                        <a:pt x="102493" y="15586"/>
                        <a:pt x="113109" y="22533"/>
                      </a:cubicBezTo>
                      <a:lnTo>
                        <a:pt x="113109" y="37207"/>
                      </a:lnTo>
                      <a:lnTo>
                        <a:pt x="96612" y="56361"/>
                      </a:lnTo>
                      <a:lnTo>
                        <a:pt x="73194" y="59531"/>
                      </a:lnTo>
                      <a:lnTo>
                        <a:pt x="72963" y="59368"/>
                      </a:lnTo>
                      <a:lnTo>
                        <a:pt x="58326" y="49798"/>
                      </a:lnTo>
                      <a:cubicBezTo>
                        <a:pt x="55704" y="47951"/>
                        <a:pt x="52448" y="47240"/>
                        <a:pt x="49295" y="47826"/>
                      </a:cubicBezTo>
                      <a:cubicBezTo>
                        <a:pt x="46142" y="48411"/>
                        <a:pt x="43359" y="50244"/>
                        <a:pt x="41575" y="52908"/>
                      </a:cubicBezTo>
                      <a:lnTo>
                        <a:pt x="25993" y="76200"/>
                      </a:lnTo>
                      <a:cubicBezTo>
                        <a:pt x="24695" y="78141"/>
                        <a:pt x="23996" y="80421"/>
                        <a:pt x="23984" y="82756"/>
                      </a:cubicBezTo>
                      <a:lnTo>
                        <a:pt x="23812" y="109716"/>
                      </a:lnTo>
                      <a:lnTo>
                        <a:pt x="21379" y="111316"/>
                      </a:lnTo>
                      <a:cubicBezTo>
                        <a:pt x="9131" y="91095"/>
                        <a:pt x="8734" y="65842"/>
                        <a:pt x="20339" y="45245"/>
                      </a:cubicBezTo>
                      <a:cubicBezTo>
                        <a:pt x="31944" y="24649"/>
                        <a:pt x="53750" y="11906"/>
                        <a:pt x="77391" y="11906"/>
                      </a:cubicBezTo>
                      <a:close/>
                      <a:moveTo>
                        <a:pt x="28493" y="120901"/>
                      </a:moveTo>
                      <a:lnTo>
                        <a:pt x="30368" y="119673"/>
                      </a:lnTo>
                      <a:cubicBezTo>
                        <a:pt x="33694" y="117479"/>
                        <a:pt x="35702" y="113767"/>
                        <a:pt x="35719" y="109783"/>
                      </a:cubicBezTo>
                      <a:lnTo>
                        <a:pt x="35875" y="82823"/>
                      </a:lnTo>
                      <a:lnTo>
                        <a:pt x="51472" y="59531"/>
                      </a:lnTo>
                      <a:cubicBezTo>
                        <a:pt x="51549" y="59590"/>
                        <a:pt x="51628" y="59645"/>
                        <a:pt x="51710" y="59695"/>
                      </a:cubicBezTo>
                      <a:lnTo>
                        <a:pt x="66348" y="69272"/>
                      </a:lnTo>
                      <a:cubicBezTo>
                        <a:pt x="68801" y="71003"/>
                        <a:pt x="71819" y="71740"/>
                        <a:pt x="74794" y="71333"/>
                      </a:cubicBezTo>
                      <a:lnTo>
                        <a:pt x="98227" y="68156"/>
                      </a:lnTo>
                      <a:cubicBezTo>
                        <a:pt x="101116" y="67770"/>
                        <a:pt x="103764" y="66338"/>
                        <a:pt x="105668" y="64130"/>
                      </a:cubicBezTo>
                      <a:lnTo>
                        <a:pt x="122166" y="44961"/>
                      </a:lnTo>
                      <a:cubicBezTo>
                        <a:pt x="124011" y="42799"/>
                        <a:pt x="125021" y="40049"/>
                        <a:pt x="125016" y="37207"/>
                      </a:cubicBezTo>
                      <a:lnTo>
                        <a:pt x="125016" y="32497"/>
                      </a:lnTo>
                      <a:cubicBezTo>
                        <a:pt x="141416" y="49848"/>
                        <a:pt x="147056" y="74759"/>
                        <a:pt x="139727" y="97482"/>
                      </a:cubicBezTo>
                      <a:lnTo>
                        <a:pt x="127717" y="86499"/>
                      </a:lnTo>
                      <a:cubicBezTo>
                        <a:pt x="124308" y="83370"/>
                        <a:pt x="119395" y="82499"/>
                        <a:pt x="115119" y="84266"/>
                      </a:cubicBezTo>
                      <a:lnTo>
                        <a:pt x="92452" y="93680"/>
                      </a:lnTo>
                      <a:cubicBezTo>
                        <a:pt x="88597" y="95298"/>
                        <a:pt x="85867" y="98810"/>
                        <a:pt x="85249" y="102944"/>
                      </a:cubicBezTo>
                      <a:lnTo>
                        <a:pt x="83470" y="114992"/>
                      </a:lnTo>
                      <a:cubicBezTo>
                        <a:pt x="82585" y="120996"/>
                        <a:pt x="86358" y="126706"/>
                        <a:pt x="92229" y="128245"/>
                      </a:cubicBezTo>
                      <a:lnTo>
                        <a:pt x="108198" y="132457"/>
                      </a:lnTo>
                      <a:lnTo>
                        <a:pt x="109954" y="134221"/>
                      </a:lnTo>
                      <a:cubicBezTo>
                        <a:pt x="83074" y="149643"/>
                        <a:pt x="49061" y="144081"/>
                        <a:pt x="28493" y="120901"/>
                      </a:cubicBezTo>
                      <a:close/>
                      <a:moveTo>
                        <a:pt x="119807" y="127248"/>
                      </a:moveTo>
                      <a:lnTo>
                        <a:pt x="116607" y="124041"/>
                      </a:lnTo>
                      <a:cubicBezTo>
                        <a:pt x="115114" y="122543"/>
                        <a:pt x="113249" y="121469"/>
                        <a:pt x="111204" y="120930"/>
                      </a:cubicBezTo>
                      <a:lnTo>
                        <a:pt x="95250" y="116718"/>
                      </a:lnTo>
                      <a:lnTo>
                        <a:pt x="97028" y="104671"/>
                      </a:lnTo>
                      <a:lnTo>
                        <a:pt x="119688" y="95250"/>
                      </a:lnTo>
                      <a:lnTo>
                        <a:pt x="134689" y="109002"/>
                      </a:lnTo>
                      <a:cubicBezTo>
                        <a:pt x="130866" y="115929"/>
                        <a:pt x="125824" y="122110"/>
                        <a:pt x="119807" y="12724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3072765" y="257270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075622" y="27493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联网回退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14400" y="2952750"/>
              <a:ext cx="1714500" cy="554831"/>
              <a:chOff x="914400" y="2952750"/>
              <a:chExt cx="1714500" cy="554831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914400" y="2952750"/>
                <a:ext cx="1714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46559" y="3132534"/>
                <a:ext cx="154781" cy="154781"/>
                <a:chOff x="1046559" y="3132534"/>
                <a:chExt cx="154781" cy="154781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1052512" y="3138488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46559" y="313253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111368" y="55319"/>
                      </a:moveTo>
                      <a:cubicBezTo>
                        <a:pt x="112486" y="56436"/>
                        <a:pt x="113114" y="57951"/>
                        <a:pt x="113114" y="59531"/>
                      </a:cubicBezTo>
                      <a:cubicBezTo>
                        <a:pt x="113114" y="61111"/>
                        <a:pt x="112486" y="62626"/>
                        <a:pt x="111368" y="63743"/>
                      </a:cubicBezTo>
                      <a:lnTo>
                        <a:pt x="69696" y="105415"/>
                      </a:lnTo>
                      <a:cubicBezTo>
                        <a:pt x="68580" y="106533"/>
                        <a:pt x="67064" y="107161"/>
                        <a:pt x="65484" y="107161"/>
                      </a:cubicBezTo>
                      <a:cubicBezTo>
                        <a:pt x="63904" y="107161"/>
                        <a:pt x="62389" y="106533"/>
                        <a:pt x="61273" y="105415"/>
                      </a:cubicBezTo>
                      <a:lnTo>
                        <a:pt x="43413" y="87556"/>
                      </a:lnTo>
                      <a:cubicBezTo>
                        <a:pt x="41087" y="85229"/>
                        <a:pt x="41087" y="81458"/>
                        <a:pt x="43413" y="79132"/>
                      </a:cubicBezTo>
                      <a:cubicBezTo>
                        <a:pt x="45739" y="76806"/>
                        <a:pt x="49511" y="76806"/>
                        <a:pt x="51837" y="79132"/>
                      </a:cubicBezTo>
                      <a:lnTo>
                        <a:pt x="65484" y="92787"/>
                      </a:lnTo>
                      <a:lnTo>
                        <a:pt x="102944" y="55319"/>
                      </a:lnTo>
                      <a:cubicBezTo>
                        <a:pt x="104061" y="54202"/>
                        <a:pt x="105576" y="53573"/>
                        <a:pt x="107156" y="53573"/>
                      </a:cubicBezTo>
                      <a:cubicBezTo>
                        <a:pt x="108736" y="53573"/>
                        <a:pt x="110251" y="54202"/>
                        <a:pt x="111368" y="553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282065" y="316325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84922" y="3339941"/>
                <a:ext cx="549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测试 + E2E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2705100" y="2952750"/>
              <a:ext cx="1714500" cy="554831"/>
              <a:chOff x="2705100" y="2952750"/>
              <a:chExt cx="1714500" cy="55483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2705100" y="2952750"/>
                <a:ext cx="1714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2836496" y="3131771"/>
                <a:ext cx="156330" cy="156330"/>
                <a:chOff x="2836496" y="3131771"/>
                <a:chExt cx="156330" cy="15633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2842751" y="3138011"/>
                  <a:ext cx="143865" cy="14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65" h="143872">
                      <a:moveTo>
                        <a:pt x="131326" y="68327"/>
                      </a:moveTo>
                      <a:lnTo>
                        <a:pt x="143813" y="52700"/>
                      </a:lnTo>
                      <a:cubicBezTo>
                        <a:pt x="142128" y="46369"/>
                        <a:pt x="139608" y="40290"/>
                        <a:pt x="136319" y="34625"/>
                      </a:cubicBezTo>
                      <a:lnTo>
                        <a:pt x="116451" y="32392"/>
                      </a:lnTo>
                      <a:cubicBezTo>
                        <a:pt x="114863" y="30604"/>
                        <a:pt x="113171" y="28912"/>
                        <a:pt x="111383" y="27325"/>
                      </a:cubicBezTo>
                      <a:lnTo>
                        <a:pt x="109151" y="7449"/>
                      </a:lnTo>
                      <a:cubicBezTo>
                        <a:pt x="103479" y="4179"/>
                        <a:pt x="97398" y="1677"/>
                        <a:pt x="91068" y="7"/>
                      </a:cubicBezTo>
                      <a:lnTo>
                        <a:pt x="75441" y="12487"/>
                      </a:lnTo>
                      <a:cubicBezTo>
                        <a:pt x="73052" y="12345"/>
                        <a:pt x="70657" y="12345"/>
                        <a:pt x="68267" y="12487"/>
                      </a:cubicBezTo>
                      <a:lnTo>
                        <a:pt x="52641" y="0"/>
                      </a:lnTo>
                      <a:cubicBezTo>
                        <a:pt x="46330" y="1689"/>
                        <a:pt x="40272" y="4209"/>
                        <a:pt x="34625" y="7493"/>
                      </a:cubicBezTo>
                      <a:lnTo>
                        <a:pt x="32392" y="27362"/>
                      </a:lnTo>
                      <a:cubicBezTo>
                        <a:pt x="30604" y="28949"/>
                        <a:pt x="28912" y="30641"/>
                        <a:pt x="27325" y="32430"/>
                      </a:cubicBezTo>
                      <a:lnTo>
                        <a:pt x="7449" y="34662"/>
                      </a:lnTo>
                      <a:cubicBezTo>
                        <a:pt x="4179" y="40334"/>
                        <a:pt x="1677" y="46414"/>
                        <a:pt x="7" y="52745"/>
                      </a:cubicBezTo>
                      <a:lnTo>
                        <a:pt x="12487" y="68372"/>
                      </a:lnTo>
                      <a:cubicBezTo>
                        <a:pt x="12345" y="70761"/>
                        <a:pt x="12345" y="73156"/>
                        <a:pt x="12487" y="75545"/>
                      </a:cubicBezTo>
                      <a:lnTo>
                        <a:pt x="0" y="91172"/>
                      </a:lnTo>
                      <a:cubicBezTo>
                        <a:pt x="1684" y="97503"/>
                        <a:pt x="4204" y="103582"/>
                        <a:pt x="7493" y="109247"/>
                      </a:cubicBezTo>
                      <a:lnTo>
                        <a:pt x="27362" y="111480"/>
                      </a:lnTo>
                      <a:cubicBezTo>
                        <a:pt x="28949" y="113268"/>
                        <a:pt x="30641" y="114960"/>
                        <a:pt x="32430" y="116547"/>
                      </a:cubicBezTo>
                      <a:lnTo>
                        <a:pt x="34662" y="136423"/>
                      </a:lnTo>
                      <a:cubicBezTo>
                        <a:pt x="40334" y="139693"/>
                        <a:pt x="46414" y="142195"/>
                        <a:pt x="52745" y="143865"/>
                      </a:cubicBezTo>
                      <a:lnTo>
                        <a:pt x="68372" y="131385"/>
                      </a:lnTo>
                      <a:cubicBezTo>
                        <a:pt x="70761" y="131527"/>
                        <a:pt x="73156" y="131527"/>
                        <a:pt x="75545" y="131385"/>
                      </a:cubicBezTo>
                      <a:lnTo>
                        <a:pt x="91172" y="143872"/>
                      </a:lnTo>
                      <a:cubicBezTo>
                        <a:pt x="97503" y="142188"/>
                        <a:pt x="103582" y="139668"/>
                        <a:pt x="109247" y="136379"/>
                      </a:cubicBezTo>
                      <a:lnTo>
                        <a:pt x="111480" y="116510"/>
                      </a:lnTo>
                      <a:cubicBezTo>
                        <a:pt x="113268" y="114923"/>
                        <a:pt x="114960" y="113231"/>
                        <a:pt x="116547" y="111442"/>
                      </a:cubicBezTo>
                      <a:lnTo>
                        <a:pt x="136423" y="109210"/>
                      </a:lnTo>
                      <a:cubicBezTo>
                        <a:pt x="139693" y="103538"/>
                        <a:pt x="142195" y="97458"/>
                        <a:pt x="143865" y="91127"/>
                      </a:cubicBezTo>
                      <a:lnTo>
                        <a:pt x="131385" y="75501"/>
                      </a:lnTo>
                      <a:cubicBezTo>
                        <a:pt x="131507" y="73110"/>
                        <a:pt x="131487" y="70715"/>
                        <a:pt x="131326" y="68327"/>
                      </a:cubicBezTo>
                      <a:close/>
                      <a:moveTo>
                        <a:pt x="71899" y="101679"/>
                      </a:moveTo>
                      <a:cubicBezTo>
                        <a:pt x="55460" y="101679"/>
                        <a:pt x="42133" y="88353"/>
                        <a:pt x="42133" y="71914"/>
                      </a:cubicBezTo>
                      <a:cubicBezTo>
                        <a:pt x="42133" y="55475"/>
                        <a:pt x="55460" y="42148"/>
                        <a:pt x="71899" y="42148"/>
                      </a:cubicBezTo>
                      <a:cubicBezTo>
                        <a:pt x="88338" y="42148"/>
                        <a:pt x="101664" y="55475"/>
                        <a:pt x="101664" y="71914"/>
                      </a:cubicBezTo>
                      <a:cubicBezTo>
                        <a:pt x="101664" y="88353"/>
                        <a:pt x="88338" y="101679"/>
                        <a:pt x="71899" y="10167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2836496" y="3131771"/>
                  <a:ext cx="156330" cy="156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330" h="156330">
                      <a:moveTo>
                        <a:pt x="78154" y="42435"/>
                      </a:moveTo>
                      <a:cubicBezTo>
                        <a:pt x="58427" y="42435"/>
                        <a:pt x="42435" y="58427"/>
                        <a:pt x="42435" y="78154"/>
                      </a:cubicBezTo>
                      <a:cubicBezTo>
                        <a:pt x="42435" y="97881"/>
                        <a:pt x="58427" y="113873"/>
                        <a:pt x="78154" y="113873"/>
                      </a:cubicBezTo>
                      <a:cubicBezTo>
                        <a:pt x="97881" y="113873"/>
                        <a:pt x="113873" y="97881"/>
                        <a:pt x="113873" y="78154"/>
                      </a:cubicBezTo>
                      <a:cubicBezTo>
                        <a:pt x="113852" y="58436"/>
                        <a:pt x="97872" y="42456"/>
                        <a:pt x="78154" y="42435"/>
                      </a:cubicBezTo>
                      <a:close/>
                      <a:moveTo>
                        <a:pt x="78154" y="101966"/>
                      </a:moveTo>
                      <a:cubicBezTo>
                        <a:pt x="65003" y="101966"/>
                        <a:pt x="54341" y="91305"/>
                        <a:pt x="54341" y="78154"/>
                      </a:cubicBezTo>
                      <a:cubicBezTo>
                        <a:pt x="54341" y="65003"/>
                        <a:pt x="65003" y="54341"/>
                        <a:pt x="78154" y="54341"/>
                      </a:cubicBezTo>
                      <a:cubicBezTo>
                        <a:pt x="91305" y="54341"/>
                        <a:pt x="101966" y="65003"/>
                        <a:pt x="101966" y="78154"/>
                      </a:cubicBezTo>
                      <a:cubicBezTo>
                        <a:pt x="101966" y="91305"/>
                        <a:pt x="91305" y="101966"/>
                        <a:pt x="78154" y="101966"/>
                      </a:cubicBezTo>
                      <a:close/>
                      <a:moveTo>
                        <a:pt x="143638" y="79761"/>
                      </a:moveTo>
                      <a:cubicBezTo>
                        <a:pt x="143668" y="78690"/>
                        <a:pt x="143668" y="77618"/>
                        <a:pt x="143638" y="76547"/>
                      </a:cubicBezTo>
                      <a:lnTo>
                        <a:pt x="154741" y="62676"/>
                      </a:lnTo>
                      <a:cubicBezTo>
                        <a:pt x="155922" y="61199"/>
                        <a:pt x="156330" y="59249"/>
                        <a:pt x="155842" y="57422"/>
                      </a:cubicBezTo>
                      <a:cubicBezTo>
                        <a:pt x="154019" y="50582"/>
                        <a:pt x="151296" y="44013"/>
                        <a:pt x="147746" y="37889"/>
                      </a:cubicBezTo>
                      <a:cubicBezTo>
                        <a:pt x="146803" y="36264"/>
                        <a:pt x="145148" y="35180"/>
                        <a:pt x="143281" y="34964"/>
                      </a:cubicBezTo>
                      <a:lnTo>
                        <a:pt x="125630" y="33000"/>
                      </a:lnTo>
                      <a:cubicBezTo>
                        <a:pt x="124896" y="32226"/>
                        <a:pt x="124152" y="31481"/>
                        <a:pt x="123398" y="30767"/>
                      </a:cubicBezTo>
                      <a:lnTo>
                        <a:pt x="121314" y="13071"/>
                      </a:lnTo>
                      <a:cubicBezTo>
                        <a:pt x="121097" y="11204"/>
                        <a:pt x="120010" y="9548"/>
                        <a:pt x="118382" y="8607"/>
                      </a:cubicBezTo>
                      <a:cubicBezTo>
                        <a:pt x="112258" y="5059"/>
                        <a:pt x="105689" y="2341"/>
                        <a:pt x="98849" y="525"/>
                      </a:cubicBezTo>
                      <a:cubicBezTo>
                        <a:pt x="97022" y="37"/>
                        <a:pt x="95072" y="446"/>
                        <a:pt x="93595" y="1627"/>
                      </a:cubicBezTo>
                      <a:lnTo>
                        <a:pt x="79761" y="12670"/>
                      </a:lnTo>
                      <a:cubicBezTo>
                        <a:pt x="78690" y="12670"/>
                        <a:pt x="77618" y="12670"/>
                        <a:pt x="76547" y="12670"/>
                      </a:cubicBezTo>
                      <a:lnTo>
                        <a:pt x="62676" y="1589"/>
                      </a:lnTo>
                      <a:cubicBezTo>
                        <a:pt x="61199" y="409"/>
                        <a:pt x="59249" y="0"/>
                        <a:pt x="57422" y="488"/>
                      </a:cubicBezTo>
                      <a:cubicBezTo>
                        <a:pt x="50582" y="2311"/>
                        <a:pt x="44013" y="5034"/>
                        <a:pt x="37889" y="8584"/>
                      </a:cubicBezTo>
                      <a:cubicBezTo>
                        <a:pt x="36264" y="9528"/>
                        <a:pt x="35180" y="11183"/>
                        <a:pt x="34964" y="13049"/>
                      </a:cubicBezTo>
                      <a:lnTo>
                        <a:pt x="33000" y="30730"/>
                      </a:lnTo>
                      <a:cubicBezTo>
                        <a:pt x="32226" y="31469"/>
                        <a:pt x="31481" y="32213"/>
                        <a:pt x="30767" y="32962"/>
                      </a:cubicBezTo>
                      <a:lnTo>
                        <a:pt x="13071" y="34994"/>
                      </a:lnTo>
                      <a:cubicBezTo>
                        <a:pt x="11204" y="35211"/>
                        <a:pt x="9548" y="36298"/>
                        <a:pt x="8607" y="37926"/>
                      </a:cubicBezTo>
                      <a:cubicBezTo>
                        <a:pt x="5060" y="44051"/>
                        <a:pt x="2340" y="50620"/>
                        <a:pt x="518" y="57459"/>
                      </a:cubicBezTo>
                      <a:cubicBezTo>
                        <a:pt x="32" y="59287"/>
                        <a:pt x="443" y="61237"/>
                        <a:pt x="1627" y="62713"/>
                      </a:cubicBezTo>
                      <a:lnTo>
                        <a:pt x="12670" y="76547"/>
                      </a:lnTo>
                      <a:cubicBezTo>
                        <a:pt x="12670" y="77618"/>
                        <a:pt x="12670" y="78690"/>
                        <a:pt x="12670" y="79761"/>
                      </a:cubicBezTo>
                      <a:lnTo>
                        <a:pt x="1589" y="93632"/>
                      </a:lnTo>
                      <a:cubicBezTo>
                        <a:pt x="409" y="95109"/>
                        <a:pt x="0" y="97059"/>
                        <a:pt x="488" y="98886"/>
                      </a:cubicBezTo>
                      <a:cubicBezTo>
                        <a:pt x="2311" y="105726"/>
                        <a:pt x="5034" y="112295"/>
                        <a:pt x="8584" y="118419"/>
                      </a:cubicBezTo>
                      <a:cubicBezTo>
                        <a:pt x="9528" y="120044"/>
                        <a:pt x="11183" y="121128"/>
                        <a:pt x="13049" y="121344"/>
                      </a:cubicBezTo>
                      <a:lnTo>
                        <a:pt x="30700" y="123308"/>
                      </a:lnTo>
                      <a:cubicBezTo>
                        <a:pt x="31439" y="124082"/>
                        <a:pt x="32183" y="124826"/>
                        <a:pt x="32933" y="125541"/>
                      </a:cubicBezTo>
                      <a:lnTo>
                        <a:pt x="34994" y="143237"/>
                      </a:lnTo>
                      <a:cubicBezTo>
                        <a:pt x="35211" y="145104"/>
                        <a:pt x="36298" y="146760"/>
                        <a:pt x="37926" y="147701"/>
                      </a:cubicBezTo>
                      <a:cubicBezTo>
                        <a:pt x="44051" y="151248"/>
                        <a:pt x="50620" y="153968"/>
                        <a:pt x="57459" y="155790"/>
                      </a:cubicBezTo>
                      <a:cubicBezTo>
                        <a:pt x="59287" y="156276"/>
                        <a:pt x="61237" y="155865"/>
                        <a:pt x="62713" y="154681"/>
                      </a:cubicBezTo>
                      <a:lnTo>
                        <a:pt x="76547" y="143638"/>
                      </a:lnTo>
                      <a:cubicBezTo>
                        <a:pt x="77618" y="143668"/>
                        <a:pt x="78690" y="143668"/>
                        <a:pt x="79761" y="143638"/>
                      </a:cubicBezTo>
                      <a:lnTo>
                        <a:pt x="93632" y="154741"/>
                      </a:lnTo>
                      <a:cubicBezTo>
                        <a:pt x="95109" y="155922"/>
                        <a:pt x="97059" y="156330"/>
                        <a:pt x="98886" y="155842"/>
                      </a:cubicBezTo>
                      <a:cubicBezTo>
                        <a:pt x="105727" y="154022"/>
                        <a:pt x="112296" y="151300"/>
                        <a:pt x="118419" y="147746"/>
                      </a:cubicBezTo>
                      <a:cubicBezTo>
                        <a:pt x="120044" y="146803"/>
                        <a:pt x="121128" y="145148"/>
                        <a:pt x="121344" y="143281"/>
                      </a:cubicBezTo>
                      <a:lnTo>
                        <a:pt x="123308" y="125630"/>
                      </a:lnTo>
                      <a:cubicBezTo>
                        <a:pt x="124082" y="124896"/>
                        <a:pt x="124826" y="124152"/>
                        <a:pt x="125541" y="123398"/>
                      </a:cubicBezTo>
                      <a:lnTo>
                        <a:pt x="143237" y="121314"/>
                      </a:lnTo>
                      <a:cubicBezTo>
                        <a:pt x="145104" y="121097"/>
                        <a:pt x="146760" y="120010"/>
                        <a:pt x="147701" y="118382"/>
                      </a:cubicBezTo>
                      <a:cubicBezTo>
                        <a:pt x="151248" y="112257"/>
                        <a:pt x="153968" y="105688"/>
                        <a:pt x="155790" y="98849"/>
                      </a:cubicBezTo>
                      <a:cubicBezTo>
                        <a:pt x="156276" y="97021"/>
                        <a:pt x="155865" y="95071"/>
                        <a:pt x="154681" y="93595"/>
                      </a:cubicBezTo>
                      <a:close/>
                      <a:moveTo>
                        <a:pt x="131658" y="74924"/>
                      </a:moveTo>
                      <a:cubicBezTo>
                        <a:pt x="131784" y="77076"/>
                        <a:pt x="131784" y="79232"/>
                        <a:pt x="131658" y="81384"/>
                      </a:cubicBezTo>
                      <a:cubicBezTo>
                        <a:pt x="131569" y="82856"/>
                        <a:pt x="132030" y="84310"/>
                        <a:pt x="132953" y="85461"/>
                      </a:cubicBezTo>
                      <a:lnTo>
                        <a:pt x="143512" y="98655"/>
                      </a:lnTo>
                      <a:cubicBezTo>
                        <a:pt x="142300" y="102506"/>
                        <a:pt x="140749" y="106241"/>
                        <a:pt x="138876" y="109817"/>
                      </a:cubicBezTo>
                      <a:lnTo>
                        <a:pt x="122058" y="111722"/>
                      </a:lnTo>
                      <a:cubicBezTo>
                        <a:pt x="120594" y="111885"/>
                        <a:pt x="119241" y="112585"/>
                        <a:pt x="118263" y="113687"/>
                      </a:cubicBezTo>
                      <a:cubicBezTo>
                        <a:pt x="116831" y="115298"/>
                        <a:pt x="115305" y="116823"/>
                        <a:pt x="113694" y="118256"/>
                      </a:cubicBezTo>
                      <a:cubicBezTo>
                        <a:pt x="112592" y="119234"/>
                        <a:pt x="111892" y="120586"/>
                        <a:pt x="111730" y="122051"/>
                      </a:cubicBezTo>
                      <a:lnTo>
                        <a:pt x="109862" y="138854"/>
                      </a:lnTo>
                      <a:cubicBezTo>
                        <a:pt x="106286" y="140727"/>
                        <a:pt x="102551" y="142279"/>
                        <a:pt x="98700" y="143490"/>
                      </a:cubicBezTo>
                      <a:lnTo>
                        <a:pt x="85499" y="132930"/>
                      </a:lnTo>
                      <a:cubicBezTo>
                        <a:pt x="84442" y="132086"/>
                        <a:pt x="83130" y="131627"/>
                        <a:pt x="81778" y="131628"/>
                      </a:cubicBezTo>
                      <a:lnTo>
                        <a:pt x="81421" y="131628"/>
                      </a:lnTo>
                      <a:cubicBezTo>
                        <a:pt x="79270" y="131754"/>
                        <a:pt x="77113" y="131754"/>
                        <a:pt x="74962" y="131628"/>
                      </a:cubicBezTo>
                      <a:cubicBezTo>
                        <a:pt x="73489" y="131544"/>
                        <a:pt x="72038" y="132005"/>
                        <a:pt x="70884" y="132923"/>
                      </a:cubicBezTo>
                      <a:lnTo>
                        <a:pt x="57653" y="143490"/>
                      </a:lnTo>
                      <a:cubicBezTo>
                        <a:pt x="53802" y="142278"/>
                        <a:pt x="50067" y="140726"/>
                        <a:pt x="46491" y="138854"/>
                      </a:cubicBezTo>
                      <a:lnTo>
                        <a:pt x="44586" y="122058"/>
                      </a:lnTo>
                      <a:cubicBezTo>
                        <a:pt x="44423" y="120594"/>
                        <a:pt x="43723" y="119241"/>
                        <a:pt x="42621" y="118263"/>
                      </a:cubicBezTo>
                      <a:cubicBezTo>
                        <a:pt x="41010" y="116831"/>
                        <a:pt x="39485" y="115305"/>
                        <a:pt x="38052" y="113694"/>
                      </a:cubicBezTo>
                      <a:cubicBezTo>
                        <a:pt x="37074" y="112592"/>
                        <a:pt x="35722" y="111892"/>
                        <a:pt x="34257" y="111730"/>
                      </a:cubicBezTo>
                      <a:lnTo>
                        <a:pt x="17454" y="109854"/>
                      </a:lnTo>
                      <a:cubicBezTo>
                        <a:pt x="15581" y="106279"/>
                        <a:pt x="14029" y="102543"/>
                        <a:pt x="12818" y="98692"/>
                      </a:cubicBezTo>
                      <a:lnTo>
                        <a:pt x="23378" y="85491"/>
                      </a:lnTo>
                      <a:cubicBezTo>
                        <a:pt x="24300" y="84339"/>
                        <a:pt x="24761" y="82886"/>
                        <a:pt x="24673" y="81413"/>
                      </a:cubicBezTo>
                      <a:cubicBezTo>
                        <a:pt x="24546" y="79262"/>
                        <a:pt x="24546" y="77105"/>
                        <a:pt x="24673" y="74954"/>
                      </a:cubicBezTo>
                      <a:cubicBezTo>
                        <a:pt x="24761" y="73481"/>
                        <a:pt x="24300" y="72028"/>
                        <a:pt x="23378" y="70876"/>
                      </a:cubicBezTo>
                      <a:lnTo>
                        <a:pt x="12818" y="57653"/>
                      </a:lnTo>
                      <a:cubicBezTo>
                        <a:pt x="14030" y="53802"/>
                        <a:pt x="15582" y="50067"/>
                        <a:pt x="17454" y="46491"/>
                      </a:cubicBezTo>
                      <a:lnTo>
                        <a:pt x="34250" y="44586"/>
                      </a:lnTo>
                      <a:cubicBezTo>
                        <a:pt x="35714" y="44423"/>
                        <a:pt x="37067" y="43723"/>
                        <a:pt x="38045" y="42621"/>
                      </a:cubicBezTo>
                      <a:cubicBezTo>
                        <a:pt x="39477" y="41010"/>
                        <a:pt x="41003" y="39485"/>
                        <a:pt x="42614" y="38052"/>
                      </a:cubicBezTo>
                      <a:cubicBezTo>
                        <a:pt x="43720" y="37073"/>
                        <a:pt x="44423" y="35718"/>
                        <a:pt x="44586" y="34250"/>
                      </a:cubicBezTo>
                      <a:lnTo>
                        <a:pt x="46454" y="17454"/>
                      </a:lnTo>
                      <a:cubicBezTo>
                        <a:pt x="50029" y="15581"/>
                        <a:pt x="53765" y="14029"/>
                        <a:pt x="57616" y="12818"/>
                      </a:cubicBezTo>
                      <a:lnTo>
                        <a:pt x="70817" y="23378"/>
                      </a:lnTo>
                      <a:cubicBezTo>
                        <a:pt x="71969" y="24300"/>
                        <a:pt x="73422" y="24761"/>
                        <a:pt x="74895" y="24673"/>
                      </a:cubicBezTo>
                      <a:cubicBezTo>
                        <a:pt x="77046" y="24546"/>
                        <a:pt x="79203" y="24546"/>
                        <a:pt x="81354" y="24673"/>
                      </a:cubicBezTo>
                      <a:cubicBezTo>
                        <a:pt x="82826" y="24757"/>
                        <a:pt x="84278" y="24296"/>
                        <a:pt x="85432" y="23378"/>
                      </a:cubicBezTo>
                      <a:lnTo>
                        <a:pt x="98655" y="12818"/>
                      </a:lnTo>
                      <a:cubicBezTo>
                        <a:pt x="102506" y="14030"/>
                        <a:pt x="106241" y="15582"/>
                        <a:pt x="109817" y="17454"/>
                      </a:cubicBezTo>
                      <a:lnTo>
                        <a:pt x="111722" y="34250"/>
                      </a:lnTo>
                      <a:cubicBezTo>
                        <a:pt x="111885" y="35714"/>
                        <a:pt x="112585" y="37067"/>
                        <a:pt x="113687" y="38045"/>
                      </a:cubicBezTo>
                      <a:cubicBezTo>
                        <a:pt x="115298" y="39477"/>
                        <a:pt x="116823" y="41003"/>
                        <a:pt x="118256" y="42614"/>
                      </a:cubicBezTo>
                      <a:cubicBezTo>
                        <a:pt x="119234" y="43716"/>
                        <a:pt x="120586" y="44416"/>
                        <a:pt x="122051" y="44578"/>
                      </a:cubicBezTo>
                      <a:lnTo>
                        <a:pt x="138854" y="46446"/>
                      </a:lnTo>
                      <a:cubicBezTo>
                        <a:pt x="140727" y="50022"/>
                        <a:pt x="142279" y="53757"/>
                        <a:pt x="143490" y="57608"/>
                      </a:cubicBezTo>
                      <a:lnTo>
                        <a:pt x="132930" y="70809"/>
                      </a:lnTo>
                      <a:cubicBezTo>
                        <a:pt x="131999" y="71971"/>
                        <a:pt x="131537" y="73439"/>
                        <a:pt x="131635" y="74924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3072765" y="316325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dotenv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075622" y="333994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配置管理</a:t>
                </a:r>
              </a:p>
            </p:txBody>
          </p:sp>
        </p:grpSp>
      </p:grpSp>
      <p:grpSp>
        <p:nvGrpSpPr>
          <p:cNvPr id="112" name="Group 112"/>
          <p:cNvGrpSpPr/>
          <p:nvPr/>
        </p:nvGrpSpPr>
        <p:grpSpPr>
          <a:xfrm>
            <a:off x="4724400" y="781050"/>
            <a:ext cx="3429000" cy="2857500"/>
            <a:chOff x="4724400" y="781050"/>
            <a:chExt cx="3429000" cy="2857500"/>
          </a:xfrm>
        </p:grpSpPr>
        <p:sp>
          <p:nvSpPr>
            <p:cNvPr id="67" name="Rectangle 67"/>
            <p:cNvSpPr/>
            <p:nvPr/>
          </p:nvSpPr>
          <p:spPr>
            <a:xfrm>
              <a:off x="4724400" y="781050"/>
              <a:ext cx="34290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724400" y="781050"/>
              <a:ext cx="3429000" cy="3048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42692" y="867728"/>
              <a:ext cx="1592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4838700" y="1181100"/>
              <a:ext cx="3308223" cy="361950"/>
              <a:chOff x="4838700" y="1181100"/>
              <a:chExt cx="3308223" cy="3619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4838700" y="11811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4952702" y="1292422"/>
                <a:ext cx="131825" cy="128589"/>
                <a:chOff x="4952702" y="1292422"/>
                <a:chExt cx="131825" cy="128589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5035748" y="1297781"/>
                  <a:ext cx="37505" cy="37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05" h="37505">
                      <a:moveTo>
                        <a:pt x="37505" y="37505"/>
                      </a:moveTo>
                      <a:lnTo>
                        <a:pt x="0" y="375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4952702" y="1292422"/>
                  <a:ext cx="131825" cy="12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25" h="128589">
                      <a:moveTo>
                        <a:pt x="16073" y="80368"/>
                      </a:moveTo>
                      <a:lnTo>
                        <a:pt x="5358" y="80368"/>
                      </a:lnTo>
                      <a:cubicBezTo>
                        <a:pt x="2399" y="80368"/>
                        <a:pt x="0" y="82767"/>
                        <a:pt x="0" y="85726"/>
                      </a:cubicBezTo>
                      <a:lnTo>
                        <a:pt x="0" y="123231"/>
                      </a:lnTo>
                      <a:cubicBezTo>
                        <a:pt x="0" y="126190"/>
                        <a:pt x="2399" y="128589"/>
                        <a:pt x="5358" y="128589"/>
                      </a:cubicBezTo>
                      <a:lnTo>
                        <a:pt x="16073" y="128589"/>
                      </a:lnTo>
                      <a:cubicBezTo>
                        <a:pt x="29389" y="128589"/>
                        <a:pt x="40184" y="117794"/>
                        <a:pt x="40184" y="104478"/>
                      </a:cubicBezTo>
                      <a:cubicBezTo>
                        <a:pt x="40184" y="91163"/>
                        <a:pt x="29389" y="80368"/>
                        <a:pt x="16073" y="80368"/>
                      </a:cubicBezTo>
                      <a:close/>
                      <a:moveTo>
                        <a:pt x="16073" y="117873"/>
                      </a:moveTo>
                      <a:lnTo>
                        <a:pt x="10716" y="117873"/>
                      </a:lnTo>
                      <a:lnTo>
                        <a:pt x="10716" y="91084"/>
                      </a:lnTo>
                      <a:lnTo>
                        <a:pt x="16073" y="91084"/>
                      </a:lnTo>
                      <a:cubicBezTo>
                        <a:pt x="23471" y="91084"/>
                        <a:pt x="29468" y="97081"/>
                        <a:pt x="29468" y="104478"/>
                      </a:cubicBezTo>
                      <a:cubicBezTo>
                        <a:pt x="29468" y="111876"/>
                        <a:pt x="23471" y="117873"/>
                        <a:pt x="16073" y="117873"/>
                      </a:cubicBezTo>
                      <a:close/>
                      <a:moveTo>
                        <a:pt x="129612" y="114585"/>
                      </a:moveTo>
                      <a:cubicBezTo>
                        <a:pt x="131750" y="116630"/>
                        <a:pt x="131825" y="120021"/>
                        <a:pt x="129780" y="122159"/>
                      </a:cubicBezTo>
                      <a:cubicBezTo>
                        <a:pt x="126009" y="126218"/>
                        <a:pt x="120733" y="128544"/>
                        <a:pt x="115193" y="128589"/>
                      </a:cubicBezTo>
                      <a:cubicBezTo>
                        <a:pt x="103372" y="128589"/>
                        <a:pt x="93762" y="117773"/>
                        <a:pt x="93762" y="104478"/>
                      </a:cubicBezTo>
                      <a:cubicBezTo>
                        <a:pt x="93762" y="91184"/>
                        <a:pt x="103372" y="80368"/>
                        <a:pt x="115193" y="80368"/>
                      </a:cubicBezTo>
                      <a:cubicBezTo>
                        <a:pt x="120733" y="80413"/>
                        <a:pt x="126009" y="82739"/>
                        <a:pt x="129780" y="86798"/>
                      </a:cubicBezTo>
                      <a:cubicBezTo>
                        <a:pt x="131779" y="88942"/>
                        <a:pt x="131683" y="92296"/>
                        <a:pt x="129565" y="94323"/>
                      </a:cubicBezTo>
                      <a:cubicBezTo>
                        <a:pt x="127446" y="96349"/>
                        <a:pt x="124092" y="96297"/>
                        <a:pt x="122038" y="94205"/>
                      </a:cubicBezTo>
                      <a:cubicBezTo>
                        <a:pt x="120280" y="92271"/>
                        <a:pt x="117806" y="91142"/>
                        <a:pt x="115193" y="91084"/>
                      </a:cubicBezTo>
                      <a:cubicBezTo>
                        <a:pt x="109286" y="91084"/>
                        <a:pt x="104477" y="97111"/>
                        <a:pt x="104477" y="104478"/>
                      </a:cubicBezTo>
                      <a:cubicBezTo>
                        <a:pt x="104477" y="111845"/>
                        <a:pt x="109286" y="117873"/>
                        <a:pt x="115193" y="117873"/>
                      </a:cubicBezTo>
                      <a:cubicBezTo>
                        <a:pt x="117807" y="117819"/>
                        <a:pt x="120283" y="116690"/>
                        <a:pt x="122038" y="114752"/>
                      </a:cubicBezTo>
                      <a:cubicBezTo>
                        <a:pt x="124083" y="112614"/>
                        <a:pt x="127474" y="112539"/>
                        <a:pt x="129612" y="114585"/>
                      </a:cubicBezTo>
                      <a:close/>
                      <a:moveTo>
                        <a:pt x="66973" y="80368"/>
                      </a:moveTo>
                      <a:cubicBezTo>
                        <a:pt x="55159" y="80368"/>
                        <a:pt x="45541" y="91184"/>
                        <a:pt x="45541" y="104478"/>
                      </a:cubicBezTo>
                      <a:cubicBezTo>
                        <a:pt x="45541" y="117773"/>
                        <a:pt x="55159" y="128589"/>
                        <a:pt x="66973" y="128589"/>
                      </a:cubicBezTo>
                      <a:cubicBezTo>
                        <a:pt x="78787" y="128589"/>
                        <a:pt x="88404" y="117773"/>
                        <a:pt x="88404" y="104478"/>
                      </a:cubicBezTo>
                      <a:cubicBezTo>
                        <a:pt x="88404" y="91184"/>
                        <a:pt x="78787" y="80368"/>
                        <a:pt x="66973" y="80368"/>
                      </a:cubicBezTo>
                      <a:close/>
                      <a:moveTo>
                        <a:pt x="66973" y="117873"/>
                      </a:moveTo>
                      <a:cubicBezTo>
                        <a:pt x="61066" y="117873"/>
                        <a:pt x="56257" y="111845"/>
                        <a:pt x="56257" y="104478"/>
                      </a:cubicBezTo>
                      <a:cubicBezTo>
                        <a:pt x="56257" y="97111"/>
                        <a:pt x="61066" y="91084"/>
                        <a:pt x="66973" y="91084"/>
                      </a:cubicBezTo>
                      <a:cubicBezTo>
                        <a:pt x="72880" y="91084"/>
                        <a:pt x="77688" y="97111"/>
                        <a:pt x="77688" y="104478"/>
                      </a:cubicBezTo>
                      <a:cubicBezTo>
                        <a:pt x="77688" y="111845"/>
                        <a:pt x="72880" y="117873"/>
                        <a:pt x="66973" y="117873"/>
                      </a:cubicBezTo>
                      <a:close/>
                      <a:moveTo>
                        <a:pt x="13395" y="64295"/>
                      </a:moveTo>
                      <a:cubicBezTo>
                        <a:pt x="16354" y="64295"/>
                        <a:pt x="18752" y="61896"/>
                        <a:pt x="18752" y="58937"/>
                      </a:cubicBezTo>
                      <a:lnTo>
                        <a:pt x="18752" y="10717"/>
                      </a:lnTo>
                      <a:lnTo>
                        <a:pt x="77688" y="10717"/>
                      </a:lnTo>
                      <a:lnTo>
                        <a:pt x="77688" y="42864"/>
                      </a:lnTo>
                      <a:cubicBezTo>
                        <a:pt x="77688" y="45823"/>
                        <a:pt x="80087" y="48221"/>
                        <a:pt x="83046" y="48221"/>
                      </a:cubicBezTo>
                      <a:lnTo>
                        <a:pt x="115193" y="48221"/>
                      </a:lnTo>
                      <a:lnTo>
                        <a:pt x="115193" y="58937"/>
                      </a:lnTo>
                      <a:cubicBezTo>
                        <a:pt x="115193" y="61896"/>
                        <a:pt x="117592" y="64295"/>
                        <a:pt x="120551" y="64295"/>
                      </a:cubicBezTo>
                      <a:cubicBezTo>
                        <a:pt x="123510" y="64295"/>
                        <a:pt x="125909" y="61896"/>
                        <a:pt x="125909" y="58937"/>
                      </a:cubicBezTo>
                      <a:lnTo>
                        <a:pt x="125909" y="42864"/>
                      </a:lnTo>
                      <a:cubicBezTo>
                        <a:pt x="125910" y="41442"/>
                        <a:pt x="125346" y="40079"/>
                        <a:pt x="124341" y="39073"/>
                      </a:cubicBezTo>
                      <a:lnTo>
                        <a:pt x="86837" y="1568"/>
                      </a:lnTo>
                      <a:cubicBezTo>
                        <a:pt x="85831" y="564"/>
                        <a:pt x="84468" y="0"/>
                        <a:pt x="83046" y="1"/>
                      </a:cubicBezTo>
                      <a:lnTo>
                        <a:pt x="18752" y="1"/>
                      </a:lnTo>
                      <a:cubicBezTo>
                        <a:pt x="12834" y="1"/>
                        <a:pt x="8037" y="4799"/>
                        <a:pt x="8037" y="10717"/>
                      </a:cubicBezTo>
                      <a:lnTo>
                        <a:pt x="8037" y="58937"/>
                      </a:lnTo>
                      <a:cubicBezTo>
                        <a:pt x="8037" y="61896"/>
                        <a:pt x="10435" y="64295"/>
                        <a:pt x="13395" y="64295"/>
                      </a:cubicBezTo>
                      <a:close/>
                      <a:moveTo>
                        <a:pt x="88404" y="18291"/>
                      </a:moveTo>
                      <a:lnTo>
                        <a:pt x="107618" y="37506"/>
                      </a:lnTo>
                      <a:lnTo>
                        <a:pt x="88404" y="37506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5168265" y="1296352"/>
                <a:ext cx="5926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179820" y="1312545"/>
                <a:ext cx="19671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PDF/DOCX/TXT/MD/CSV/HTML/OCR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838700" y="1600200"/>
              <a:ext cx="3200400" cy="361950"/>
              <a:chOff x="4838700" y="1600200"/>
              <a:chExt cx="3200400" cy="3619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4838700" y="1600200"/>
                <a:ext cx="32004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4944666" y="1711523"/>
                <a:ext cx="150280" cy="134704"/>
                <a:chOff x="4944666" y="1711523"/>
                <a:chExt cx="150280" cy="134704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4971435" y="1732955"/>
                  <a:ext cx="107176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76" h="85725">
                      <a:moveTo>
                        <a:pt x="107176" y="85725"/>
                      </a:moveTo>
                      <a:lnTo>
                        <a:pt x="53598" y="85725"/>
                      </a:lnTo>
                      <a:lnTo>
                        <a:pt x="80387" y="32147"/>
                      </a:lnTo>
                      <a:close/>
                      <a:moveTo>
                        <a:pt x="21451" y="47926"/>
                      </a:moveTo>
                      <a:lnTo>
                        <a:pt x="21451" y="47926"/>
                      </a:lnTo>
                      <a:cubicBezTo>
                        <a:pt x="35104" y="35739"/>
                        <a:pt x="42902" y="18301"/>
                        <a:pt x="42882" y="0"/>
                      </a:cubicBezTo>
                      <a:lnTo>
                        <a:pt x="20" y="0"/>
                      </a:lnTo>
                      <a:cubicBezTo>
                        <a:pt x="0" y="18301"/>
                        <a:pt x="7798" y="35739"/>
                        <a:pt x="21451" y="47926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4944666" y="1711523"/>
                  <a:ext cx="150280" cy="13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80" h="134704">
                      <a:moveTo>
                        <a:pt x="149449" y="126190"/>
                      </a:moveTo>
                      <a:lnTo>
                        <a:pt x="111945" y="51181"/>
                      </a:lnTo>
                      <a:cubicBezTo>
                        <a:pt x="111037" y="49366"/>
                        <a:pt x="109182" y="48219"/>
                        <a:pt x="107153" y="48219"/>
                      </a:cubicBezTo>
                      <a:cubicBezTo>
                        <a:pt x="105124" y="48219"/>
                        <a:pt x="103269" y="49366"/>
                        <a:pt x="102361" y="51181"/>
                      </a:cubicBezTo>
                      <a:lnTo>
                        <a:pt x="87821" y="80267"/>
                      </a:lnTo>
                      <a:cubicBezTo>
                        <a:pt x="76424" y="79626"/>
                        <a:pt x="65459" y="75689"/>
                        <a:pt x="56257" y="68935"/>
                      </a:cubicBezTo>
                      <a:cubicBezTo>
                        <a:pt x="67054" y="57405"/>
                        <a:pt x="73595" y="42538"/>
                        <a:pt x="74802" y="26789"/>
                      </a:cubicBezTo>
                      <a:lnTo>
                        <a:pt x="91083" y="26789"/>
                      </a:lnTo>
                      <a:cubicBezTo>
                        <a:pt x="94042" y="26789"/>
                        <a:pt x="96441" y="24390"/>
                        <a:pt x="96441" y="21431"/>
                      </a:cubicBezTo>
                      <a:cubicBezTo>
                        <a:pt x="96441" y="18472"/>
                        <a:pt x="94042" y="16073"/>
                        <a:pt x="91083" y="16073"/>
                      </a:cubicBezTo>
                      <a:lnTo>
                        <a:pt x="53578" y="16073"/>
                      </a:lnTo>
                      <a:lnTo>
                        <a:pt x="53578" y="5358"/>
                      </a:lnTo>
                      <a:cubicBezTo>
                        <a:pt x="53578" y="2399"/>
                        <a:pt x="51179" y="0"/>
                        <a:pt x="48220" y="0"/>
                      </a:cubicBezTo>
                      <a:cubicBezTo>
                        <a:pt x="45261" y="0"/>
                        <a:pt x="42862" y="2399"/>
                        <a:pt x="42862" y="5358"/>
                      </a:cubicBezTo>
                      <a:lnTo>
                        <a:pt x="42862" y="16073"/>
                      </a:lnTo>
                      <a:lnTo>
                        <a:pt x="5358" y="16073"/>
                      </a:lnTo>
                      <a:cubicBezTo>
                        <a:pt x="2399" y="16073"/>
                        <a:pt x="0" y="18472"/>
                        <a:pt x="0" y="21431"/>
                      </a:cubicBezTo>
                      <a:cubicBezTo>
                        <a:pt x="0" y="24390"/>
                        <a:pt x="2399" y="26789"/>
                        <a:pt x="5358" y="26789"/>
                      </a:cubicBezTo>
                      <a:lnTo>
                        <a:pt x="64046" y="26789"/>
                      </a:lnTo>
                      <a:cubicBezTo>
                        <a:pt x="62856" y="39921"/>
                        <a:pt x="57281" y="52270"/>
                        <a:pt x="48220" y="61849"/>
                      </a:cubicBezTo>
                      <a:cubicBezTo>
                        <a:pt x="42576" y="55893"/>
                        <a:pt x="38241" y="48821"/>
                        <a:pt x="35496" y="41088"/>
                      </a:cubicBezTo>
                      <a:cubicBezTo>
                        <a:pt x="34881" y="39251"/>
                        <a:pt x="33324" y="37889"/>
                        <a:pt x="31422" y="37525"/>
                      </a:cubicBezTo>
                      <a:cubicBezTo>
                        <a:pt x="29520" y="37161"/>
                        <a:pt x="27569" y="37852"/>
                        <a:pt x="26320" y="39332"/>
                      </a:cubicBezTo>
                      <a:cubicBezTo>
                        <a:pt x="25071" y="40812"/>
                        <a:pt x="24718" y="42850"/>
                        <a:pt x="25396" y="44664"/>
                      </a:cubicBezTo>
                      <a:cubicBezTo>
                        <a:pt x="28592" y="53704"/>
                        <a:pt x="33627" y="61984"/>
                        <a:pt x="40184" y="68982"/>
                      </a:cubicBezTo>
                      <a:cubicBezTo>
                        <a:pt x="30089" y="76400"/>
                        <a:pt x="17885" y="80390"/>
                        <a:pt x="5358" y="80367"/>
                      </a:cubicBezTo>
                      <a:cubicBezTo>
                        <a:pt x="2399" y="80367"/>
                        <a:pt x="0" y="82766"/>
                        <a:pt x="0" y="85725"/>
                      </a:cubicBezTo>
                      <a:cubicBezTo>
                        <a:pt x="0" y="88684"/>
                        <a:pt x="2399" y="91083"/>
                        <a:pt x="5358" y="91083"/>
                      </a:cubicBezTo>
                      <a:cubicBezTo>
                        <a:pt x="20899" y="91100"/>
                        <a:pt x="35996" y="85892"/>
                        <a:pt x="48220" y="76295"/>
                      </a:cubicBezTo>
                      <a:cubicBezTo>
                        <a:pt x="58196" y="84090"/>
                        <a:pt x="70105" y="89023"/>
                        <a:pt x="82671" y="90567"/>
                      </a:cubicBezTo>
                      <a:lnTo>
                        <a:pt x="64856" y="126190"/>
                      </a:lnTo>
                      <a:cubicBezTo>
                        <a:pt x="63532" y="128836"/>
                        <a:pt x="64604" y="132055"/>
                        <a:pt x="67251" y="133379"/>
                      </a:cubicBezTo>
                      <a:cubicBezTo>
                        <a:pt x="69897" y="134704"/>
                        <a:pt x="73116" y="133632"/>
                        <a:pt x="74440" y="130985"/>
                      </a:cubicBezTo>
                      <a:lnTo>
                        <a:pt x="83676" y="112514"/>
                      </a:lnTo>
                      <a:lnTo>
                        <a:pt x="130630" y="112514"/>
                      </a:lnTo>
                      <a:lnTo>
                        <a:pt x="139866" y="130985"/>
                      </a:lnTo>
                      <a:cubicBezTo>
                        <a:pt x="140774" y="132801"/>
                        <a:pt x="142631" y="133947"/>
                        <a:pt x="144661" y="133945"/>
                      </a:cubicBezTo>
                      <a:cubicBezTo>
                        <a:pt x="146518" y="133944"/>
                        <a:pt x="148241" y="132982"/>
                        <a:pt x="149217" y="131402"/>
                      </a:cubicBezTo>
                      <a:cubicBezTo>
                        <a:pt x="150192" y="129823"/>
                        <a:pt x="150280" y="127850"/>
                        <a:pt x="149449" y="126190"/>
                      </a:cubicBezTo>
                      <a:close/>
                      <a:moveTo>
                        <a:pt x="89033" y="101798"/>
                      </a:moveTo>
                      <a:lnTo>
                        <a:pt x="107156" y="65560"/>
                      </a:lnTo>
                      <a:lnTo>
                        <a:pt x="125272" y="101798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5168265" y="17154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465570" y="1731645"/>
                <a:ext cx="15410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。分隔 · MiniLM 多语言嵌入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4838700" y="2019300"/>
              <a:ext cx="3200400" cy="361950"/>
              <a:chOff x="4838700" y="2019300"/>
              <a:chExt cx="3200400" cy="3619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4838700" y="20193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4949089" y="2129578"/>
                <a:ext cx="140237" cy="140348"/>
                <a:chOff x="4949089" y="2129578"/>
                <a:chExt cx="140237" cy="140348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4949089" y="2129578"/>
                  <a:ext cx="128852" cy="122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52" h="122741">
                      <a:moveTo>
                        <a:pt x="128852" y="97961"/>
                      </a:moveTo>
                      <a:cubicBezTo>
                        <a:pt x="124231" y="107813"/>
                        <a:pt x="117196" y="116336"/>
                        <a:pt x="108399" y="122741"/>
                      </a:cubicBezTo>
                      <a:lnTo>
                        <a:pt x="102130" y="116466"/>
                      </a:lnTo>
                      <a:cubicBezTo>
                        <a:pt x="101458" y="115792"/>
                        <a:pt x="100619" y="115308"/>
                        <a:pt x="99699" y="115066"/>
                      </a:cubicBezTo>
                      <a:lnTo>
                        <a:pt x="85320" y="111275"/>
                      </a:lnTo>
                      <a:cubicBezTo>
                        <a:pt x="82681" y="110581"/>
                        <a:pt x="80985" y="108015"/>
                        <a:pt x="81382" y="105315"/>
                      </a:cubicBezTo>
                      <a:lnTo>
                        <a:pt x="82976" y="94465"/>
                      </a:lnTo>
                      <a:cubicBezTo>
                        <a:pt x="83250" y="92604"/>
                        <a:pt x="84480" y="91023"/>
                        <a:pt x="86217" y="90300"/>
                      </a:cubicBezTo>
                      <a:lnTo>
                        <a:pt x="106617" y="81821"/>
                      </a:lnTo>
                      <a:cubicBezTo>
                        <a:pt x="108541" y="81022"/>
                        <a:pt x="110754" y="81412"/>
                        <a:pt x="112290" y="82819"/>
                      </a:cubicBezTo>
                      <a:close/>
                      <a:moveTo>
                        <a:pt x="91944" y="55293"/>
                      </a:moveTo>
                      <a:lnTo>
                        <a:pt x="106791" y="38014"/>
                      </a:lnTo>
                      <a:cubicBezTo>
                        <a:pt x="107626" y="37045"/>
                        <a:pt x="108087" y="35810"/>
                        <a:pt x="108091" y="34531"/>
                      </a:cubicBezTo>
                      <a:lnTo>
                        <a:pt x="108091" y="18458"/>
                      </a:lnTo>
                      <a:cubicBezTo>
                        <a:pt x="82427" y="0"/>
                        <a:pt x="47153" y="2937"/>
                        <a:pt x="24895" y="25385"/>
                      </a:cubicBezTo>
                      <a:cubicBezTo>
                        <a:pt x="2637" y="47833"/>
                        <a:pt x="0" y="83131"/>
                        <a:pt x="18676" y="108637"/>
                      </a:cubicBezTo>
                      <a:lnTo>
                        <a:pt x="25319" y="104270"/>
                      </a:lnTo>
                      <a:cubicBezTo>
                        <a:pt x="26814" y="103283"/>
                        <a:pt x="27716" y="101614"/>
                        <a:pt x="27724" y="99823"/>
                      </a:cubicBezTo>
                      <a:lnTo>
                        <a:pt x="27864" y="75559"/>
                      </a:lnTo>
                      <a:cubicBezTo>
                        <a:pt x="27871" y="74507"/>
                        <a:pt x="28186" y="73481"/>
                        <a:pt x="28768" y="72605"/>
                      </a:cubicBezTo>
                      <a:lnTo>
                        <a:pt x="42792" y="51643"/>
                      </a:lnTo>
                      <a:cubicBezTo>
                        <a:pt x="43605" y="50437"/>
                        <a:pt x="44873" y="49613"/>
                        <a:pt x="46305" y="49360"/>
                      </a:cubicBezTo>
                      <a:cubicBezTo>
                        <a:pt x="47738" y="49108"/>
                        <a:pt x="49211" y="49448"/>
                        <a:pt x="50387" y="50304"/>
                      </a:cubicBezTo>
                      <a:lnTo>
                        <a:pt x="63654" y="59010"/>
                      </a:lnTo>
                      <a:cubicBezTo>
                        <a:pt x="64772" y="59815"/>
                        <a:pt x="66154" y="60162"/>
                        <a:pt x="67519" y="59981"/>
                      </a:cubicBezTo>
                      <a:lnTo>
                        <a:pt x="88588" y="57128"/>
                      </a:lnTo>
                      <a:cubicBezTo>
                        <a:pt x="89894" y="56950"/>
                        <a:pt x="91089" y="56297"/>
                        <a:pt x="91944" y="5529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4950023" y="2130623"/>
                  <a:ext cx="139303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03" h="139303">
                      <a:moveTo>
                        <a:pt x="69652" y="0"/>
                      </a:moveTo>
                      <a:cubicBezTo>
                        <a:pt x="31184" y="0"/>
                        <a:pt x="0" y="31184"/>
                        <a:pt x="0" y="69652"/>
                      </a:cubicBezTo>
                      <a:cubicBezTo>
                        <a:pt x="0" y="108119"/>
                        <a:pt x="31184" y="139303"/>
                        <a:pt x="69652" y="139303"/>
                      </a:cubicBezTo>
                      <a:cubicBezTo>
                        <a:pt x="108119" y="139303"/>
                        <a:pt x="139303" y="108119"/>
                        <a:pt x="139303" y="69652"/>
                      </a:cubicBezTo>
                      <a:cubicBezTo>
                        <a:pt x="139263" y="31201"/>
                        <a:pt x="108102" y="41"/>
                        <a:pt x="69652" y="0"/>
                      </a:cubicBezTo>
                      <a:close/>
                      <a:moveTo>
                        <a:pt x="69652" y="10716"/>
                      </a:moveTo>
                      <a:cubicBezTo>
                        <a:pt x="81070" y="10703"/>
                        <a:pt x="92243" y="14028"/>
                        <a:pt x="101798" y="20279"/>
                      </a:cubicBezTo>
                      <a:lnTo>
                        <a:pt x="101798" y="33486"/>
                      </a:lnTo>
                      <a:lnTo>
                        <a:pt x="86951" y="50725"/>
                      </a:lnTo>
                      <a:lnTo>
                        <a:pt x="65874" y="53578"/>
                      </a:lnTo>
                      <a:lnTo>
                        <a:pt x="65667" y="53431"/>
                      </a:lnTo>
                      <a:lnTo>
                        <a:pt x="52493" y="44818"/>
                      </a:lnTo>
                      <a:cubicBezTo>
                        <a:pt x="50134" y="43156"/>
                        <a:pt x="47203" y="42516"/>
                        <a:pt x="44366" y="43043"/>
                      </a:cubicBezTo>
                      <a:cubicBezTo>
                        <a:pt x="41528" y="43570"/>
                        <a:pt x="39023" y="45219"/>
                        <a:pt x="37418" y="47618"/>
                      </a:cubicBezTo>
                      <a:lnTo>
                        <a:pt x="23394" y="68580"/>
                      </a:lnTo>
                      <a:cubicBezTo>
                        <a:pt x="22225" y="70327"/>
                        <a:pt x="21596" y="72379"/>
                        <a:pt x="21585" y="74480"/>
                      </a:cubicBezTo>
                      <a:lnTo>
                        <a:pt x="21431" y="98744"/>
                      </a:lnTo>
                      <a:lnTo>
                        <a:pt x="19241" y="100184"/>
                      </a:lnTo>
                      <a:cubicBezTo>
                        <a:pt x="8218" y="81985"/>
                        <a:pt x="7860" y="59258"/>
                        <a:pt x="18305" y="40721"/>
                      </a:cubicBezTo>
                      <a:cubicBezTo>
                        <a:pt x="28749" y="22184"/>
                        <a:pt x="48375" y="10716"/>
                        <a:pt x="69652" y="10716"/>
                      </a:cubicBezTo>
                      <a:close/>
                      <a:moveTo>
                        <a:pt x="25644" y="108810"/>
                      </a:moveTo>
                      <a:lnTo>
                        <a:pt x="27332" y="107705"/>
                      </a:lnTo>
                      <a:cubicBezTo>
                        <a:pt x="30325" y="105731"/>
                        <a:pt x="32132" y="102390"/>
                        <a:pt x="32147" y="98805"/>
                      </a:cubicBezTo>
                      <a:lnTo>
                        <a:pt x="32288" y="74541"/>
                      </a:lnTo>
                      <a:lnTo>
                        <a:pt x="46325" y="53578"/>
                      </a:lnTo>
                      <a:cubicBezTo>
                        <a:pt x="46394" y="53631"/>
                        <a:pt x="46465" y="53680"/>
                        <a:pt x="46539" y="53725"/>
                      </a:cubicBezTo>
                      <a:lnTo>
                        <a:pt x="59713" y="62345"/>
                      </a:lnTo>
                      <a:cubicBezTo>
                        <a:pt x="61921" y="63903"/>
                        <a:pt x="64637" y="64566"/>
                        <a:pt x="67314" y="64200"/>
                      </a:cubicBezTo>
                      <a:lnTo>
                        <a:pt x="88404" y="61340"/>
                      </a:lnTo>
                      <a:cubicBezTo>
                        <a:pt x="91005" y="60993"/>
                        <a:pt x="93388" y="59704"/>
                        <a:pt x="95101" y="57717"/>
                      </a:cubicBezTo>
                      <a:lnTo>
                        <a:pt x="109949" y="40465"/>
                      </a:lnTo>
                      <a:cubicBezTo>
                        <a:pt x="111609" y="38519"/>
                        <a:pt x="112519" y="36044"/>
                        <a:pt x="112514" y="33486"/>
                      </a:cubicBezTo>
                      <a:lnTo>
                        <a:pt x="112514" y="29247"/>
                      </a:lnTo>
                      <a:cubicBezTo>
                        <a:pt x="127275" y="44863"/>
                        <a:pt x="132350" y="67283"/>
                        <a:pt x="125755" y="87734"/>
                      </a:cubicBezTo>
                      <a:lnTo>
                        <a:pt x="114945" y="77849"/>
                      </a:lnTo>
                      <a:cubicBezTo>
                        <a:pt x="111877" y="75033"/>
                        <a:pt x="107456" y="74249"/>
                        <a:pt x="103607" y="75840"/>
                      </a:cubicBezTo>
                      <a:lnTo>
                        <a:pt x="83207" y="84312"/>
                      </a:lnTo>
                      <a:cubicBezTo>
                        <a:pt x="79738" y="85768"/>
                        <a:pt x="77280" y="88929"/>
                        <a:pt x="76724" y="92650"/>
                      </a:cubicBezTo>
                      <a:lnTo>
                        <a:pt x="75123" y="103493"/>
                      </a:lnTo>
                      <a:cubicBezTo>
                        <a:pt x="74327" y="108897"/>
                        <a:pt x="77722" y="114035"/>
                        <a:pt x="83006" y="115421"/>
                      </a:cubicBezTo>
                      <a:lnTo>
                        <a:pt x="97378" y="119211"/>
                      </a:lnTo>
                      <a:lnTo>
                        <a:pt x="98959" y="120799"/>
                      </a:lnTo>
                      <a:cubicBezTo>
                        <a:pt x="74767" y="134679"/>
                        <a:pt x="44155" y="129673"/>
                        <a:pt x="25644" y="108810"/>
                      </a:cubicBezTo>
                      <a:close/>
                      <a:moveTo>
                        <a:pt x="107826" y="114523"/>
                      </a:moveTo>
                      <a:lnTo>
                        <a:pt x="104946" y="111637"/>
                      </a:lnTo>
                      <a:cubicBezTo>
                        <a:pt x="103603" y="110288"/>
                        <a:pt x="101925" y="109322"/>
                        <a:pt x="100084" y="108837"/>
                      </a:cubicBezTo>
                      <a:lnTo>
                        <a:pt x="85725" y="105047"/>
                      </a:lnTo>
                      <a:lnTo>
                        <a:pt x="87326" y="94204"/>
                      </a:lnTo>
                      <a:lnTo>
                        <a:pt x="107719" y="85725"/>
                      </a:lnTo>
                      <a:lnTo>
                        <a:pt x="121221" y="98102"/>
                      </a:lnTo>
                      <a:cubicBezTo>
                        <a:pt x="117779" y="104336"/>
                        <a:pt x="113242" y="109899"/>
                        <a:pt x="107826" y="114523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5168265" y="21345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智能回退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179820" y="2150745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→ DuckDuckGo 联网回退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838700" y="2438400"/>
              <a:ext cx="3200400" cy="361950"/>
              <a:chOff x="4838700" y="2438400"/>
              <a:chExt cx="3200400" cy="3619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4838700" y="2438400"/>
                <a:ext cx="32004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4960440" y="2538535"/>
                <a:ext cx="118432" cy="161680"/>
                <a:chOff x="4960440" y="2538535"/>
                <a:chExt cx="118432" cy="161680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4966097" y="2544366"/>
                  <a:ext cx="107156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50019">
                      <a:moveTo>
                        <a:pt x="32147" y="150019"/>
                      </a:moveTo>
                      <a:lnTo>
                        <a:pt x="42862" y="96441"/>
                      </a:lnTo>
                      <a:lnTo>
                        <a:pt x="0" y="80367"/>
                      </a:lnTo>
                      <a:lnTo>
                        <a:pt x="75009" y="0"/>
                      </a:lnTo>
                      <a:lnTo>
                        <a:pt x="64294" y="53578"/>
                      </a:lnTo>
                      <a:lnTo>
                        <a:pt x="107156" y="69652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4960440" y="2538535"/>
                  <a:ext cx="118432" cy="16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32" h="161680">
                      <a:moveTo>
                        <a:pt x="118030" y="74257"/>
                      </a:moveTo>
                      <a:cubicBezTo>
                        <a:pt x="117618" y="72513"/>
                        <a:pt x="116361" y="71090"/>
                        <a:pt x="114681" y="70466"/>
                      </a:cubicBezTo>
                      <a:lnTo>
                        <a:pt x="76098" y="55993"/>
                      </a:lnTo>
                      <a:lnTo>
                        <a:pt x="85916" y="6882"/>
                      </a:lnTo>
                      <a:cubicBezTo>
                        <a:pt x="86373" y="4538"/>
                        <a:pt x="85223" y="2175"/>
                        <a:pt x="83097" y="1087"/>
                      </a:cubicBezTo>
                      <a:cubicBezTo>
                        <a:pt x="80970" y="0"/>
                        <a:pt x="78381" y="451"/>
                        <a:pt x="76748" y="2194"/>
                      </a:cubicBezTo>
                      <a:lnTo>
                        <a:pt x="1739" y="82561"/>
                      </a:lnTo>
                      <a:cubicBezTo>
                        <a:pt x="501" y="83865"/>
                        <a:pt x="0" y="85703"/>
                        <a:pt x="404" y="87454"/>
                      </a:cubicBezTo>
                      <a:cubicBezTo>
                        <a:pt x="808" y="89206"/>
                        <a:pt x="2064" y="90638"/>
                        <a:pt x="3748" y="91268"/>
                      </a:cubicBezTo>
                      <a:lnTo>
                        <a:pt x="42344" y="105741"/>
                      </a:lnTo>
                      <a:lnTo>
                        <a:pt x="32553" y="154798"/>
                      </a:lnTo>
                      <a:cubicBezTo>
                        <a:pt x="32096" y="157142"/>
                        <a:pt x="33246" y="159506"/>
                        <a:pt x="35372" y="160593"/>
                      </a:cubicBezTo>
                      <a:cubicBezTo>
                        <a:pt x="37499" y="161680"/>
                        <a:pt x="40088" y="161229"/>
                        <a:pt x="41721" y="159486"/>
                      </a:cubicBezTo>
                      <a:lnTo>
                        <a:pt x="116731" y="79119"/>
                      </a:lnTo>
                      <a:cubicBezTo>
                        <a:pt x="117945" y="77815"/>
                        <a:pt x="118432" y="75993"/>
                        <a:pt x="118030" y="74257"/>
                      </a:cubicBezTo>
                      <a:close/>
                      <a:moveTo>
                        <a:pt x="46758" y="138437"/>
                      </a:moveTo>
                      <a:lnTo>
                        <a:pt x="53770" y="103356"/>
                      </a:lnTo>
                      <a:cubicBezTo>
                        <a:pt x="54288" y="100787"/>
                        <a:pt x="52871" y="98220"/>
                        <a:pt x="50421" y="97289"/>
                      </a:cubicBezTo>
                      <a:lnTo>
                        <a:pt x="15033" y="83995"/>
                      </a:lnTo>
                      <a:lnTo>
                        <a:pt x="71705" y="23277"/>
                      </a:lnTo>
                      <a:lnTo>
                        <a:pt x="64700" y="58357"/>
                      </a:lnTo>
                      <a:cubicBezTo>
                        <a:pt x="64181" y="60927"/>
                        <a:pt x="65598" y="63494"/>
                        <a:pt x="68048" y="64425"/>
                      </a:cubicBezTo>
                      <a:lnTo>
                        <a:pt x="103410" y="77686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5168265" y="25536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流式响应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179820" y="2569845"/>
                <a:ext cx="15350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LangGraph values 实时输出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4838700" y="2857500"/>
              <a:ext cx="3200400" cy="361950"/>
              <a:chOff x="4838700" y="2857500"/>
              <a:chExt cx="3200400" cy="361950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4838700" y="2857500"/>
                <a:ext cx="3200400" cy="361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01" name="Group 101"/>
              <p:cNvGrpSpPr/>
              <p:nvPr/>
            </p:nvGrpSpPr>
            <p:grpSpPr>
              <a:xfrm>
                <a:off x="4955381" y="2979539"/>
                <a:ext cx="128588" cy="134128"/>
                <a:chOff x="4955381" y="2979539"/>
                <a:chExt cx="128588" cy="134128"/>
              </a:xfrm>
            </p:grpSpPr>
            <p:sp>
              <p:nvSpPr>
                <p:cNvPr id="99" name="Freeform 99"/>
                <p:cNvSpPr/>
                <p:nvPr/>
              </p:nvSpPr>
              <p:spPr>
                <a:xfrm>
                  <a:off x="4960739" y="2984897"/>
                  <a:ext cx="117872" cy="12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72" h="123310">
                      <a:moveTo>
                        <a:pt x="117872" y="5358"/>
                      </a:moveTo>
                      <a:lnTo>
                        <a:pt x="117872" y="44718"/>
                      </a:lnTo>
                      <a:cubicBezTo>
                        <a:pt x="117872" y="101095"/>
                        <a:pt x="70114" y="119774"/>
                        <a:pt x="60583" y="122942"/>
                      </a:cubicBezTo>
                      <a:cubicBezTo>
                        <a:pt x="59516" y="123310"/>
                        <a:pt x="58356" y="123310"/>
                        <a:pt x="57288" y="122942"/>
                      </a:cubicBezTo>
                      <a:cubicBezTo>
                        <a:pt x="47758" y="119787"/>
                        <a:pt x="0" y="101129"/>
                        <a:pt x="0" y="44731"/>
                      </a:cubicBezTo>
                      <a:lnTo>
                        <a:pt x="0" y="5358"/>
                      </a:lnTo>
                      <a:cubicBezTo>
                        <a:pt x="0" y="2399"/>
                        <a:pt x="2399" y="0"/>
                        <a:pt x="5358" y="0"/>
                      </a:cubicBezTo>
                      <a:lnTo>
                        <a:pt x="112514" y="0"/>
                      </a:lnTo>
                      <a:cubicBezTo>
                        <a:pt x="115473" y="0"/>
                        <a:pt x="117872" y="2399"/>
                        <a:pt x="117872" y="535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4955381" y="2979539"/>
                  <a:ext cx="128588" cy="134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4128">
                      <a:moveTo>
                        <a:pt x="117872" y="0"/>
                      </a:moveTo>
                      <a:lnTo>
                        <a:pt x="10716" y="0"/>
                      </a:lnTo>
                      <a:cubicBezTo>
                        <a:pt x="4798" y="0"/>
                        <a:pt x="0" y="4798"/>
                        <a:pt x="0" y="10716"/>
                      </a:cubicBezTo>
                      <a:lnTo>
                        <a:pt x="0" y="50082"/>
                      </a:lnTo>
                      <a:cubicBezTo>
                        <a:pt x="0" y="110096"/>
                        <a:pt x="50779" y="130007"/>
                        <a:pt x="60945" y="133389"/>
                      </a:cubicBezTo>
                      <a:cubicBezTo>
                        <a:pt x="63116" y="134128"/>
                        <a:pt x="65471" y="134128"/>
                        <a:pt x="67642" y="133389"/>
                      </a:cubicBezTo>
                      <a:cubicBezTo>
                        <a:pt x="77822" y="130007"/>
                        <a:pt x="128588" y="110096"/>
                        <a:pt x="128588" y="50082"/>
                      </a:cubicBezTo>
                      <a:lnTo>
                        <a:pt x="128588" y="10716"/>
                      </a:lnTo>
                      <a:cubicBezTo>
                        <a:pt x="128588" y="4798"/>
                        <a:pt x="123790" y="0"/>
                        <a:pt x="117872" y="0"/>
                      </a:cubicBezTo>
                      <a:close/>
                      <a:moveTo>
                        <a:pt x="117872" y="50089"/>
                      </a:moveTo>
                      <a:cubicBezTo>
                        <a:pt x="117872" y="102609"/>
                        <a:pt x="73436" y="120156"/>
                        <a:pt x="64294" y="123210"/>
                      </a:cubicBezTo>
                      <a:cubicBezTo>
                        <a:pt x="55232" y="120189"/>
                        <a:pt x="10716" y="102656"/>
                        <a:pt x="10716" y="50089"/>
                      </a:cubicBezTo>
                      <a:lnTo>
                        <a:pt x="10716" y="10716"/>
                      </a:lnTo>
                      <a:lnTo>
                        <a:pt x="117872" y="10716"/>
                      </a:lnTo>
                      <a:close/>
                      <a:moveTo>
                        <a:pt x="33714" y="68084"/>
                      </a:moveTo>
                      <a:cubicBezTo>
                        <a:pt x="31621" y="65991"/>
                        <a:pt x="31621" y="62597"/>
                        <a:pt x="33714" y="60503"/>
                      </a:cubicBezTo>
                      <a:cubicBezTo>
                        <a:pt x="35808" y="58410"/>
                        <a:pt x="39202" y="58410"/>
                        <a:pt x="41295" y="60503"/>
                      </a:cubicBezTo>
                      <a:lnTo>
                        <a:pt x="53578" y="72786"/>
                      </a:lnTo>
                      <a:lnTo>
                        <a:pt x="87292" y="39072"/>
                      </a:lnTo>
                      <a:cubicBezTo>
                        <a:pt x="89386" y="36978"/>
                        <a:pt x="92780" y="36978"/>
                        <a:pt x="94873" y="39072"/>
                      </a:cubicBezTo>
                      <a:cubicBezTo>
                        <a:pt x="96967" y="41165"/>
                        <a:pt x="96967" y="44560"/>
                        <a:pt x="94873" y="46653"/>
                      </a:cubicBezTo>
                      <a:lnTo>
                        <a:pt x="57369" y="84158"/>
                      </a:lnTo>
                      <a:cubicBezTo>
                        <a:pt x="56364" y="85164"/>
                        <a:pt x="55000" y="85729"/>
                        <a:pt x="53578" y="85729"/>
                      </a:cubicBezTo>
                      <a:cubicBezTo>
                        <a:pt x="52156" y="85729"/>
                        <a:pt x="50792" y="85164"/>
                        <a:pt x="49787" y="84158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102" name="TextBox 102"/>
              <p:cNvSpPr txBox="1"/>
              <p:nvPr/>
            </p:nvSpPr>
            <p:spPr>
              <a:xfrm>
                <a:off x="5168265" y="29727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去重 + 持久化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6351270" y="2988945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name+size · ChromaDB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838700" y="3276600"/>
              <a:ext cx="3200400" cy="304800"/>
              <a:chOff x="4838700" y="3276600"/>
              <a:chExt cx="3200400" cy="3048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4838700" y="3276600"/>
                <a:ext cx="3200400" cy="304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08" name="Group 108"/>
              <p:cNvGrpSpPr/>
              <p:nvPr/>
            </p:nvGrpSpPr>
            <p:grpSpPr>
              <a:xfrm>
                <a:off x="4950023" y="3368873"/>
                <a:ext cx="139303" cy="139303"/>
                <a:chOff x="4950023" y="3368873"/>
                <a:chExt cx="139303" cy="139303"/>
              </a:xfrm>
            </p:grpSpPr>
            <p:sp>
              <p:nvSpPr>
                <p:cNvPr id="106" name="Freeform 106"/>
                <p:cNvSpPr/>
                <p:nvPr/>
              </p:nvSpPr>
              <p:spPr>
                <a:xfrm>
                  <a:off x="4955381" y="337423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128588" y="64294"/>
                      </a:moveTo>
                      <a:cubicBezTo>
                        <a:pt x="128588" y="99802"/>
                        <a:pt x="99802" y="128588"/>
                        <a:pt x="64294" y="128588"/>
                      </a:cubicBezTo>
                      <a:cubicBezTo>
                        <a:pt x="28785" y="128588"/>
                        <a:pt x="0" y="99802"/>
                        <a:pt x="0" y="64294"/>
                      </a:cubicBezTo>
                      <a:cubicBezTo>
                        <a:pt x="0" y="28785"/>
                        <a:pt x="28785" y="0"/>
                        <a:pt x="64294" y="0"/>
                      </a:cubicBezTo>
                      <a:cubicBezTo>
                        <a:pt x="99802" y="0"/>
                        <a:pt x="128588" y="28785"/>
                        <a:pt x="128588" y="64294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4950023" y="3368873"/>
                  <a:ext cx="139303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03" h="139303">
                      <a:moveTo>
                        <a:pt x="100231" y="49787"/>
                      </a:moveTo>
                      <a:cubicBezTo>
                        <a:pt x="101237" y="50792"/>
                        <a:pt x="101803" y="52156"/>
                        <a:pt x="101803" y="53578"/>
                      </a:cubicBezTo>
                      <a:cubicBezTo>
                        <a:pt x="101803" y="55000"/>
                        <a:pt x="101237" y="56364"/>
                        <a:pt x="100231" y="57369"/>
                      </a:cubicBezTo>
                      <a:lnTo>
                        <a:pt x="62727" y="94873"/>
                      </a:lnTo>
                      <a:cubicBezTo>
                        <a:pt x="61722" y="95880"/>
                        <a:pt x="60358" y="96445"/>
                        <a:pt x="58936" y="96445"/>
                      </a:cubicBezTo>
                      <a:cubicBezTo>
                        <a:pt x="57514" y="96445"/>
                        <a:pt x="56150" y="95880"/>
                        <a:pt x="55145" y="94873"/>
                      </a:cubicBezTo>
                      <a:lnTo>
                        <a:pt x="39072" y="78800"/>
                      </a:lnTo>
                      <a:cubicBezTo>
                        <a:pt x="36978" y="76707"/>
                        <a:pt x="36978" y="73312"/>
                        <a:pt x="39072" y="71219"/>
                      </a:cubicBezTo>
                      <a:cubicBezTo>
                        <a:pt x="41165" y="69125"/>
                        <a:pt x="44560" y="69125"/>
                        <a:pt x="46653" y="71219"/>
                      </a:cubicBezTo>
                      <a:lnTo>
                        <a:pt x="58936" y="83508"/>
                      </a:lnTo>
                      <a:lnTo>
                        <a:pt x="92650" y="49787"/>
                      </a:lnTo>
                      <a:cubicBezTo>
                        <a:pt x="93655" y="48781"/>
                        <a:pt x="95019" y="48216"/>
                        <a:pt x="96441" y="48216"/>
                      </a:cubicBezTo>
                      <a:cubicBezTo>
                        <a:pt x="97863" y="48216"/>
                        <a:pt x="99226" y="48781"/>
                        <a:pt x="100231" y="49787"/>
                      </a:cubicBezTo>
                      <a:close/>
                      <a:moveTo>
                        <a:pt x="139303" y="69652"/>
                      </a:moveTo>
                      <a:cubicBezTo>
                        <a:pt x="139303" y="108119"/>
                        <a:pt x="108119" y="139303"/>
                        <a:pt x="69652" y="139303"/>
                      </a:cubicBezTo>
                      <a:cubicBezTo>
                        <a:pt x="31184" y="139303"/>
                        <a:pt x="0" y="108119"/>
                        <a:pt x="0" y="69652"/>
                      </a:cubicBezTo>
                      <a:cubicBezTo>
                        <a:pt x="0" y="31184"/>
                        <a:pt x="31184" y="0"/>
                        <a:pt x="69652" y="0"/>
                      </a:cubicBezTo>
                      <a:cubicBezTo>
                        <a:pt x="108102" y="41"/>
                        <a:pt x="139263" y="31201"/>
                        <a:pt x="139303" y="69652"/>
                      </a:cubicBezTo>
                      <a:close/>
                      <a:moveTo>
                        <a:pt x="128588" y="69652"/>
                      </a:moveTo>
                      <a:cubicBezTo>
                        <a:pt x="128588" y="37102"/>
                        <a:pt x="102201" y="10716"/>
                        <a:pt x="69652" y="10716"/>
                      </a:cubicBezTo>
                      <a:cubicBezTo>
                        <a:pt x="37102" y="10716"/>
                        <a:pt x="10716" y="37102"/>
                        <a:pt x="10716" y="69652"/>
                      </a:cubicBezTo>
                      <a:cubicBezTo>
                        <a:pt x="10716" y="102201"/>
                        <a:pt x="37102" y="128588"/>
                        <a:pt x="69652" y="128588"/>
                      </a:cubicBezTo>
                      <a:cubicBezTo>
                        <a:pt x="102186" y="128551"/>
                        <a:pt x="128551" y="102186"/>
                        <a:pt x="128588" y="6965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9" name="TextBox 109"/>
              <p:cNvSpPr txBox="1"/>
              <p:nvPr/>
            </p:nvSpPr>
            <p:spPr>
              <a:xfrm>
                <a:off x="5168265" y="33632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可溯源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6179820" y="3379470"/>
                <a:ext cx="1499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 · 页码 · 检索原文</a:t>
                </a:r>
              </a:p>
            </p:txBody>
          </p:sp>
        </p:grpSp>
      </p:grpSp>
      <p:grpSp>
        <p:nvGrpSpPr>
          <p:cNvPr id="146" name="Group 146"/>
          <p:cNvGrpSpPr/>
          <p:nvPr/>
        </p:nvGrpSpPr>
        <p:grpSpPr>
          <a:xfrm>
            <a:off x="8305800" y="781050"/>
            <a:ext cx="3124200" cy="2857500"/>
            <a:chOff x="8305800" y="781050"/>
            <a:chExt cx="3124200" cy="2857500"/>
          </a:xfrm>
        </p:grpSpPr>
        <p:sp>
          <p:nvSpPr>
            <p:cNvPr id="113" name="Rectangle 113"/>
            <p:cNvSpPr/>
            <p:nvPr/>
          </p:nvSpPr>
          <p:spPr>
            <a:xfrm>
              <a:off x="8305800" y="781050"/>
              <a:ext cx="31242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8305800" y="781050"/>
              <a:ext cx="3124200" cy="3048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226061" y="867728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相对于 Dify 的优势</a:t>
              </a:r>
            </a:p>
          </p:txBody>
        </p:sp>
        <p:grpSp>
          <p:nvGrpSpPr>
            <p:cNvPr id="120" name="Group 120"/>
            <p:cNvGrpSpPr/>
            <p:nvPr/>
          </p:nvGrpSpPr>
          <p:grpSpPr>
            <a:xfrm>
              <a:off x="8439150" y="1181100"/>
              <a:ext cx="2857500" cy="373856"/>
              <a:chOff x="8439150" y="1181100"/>
              <a:chExt cx="2857500" cy="373856"/>
            </a:xfrm>
          </p:grpSpPr>
          <p:sp>
            <p:nvSpPr>
              <p:cNvPr id="116" name="Rectangle 116"/>
              <p:cNvSpPr/>
              <p:nvPr/>
            </p:nvSpPr>
            <p:spPr>
              <a:xfrm>
                <a:off x="8439150" y="11811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7" name="Rectangle 117"/>
              <p:cNvSpPr/>
              <p:nvPr/>
            </p:nvSpPr>
            <p:spPr>
              <a:xfrm>
                <a:off x="8439150" y="1181100"/>
                <a:ext cx="28575" cy="3429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8541068" y="12282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极简部署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8542972" y="1387316"/>
                <a:ext cx="21387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一条 pip install · Dify 需 Docker + 多容器</a:t>
                </a: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8439150" y="1581150"/>
              <a:ext cx="2857500" cy="373856"/>
              <a:chOff x="8439150" y="1581150"/>
              <a:chExt cx="2857500" cy="373856"/>
            </a:xfrm>
          </p:grpSpPr>
          <p:sp>
            <p:nvSpPr>
              <p:cNvPr id="121" name="Rectangle 121"/>
              <p:cNvSpPr/>
              <p:nvPr/>
            </p:nvSpPr>
            <p:spPr>
              <a:xfrm>
                <a:off x="8439150" y="15811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8439150" y="1581150"/>
                <a:ext cx="28575" cy="3429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8541068" y="16282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中文原生支持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8542972" y="1787366"/>
                <a:ext cx="16051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 · Dify 默认英文分割</a:t>
                </a: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8439150" y="1981200"/>
              <a:ext cx="2857500" cy="373856"/>
              <a:chOff x="8439150" y="1981200"/>
              <a:chExt cx="2857500" cy="373856"/>
            </a:xfrm>
          </p:grpSpPr>
          <p:sp>
            <p:nvSpPr>
              <p:cNvPr id="126" name="Rectangle 126"/>
              <p:cNvSpPr/>
              <p:nvPr/>
            </p:nvSpPr>
            <p:spPr>
              <a:xfrm>
                <a:off x="8439150" y="19812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27" name="Rectangle 127"/>
              <p:cNvSpPr/>
              <p:nvPr/>
            </p:nvSpPr>
            <p:spPr>
              <a:xfrm>
                <a:off x="8439150" y="1981200"/>
                <a:ext cx="28575" cy="3429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8541068" y="20283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零外部依赖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8542972" y="2187416"/>
                <a:ext cx="22817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仅需 Python · Dify 需 PG + Redis + Weaviate</a:t>
                </a: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8439150" y="2381250"/>
              <a:ext cx="2857500" cy="373856"/>
              <a:chOff x="8439150" y="2381250"/>
              <a:chExt cx="2857500" cy="373856"/>
            </a:xfrm>
          </p:grpSpPr>
          <p:sp>
            <p:nvSpPr>
              <p:cNvPr id="131" name="Rectangle 131"/>
              <p:cNvSpPr/>
              <p:nvPr/>
            </p:nvSpPr>
            <p:spPr>
              <a:xfrm>
                <a:off x="8439150" y="23812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8439150" y="2381250"/>
                <a:ext cx="28575" cy="3429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8541068" y="2428399"/>
                <a:ext cx="5640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CPU 友好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8542972" y="2587466"/>
                <a:ext cx="19021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MiniLM 本地 CPU · Dify 推荐 GPU 推理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8439150" y="2781300"/>
              <a:ext cx="2857500" cy="373856"/>
              <a:chOff x="8439150" y="2781300"/>
              <a:chExt cx="2857500" cy="373856"/>
            </a:xfrm>
          </p:grpSpPr>
          <p:sp>
            <p:nvSpPr>
              <p:cNvPr id="136" name="Rectangle 136"/>
              <p:cNvSpPr/>
              <p:nvPr/>
            </p:nvSpPr>
            <p:spPr>
              <a:xfrm>
                <a:off x="8439150" y="2781300"/>
                <a:ext cx="2857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37" name="Rectangle 137"/>
              <p:cNvSpPr/>
              <p:nvPr/>
            </p:nvSpPr>
            <p:spPr>
              <a:xfrm>
                <a:off x="8439150" y="2781300"/>
                <a:ext cx="28575" cy="3429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8541068" y="28284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代码完全可控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8542972" y="2987516"/>
                <a:ext cx="166016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~500 行核心代码 · Dify 庞大架构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8439150" y="3181350"/>
              <a:ext cx="2857500" cy="373856"/>
              <a:chOff x="8439150" y="3181350"/>
              <a:chExt cx="2857500" cy="373856"/>
            </a:xfrm>
          </p:grpSpPr>
          <p:sp>
            <p:nvSpPr>
              <p:cNvPr id="141" name="Rectangle 141"/>
              <p:cNvSpPr/>
              <p:nvPr/>
            </p:nvSpPr>
            <p:spPr>
              <a:xfrm>
                <a:off x="8439150" y="3181350"/>
                <a:ext cx="2857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8439150" y="3181350"/>
                <a:ext cx="28575" cy="3429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8541068" y="32284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联网回退内置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8542972" y="3387566"/>
                <a:ext cx="18031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DuckDuckGo 免费 · Dify 需额外插件</a:t>
                </a:r>
              </a:p>
            </p:txBody>
          </p:sp>
        </p:grpSp>
      </p:grpSp>
      <p:grpSp>
        <p:nvGrpSpPr>
          <p:cNvPr id="176" name="Group 176"/>
          <p:cNvGrpSpPr/>
          <p:nvPr/>
        </p:nvGrpSpPr>
        <p:grpSpPr>
          <a:xfrm>
            <a:off x="762000" y="3771900"/>
            <a:ext cx="10668000" cy="2571750"/>
            <a:chOff x="762000" y="3771900"/>
            <a:chExt cx="10668000" cy="2571750"/>
          </a:xfrm>
        </p:grpSpPr>
        <p:sp>
          <p:nvSpPr>
            <p:cNvPr id="147" name="Rectangle 147"/>
            <p:cNvSpPr/>
            <p:nvPr/>
          </p:nvSpPr>
          <p:spPr>
            <a:xfrm>
              <a:off x="762000" y="3771900"/>
              <a:ext cx="106680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762000" y="3771900"/>
              <a:ext cx="10668000" cy="342900"/>
            </a:xfrm>
            <a:prstGeom prst="rect">
              <a:avLst/>
            </a:prstGeom>
            <a:solidFill>
              <a:srgbClr val="1A1D2E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788128" y="3887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对比维度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290637" y="38871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本项目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532501" y="3887152"/>
              <a:ext cx="6514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Dify 平台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762000" y="41148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1788128" y="4220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部署方式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4588625" y="4220528"/>
              <a:ext cx="1871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pip install + streamlit run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010686" y="4220528"/>
              <a:ext cx="3695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Docker Compose（PostgreSQL + Redis + Weaviate + …）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762000" y="44577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1788128" y="45634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中文分块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4265184" y="4563428"/>
              <a:ext cx="2518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RecursiveTextSplitter · 。感知分隔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7724775" y="45634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默认英文分隔符（\n\n, \n, 空格）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762000" y="48006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788128" y="49063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硬件需求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4783424" y="4906328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仅需 CPU · 内存 &lt; 2GB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032814" y="4906328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推荐 GPU · 内存建议 8GB+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762000" y="51435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1714619" y="52492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代码复杂度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4886337" y="5249228"/>
              <a:ext cx="12763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~500 行 · 4 个模块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8134326" y="524922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数十万行 · 微服务架构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762000" y="5486400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788128" y="55921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联网搜索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4559221" y="5592128"/>
              <a:ext cx="19305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DuckDuckGo 内置 · 免费使用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8008310" y="5592128"/>
              <a:ext cx="16998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需额外配置 API Key 或插件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762000" y="5829300"/>
              <a:ext cx="10668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788128" y="5935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定制难度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4691538" y="5935028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直接修改源码 · 即改即用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980307" y="5935028"/>
              <a:ext cx="1755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需理解 Dify DSL + 插件体系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762000" y="6496050"/>
            <a:ext cx="10668000" cy="264319"/>
            <a:chOff x="762000" y="6496050"/>
            <a:chExt cx="10668000" cy="264319"/>
          </a:xfrm>
        </p:grpSpPr>
        <p:sp>
          <p:nvSpPr>
            <p:cNvPr id="177" name="Rectangle 177"/>
            <p:cNvSpPr/>
            <p:nvPr/>
          </p:nvSpPr>
          <p:spPr>
            <a:xfrm>
              <a:off x="762000" y="6496050"/>
              <a:ext cx="106680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2881967" y="6562249"/>
              <a:ext cx="64280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核心优势：轻量 · 中文原生 · CPU 友好 · 零外部依赖 · 代码可控 — 适合中小企业/个人快速搭建知识库问答系统</a:t>
              </a:r>
            </a:p>
          </p:txBody>
        </p:sp>
      </p:grpSp>
      <p:sp>
        <p:nvSpPr>
          <p:cNvPr id="180" name="TextBox 180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12" grpId="0"/>
      <p:bldP spid="146" grpId="0"/>
      <p:bldP spid="176" grpId="0"/>
      <p:bldP spid="1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2026-06-14T08:57:27Z</dcterms:created>
  <dcterms:modified xsi:type="dcterms:W3CDTF">2026-06-14T08:57:27Z</dcterms:modified>
  <cp:category/>
  <cp:contentStatus/>
</cp:coreProperties>
</file>