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2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欢迎来到本次技术分享。今天我们要介绍的是一个基于 RAG 架构的智能客服系统，它整合了 Streamlit 前端、LangChain LangGraph 代理框架和 ChromaDB 向量数据库，形成了一套完整的智能问答解决方案。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接下来的分享将分为七个部分：我们首先了解项目整体定位，然后深入技术栈和架构设计，接着拆解数据处理流程和四大核心模块，最后总结核心特性并演示如何快速部署运行。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这个系统的核心思路是将用户上传的文档转化为可检索的知识库。当用户提问时，系统优先从文档中语义检索答案，只有在文档覆盖不足时才自动回退到网络搜索。它支持七种常见的文件格式，包括 PDF、Word、Markdown 和图片 OCR，基本覆盖了企业日常的文档类型。同时内置的多轮对话记忆机制确保每次回答都理解前文语境。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系统采用经典的三层水平架构。最上层是展示层，包含 Streamlit 界面、会话状态和设置面板。中间是代理层，LangGraph ReAct Agent 负责编排两个工具：retriever 用于文档语义检索，web_search 用于网络搜索回退。最下层是存储层，包含 ChromaDB 向量库、HuggingFace 嵌入模型和文件加载器。基础设施层提供配置管理、日志记录和测试支持。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FileLoader 模块提供了七种格式的自动检测与解析能力。每种格式都有对应的 LangChain 加载器，图片则通过 pytesseract 进行中英文混合 OCR 识别。分块策略采用 RecursiveCharacterTextSplitter，特别配置了中文句号作为核心分隔符，chunk 大小为一千字符，重叠一百五十字符。每个分块都会注入完整的元数据，包括原始文件名、格式类型、分块序号和上传时间，为后续的回答溯源提供基础。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VectorStoreManager 封装了 ChromaDB 和 HuggingFace 嵌入模型。采用懒加载初始化策略，只有首次访问时才创建 Chroma 客户端，同时内置了基于来源和序号的分块去重逻辑。AgentManager 使用 LangGraph 的 create_react_agent 创建 ReAct 代理，配置了 retriever 和 web_search 两个工具。retriever 优先调用，返回带来源标注的文档内容；web_search 作为回退方案，通过 DuckDuckGo 的 html 和 lite 双后端保证可用性。流式输出基于 LangGraph 的 values 模式，每次 AI 消息更新时 yield 完整响应文本。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MemoryManager 封装了 ConversationBufferWindowMemory，默认保留最近四轮对话。当用户提问时，系统先加载对话历史，将其注入 Agent 的 prompt 中，模型生成回答后再将本轮对话保存到记忆中。滑动窗口机制确保上下文不会无限增长，避免推理速度下降和 Token 浪费。记忆存储在 Streamlit 的 session_state 中，页面刷新后依然保持。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起来，这个系统有六大核心优势。多格式支持覆盖了七种常见文件类型。中文深度优化体现在分块策略和多语言嵌入模型上。智能回退机制确保文档不足时无缝切换到网络搜索。流式响应提供了实时逐字输出的体验。去重与持久化保证了数据一致性和跨会话可用性。回答可溯源让每个答案都附带文件名和页码，增强可信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部署这个系统非常简便。首先通过 pip 安装依赖，然后配置环境变量文件，设置 API 密钥、基础 URL 和模型名称，最后一条 streamlit run 命令即可启动应用。运行测试只需执行 pytest，测试套件覆盖了从文件加载到向量检索到代理创建的完整流程。所有数据包括向量库、上传文件和日志都持久化在 data 目录下。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让我们快速回顾今天的内容。智能客服系统将 RAG 架构、LangGraph Agent 编排和 ChromaDB 向量检索深度整合，提供了一个轻量高效、即装即用的智能问答平台。它支持七种文档格式、中文优化分块、本地嵌入、双工具智能回退，并且全流程可溯源，非常适合企业内部知识库问答场景。感谢各位的时间，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857500"/>
              <a:ext cx="57150" cy="1143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0001250" y="762000"/>
            <a:ext cx="1714500" cy="1714500"/>
            <a:chOff x="10001250" y="762000"/>
            <a:chExt cx="1714500" cy="1714500"/>
          </a:xfrm>
        </p:grpSpPr>
        <p:sp>
          <p:nvSpPr>
            <p:cNvPr id="6" name="Rectangle 6"/>
            <p:cNvSpPr/>
            <p:nvPr/>
          </p:nvSpPr>
          <p:spPr>
            <a:xfrm>
              <a:off x="10001250" y="762000"/>
              <a:ext cx="1714500" cy="1714500"/>
            </a:xfrm>
            <a:prstGeom prst="rect">
              <a:avLst/>
            </a:prstGeom>
            <a:noFill/>
            <a:ln w="14288">
              <a:solidFill>
                <a:srgbClr val="1A73E8">
                  <a:alpha val="20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0287000" y="1047750"/>
              <a:ext cx="1143000" cy="1143000"/>
            </a:xfrm>
            <a:prstGeom prst="rect">
              <a:avLst/>
            </a:prstGeom>
            <a:noFill/>
            <a:ln w="9525">
              <a:solidFill>
                <a:srgbClr val="6C3FD4">
                  <a:alpha val="15000"/>
                </a:srgbClr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572750" y="1333500"/>
              <a:ext cx="571500" cy="571500"/>
            </a:xfrm>
            <a:prstGeom prst="rect">
              <a:avLst/>
            </a:prstGeom>
            <a:solidFill>
              <a:srgbClr val="1A73E8">
                <a:alpha val="6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5905500"/>
            <a:ext cx="1905000" cy="95250"/>
            <a:chOff x="762000" y="5905500"/>
            <a:chExt cx="1905000" cy="95250"/>
          </a:xfrm>
        </p:grpSpPr>
        <p:sp>
          <p:nvSpPr>
            <p:cNvPr id="10" name="Rectangle 10"/>
            <p:cNvSpPr/>
            <p:nvPr/>
          </p:nvSpPr>
          <p:spPr>
            <a:xfrm>
              <a:off x="762000" y="5905500"/>
              <a:ext cx="1905000" cy="190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5981700"/>
              <a:ext cx="952500" cy="190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01040" y="2148840"/>
            <a:ext cx="4154424" cy="975360"/>
            <a:chOff x="701040" y="2148840"/>
            <a:chExt cx="4154424" cy="975360"/>
          </a:xfrm>
        </p:grpSpPr>
        <p:sp>
          <p:nvSpPr>
            <p:cNvPr id="13" name="TextBox 13"/>
            <p:cNvSpPr txBox="1"/>
            <p:nvPr/>
          </p:nvSpPr>
          <p:spPr>
            <a:xfrm>
              <a:off x="701040" y="2148840"/>
              <a:ext cx="4154424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330" y="3011805"/>
            <a:ext cx="3203734" cy="750570"/>
            <a:chOff x="735330" y="3011805"/>
            <a:chExt cx="3203734" cy="750570"/>
          </a:xfrm>
        </p:grpSpPr>
        <p:sp>
          <p:nvSpPr>
            <p:cNvPr id="15" name="TextBox 15"/>
            <p:cNvSpPr txBox="1"/>
            <p:nvPr/>
          </p:nvSpPr>
          <p:spPr>
            <a:xfrm>
              <a:off x="735330" y="3011805"/>
              <a:ext cx="32037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基于 RAG 的智能问答平台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457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技术架构解析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4000500"/>
            <a:ext cx="1219200" cy="28575"/>
            <a:chOff x="762000" y="4000500"/>
            <a:chExt cx="1219200" cy="28575"/>
          </a:xfrm>
        </p:grpSpPr>
        <p:sp>
          <p:nvSpPr>
            <p:cNvPr id="18" name="Rectangle 18"/>
            <p:cNvSpPr/>
            <p:nvPr/>
          </p:nvSpPr>
          <p:spPr>
            <a:xfrm>
              <a:off x="762000" y="4000500"/>
              <a:ext cx="7620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00200" y="4000500"/>
              <a:ext cx="381000" cy="2857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6165056"/>
            <a:ext cx="10695623" cy="411956"/>
            <a:chOff x="747712" y="6165056"/>
            <a:chExt cx="10695623" cy="411956"/>
          </a:xfrm>
        </p:grpSpPr>
        <p:sp>
          <p:nvSpPr>
            <p:cNvPr id="21" name="TextBox 21"/>
            <p:cNvSpPr txBox="1"/>
            <p:nvPr/>
          </p:nvSpPr>
          <p:spPr>
            <a:xfrm>
              <a:off x="747712" y="6165056"/>
              <a:ext cx="4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+ LangChain/LangGraph + ChromaDB + 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77598" y="63636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2026.06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18160"/>
            <a:ext cx="980885" cy="610552"/>
            <a:chOff x="762000" y="518160"/>
            <a:chExt cx="980885" cy="610552"/>
          </a:xfrm>
        </p:grpSpPr>
        <p:sp>
          <p:nvSpPr>
            <p:cNvPr id="3" name="Rectangle 3"/>
            <p:cNvSpPr/>
            <p:nvPr/>
          </p:nvSpPr>
          <p:spPr>
            <a:xfrm>
              <a:off x="762000" y="5715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518160"/>
              <a:ext cx="82467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915352"/>
              <a:ext cx="4887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AGENDA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476375"/>
            <a:ext cx="10668000" cy="2693194"/>
            <a:chOff x="762000" y="1476375"/>
            <a:chExt cx="10668000" cy="2693194"/>
          </a:xfrm>
        </p:grpSpPr>
        <p:grpSp>
          <p:nvGrpSpPr>
            <p:cNvPr id="27" name="Group 27"/>
            <p:cNvGrpSpPr/>
            <p:nvPr/>
          </p:nvGrpSpPr>
          <p:grpSpPr>
            <a:xfrm>
              <a:off x="762000" y="1476375"/>
              <a:ext cx="5143500" cy="2693194"/>
              <a:chOff x="762000" y="1476375"/>
              <a:chExt cx="5143500" cy="269319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210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1524000" y="16383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695450" y="1666875"/>
                <a:ext cx="8382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项目概述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19140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系统定位与核心能力介绍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210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3241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695450" y="23526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技术栈一览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2118" y="25998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核心技术组件与选型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7620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5240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695450" y="30384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系统架构总览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2118" y="32856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模块关系与三层架构设计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7620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6957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95450" y="37242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数据处理流程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21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从上传到检索的完整链路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286500" y="1476375"/>
              <a:ext cx="5143500" cy="2693194"/>
              <a:chOff x="6286500" y="1476375"/>
              <a:chExt cx="5143500" cy="2693194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286500" y="14763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45580" y="16021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048500" y="16383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219950" y="1666875"/>
                <a:ext cx="1238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核心模块解析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226618" y="191404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FileLoader / VectorStore / Agent / Memory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286500" y="21621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5580" y="2287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048500" y="2324100"/>
                <a:ext cx="19050" cy="2667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219950" y="2352675"/>
                <a:ext cx="14382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核心特性与亮点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226618" y="259984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六大核心优势总结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286500" y="28479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45580" y="29737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7048500" y="3009900"/>
                <a:ext cx="19050" cy="2667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219950" y="3038475"/>
                <a:ext cx="10382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运行与部署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226618" y="32856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命令、配置与环境变量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286500" y="3533775"/>
                <a:ext cx="5143500" cy="609600"/>
              </a:xfrm>
              <a:prstGeom prst="rect">
                <a:avLst/>
              </a:prstGeom>
              <a:solidFill>
                <a:srgbClr val="FFFFFF"/>
              </a:solidFill>
              <a:ln w="4762">
                <a:solidFill>
                  <a:srgbClr val="D8DAE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45580" y="36595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7048500" y="3695700"/>
                <a:ext cx="19050" cy="2667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19950" y="3724275"/>
                <a:ext cx="4381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总结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226618" y="39714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回顾与后续展望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0" name="Rectangle 50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02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413385"/>
            <a:ext cx="3466291" cy="593884"/>
            <a:chOff x="762000" y="413385"/>
            <a:chExt cx="3466291" cy="593884"/>
          </a:xfrm>
        </p:grpSpPr>
        <p:sp>
          <p:nvSpPr>
            <p:cNvPr id="3" name="Rectangle 3"/>
            <p:cNvSpPr/>
            <p:nvPr/>
          </p:nvSpPr>
          <p:spPr>
            <a:xfrm>
              <a:off x="762000" y="457200"/>
              <a:ext cx="38100" cy="3048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41338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项目概述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8091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RAG-POWERED INTELLIGENT CUSTOMER SERVICE SYSTEM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238250"/>
            <a:ext cx="10614993" cy="5048250"/>
            <a:chOff x="762000" y="1238250"/>
            <a:chExt cx="10614993" cy="50482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523875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38250"/>
              <a:ext cx="38100" cy="5048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795" y="1488758"/>
              <a:ext cx="94920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基于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 RAG（检索增强生成）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架构，将用户上传的文档作为知识库，结合大语言模型进行智能问答。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6795" y="2012632"/>
              <a:ext cx="103501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支持 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7 种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文件格式：PDF、DOCX、TXT、Markdown、CSV、HTML、图片 OCR，满足企业多样化文档需求。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6795" y="2536508"/>
              <a:ext cx="88210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优先从上传文档中</a:t>
              </a:r>
              <a:r>
                <a:rPr lang="zh-CN" sz="1650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语义检索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答案；文档覆盖不足时，自动</a:t>
              </a:r>
              <a:r>
                <a:rPr lang="zh-CN" sz="16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回退至网络搜索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 (DuckDuckGo)。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6795" y="3060382"/>
              <a:ext cx="81829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内置</a:t>
              </a:r>
              <a:r>
                <a:rPr lang="zh-CN" sz="1650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多轮对话记忆</a:t>
              </a:r>
              <a:r>
                <a:rPr lang="zh-CN" sz="165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机制，基于滑动窗口保持上下文连贯，让每一次回答都理解前文。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86500" y="1238250"/>
            <a:ext cx="5161216" cy="5048250"/>
            <a:chOff x="6286500" y="1238250"/>
            <a:chExt cx="5161216" cy="5048250"/>
          </a:xfrm>
        </p:grpSpPr>
        <p:sp>
          <p:nvSpPr>
            <p:cNvPr id="14" name="Rectangle 14"/>
            <p:cNvSpPr/>
            <p:nvPr/>
          </p:nvSpPr>
          <p:spPr>
            <a:xfrm>
              <a:off x="6286500" y="1238250"/>
              <a:ext cx="5143500" cy="5048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4572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06968" y="139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496050" y="1866900"/>
              <a:ext cx="4951666" cy="381000"/>
              <a:chOff x="6496050" y="1866900"/>
              <a:chExt cx="4951666" cy="381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96050" y="18669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6654403" y="1945480"/>
                <a:ext cx="175766" cy="171451"/>
                <a:chOff x="6654403" y="1945480"/>
                <a:chExt cx="175766" cy="171451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765131" y="1952625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50006"/>
                      </a:moveTo>
                      <a:lnTo>
                        <a:pt x="0" y="500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654403" y="1945480"/>
                  <a:ext cx="175766" cy="171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766" h="171451">
                      <a:moveTo>
                        <a:pt x="21431" y="107158"/>
                      </a:moveTo>
                      <a:lnTo>
                        <a:pt x="7144" y="107158"/>
                      </a:lnTo>
                      <a:cubicBezTo>
                        <a:pt x="3198" y="107158"/>
                        <a:pt x="0" y="110356"/>
                        <a:pt x="0" y="114301"/>
                      </a:cubicBezTo>
                      <a:lnTo>
                        <a:pt x="0" y="164308"/>
                      </a:lnTo>
                      <a:cubicBezTo>
                        <a:pt x="0" y="168253"/>
                        <a:pt x="3198" y="171451"/>
                        <a:pt x="7144" y="171451"/>
                      </a:cubicBezTo>
                      <a:lnTo>
                        <a:pt x="21431" y="171451"/>
                      </a:lnTo>
                      <a:cubicBezTo>
                        <a:pt x="39185" y="171451"/>
                        <a:pt x="53578" y="157059"/>
                        <a:pt x="53578" y="139305"/>
                      </a:cubicBezTo>
                      <a:cubicBezTo>
                        <a:pt x="53578" y="121550"/>
                        <a:pt x="39185" y="107158"/>
                        <a:pt x="21431" y="107158"/>
                      </a:cubicBezTo>
                      <a:close/>
                      <a:moveTo>
                        <a:pt x="21431" y="157164"/>
                      </a:moveTo>
                      <a:lnTo>
                        <a:pt x="14288" y="157164"/>
                      </a:lnTo>
                      <a:lnTo>
                        <a:pt x="14288" y="121445"/>
                      </a:lnTo>
                      <a:lnTo>
                        <a:pt x="21431" y="121445"/>
                      </a:lnTo>
                      <a:cubicBezTo>
                        <a:pt x="31295" y="121445"/>
                        <a:pt x="39291" y="129441"/>
                        <a:pt x="39291" y="139305"/>
                      </a:cubicBezTo>
                      <a:cubicBezTo>
                        <a:pt x="39291" y="149168"/>
                        <a:pt x="31295" y="157164"/>
                        <a:pt x="21431" y="157164"/>
                      </a:cubicBezTo>
                      <a:close/>
                      <a:moveTo>
                        <a:pt x="172816" y="152780"/>
                      </a:moveTo>
                      <a:cubicBezTo>
                        <a:pt x="175666" y="155507"/>
                        <a:pt x="175766" y="160028"/>
                        <a:pt x="173039" y="162879"/>
                      </a:cubicBezTo>
                      <a:cubicBezTo>
                        <a:pt x="168012" y="168291"/>
                        <a:pt x="160977" y="171392"/>
                        <a:pt x="153591" y="171451"/>
                      </a:cubicBezTo>
                      <a:cubicBezTo>
                        <a:pt x="137830" y="171451"/>
                        <a:pt x="125016" y="157030"/>
                        <a:pt x="125016" y="139305"/>
                      </a:cubicBezTo>
                      <a:cubicBezTo>
                        <a:pt x="125016" y="121579"/>
                        <a:pt x="137830" y="107158"/>
                        <a:pt x="153591" y="107158"/>
                      </a:cubicBezTo>
                      <a:cubicBezTo>
                        <a:pt x="160977" y="107218"/>
                        <a:pt x="168012" y="110318"/>
                        <a:pt x="173039" y="115730"/>
                      </a:cubicBezTo>
                      <a:cubicBezTo>
                        <a:pt x="175705" y="118590"/>
                        <a:pt x="175578" y="123061"/>
                        <a:pt x="172753" y="125763"/>
                      </a:cubicBezTo>
                      <a:cubicBezTo>
                        <a:pt x="169928" y="128466"/>
                        <a:pt x="165456" y="128396"/>
                        <a:pt x="162717" y="125606"/>
                      </a:cubicBezTo>
                      <a:cubicBezTo>
                        <a:pt x="160373" y="123028"/>
                        <a:pt x="157074" y="121523"/>
                        <a:pt x="153591" y="121445"/>
                      </a:cubicBezTo>
                      <a:cubicBezTo>
                        <a:pt x="145715" y="121445"/>
                        <a:pt x="139303" y="129482"/>
                        <a:pt x="139303" y="139305"/>
                      </a:cubicBezTo>
                      <a:cubicBezTo>
                        <a:pt x="139303" y="149127"/>
                        <a:pt x="145715" y="157164"/>
                        <a:pt x="153591" y="157164"/>
                      </a:cubicBezTo>
                      <a:cubicBezTo>
                        <a:pt x="157076" y="157092"/>
                        <a:pt x="160377" y="155587"/>
                        <a:pt x="162717" y="153003"/>
                      </a:cubicBezTo>
                      <a:cubicBezTo>
                        <a:pt x="165444" y="150153"/>
                        <a:pt x="169966" y="150053"/>
                        <a:pt x="172816" y="152780"/>
                      </a:cubicBezTo>
                      <a:close/>
                      <a:moveTo>
                        <a:pt x="89297" y="107158"/>
                      </a:moveTo>
                      <a:cubicBezTo>
                        <a:pt x="73545" y="107158"/>
                        <a:pt x="60722" y="121579"/>
                        <a:pt x="60722" y="139305"/>
                      </a:cubicBezTo>
                      <a:cubicBezTo>
                        <a:pt x="60722" y="157030"/>
                        <a:pt x="73545" y="171451"/>
                        <a:pt x="89297" y="171451"/>
                      </a:cubicBezTo>
                      <a:cubicBezTo>
                        <a:pt x="105049" y="171451"/>
                        <a:pt x="117872" y="157030"/>
                        <a:pt x="117872" y="139305"/>
                      </a:cubicBezTo>
                      <a:cubicBezTo>
                        <a:pt x="117872" y="121579"/>
                        <a:pt x="105049" y="107158"/>
                        <a:pt x="89297" y="107158"/>
                      </a:cubicBezTo>
                      <a:close/>
                      <a:moveTo>
                        <a:pt x="89297" y="157164"/>
                      </a:moveTo>
                      <a:cubicBezTo>
                        <a:pt x="81421" y="157164"/>
                        <a:pt x="75009" y="149127"/>
                        <a:pt x="75009" y="139305"/>
                      </a:cubicBezTo>
                      <a:cubicBezTo>
                        <a:pt x="75009" y="129482"/>
                        <a:pt x="81421" y="121445"/>
                        <a:pt x="89297" y="121445"/>
                      </a:cubicBezTo>
                      <a:cubicBezTo>
                        <a:pt x="97173" y="121445"/>
                        <a:pt x="103584" y="129482"/>
                        <a:pt x="103584" y="139305"/>
                      </a:cubicBezTo>
                      <a:cubicBezTo>
                        <a:pt x="103584" y="149127"/>
                        <a:pt x="97173" y="157164"/>
                        <a:pt x="89297" y="157164"/>
                      </a:cubicBezTo>
                      <a:close/>
                      <a:moveTo>
                        <a:pt x="17859" y="85726"/>
                      </a:moveTo>
                      <a:cubicBezTo>
                        <a:pt x="21805" y="85726"/>
                        <a:pt x="25003" y="82528"/>
                        <a:pt x="25003" y="78583"/>
                      </a:cubicBezTo>
                      <a:lnTo>
                        <a:pt x="25003" y="14289"/>
                      </a:lnTo>
                      <a:lnTo>
                        <a:pt x="103584" y="14289"/>
                      </a:lnTo>
                      <a:lnTo>
                        <a:pt x="103584" y="57151"/>
                      </a:lnTo>
                      <a:cubicBezTo>
                        <a:pt x="103584" y="61097"/>
                        <a:pt x="106783" y="64295"/>
                        <a:pt x="110728" y="64295"/>
                      </a:cubicBezTo>
                      <a:lnTo>
                        <a:pt x="153591" y="64295"/>
                      </a:lnTo>
                      <a:lnTo>
                        <a:pt x="153591" y="78583"/>
                      </a:lnTo>
                      <a:cubicBezTo>
                        <a:pt x="153591" y="82528"/>
                        <a:pt x="156789" y="85726"/>
                        <a:pt x="160734" y="85726"/>
                      </a:cubicBezTo>
                      <a:cubicBezTo>
                        <a:pt x="164680" y="85726"/>
                        <a:pt x="167878" y="82528"/>
                        <a:pt x="167878" y="78583"/>
                      </a:cubicBezTo>
                      <a:lnTo>
                        <a:pt x="167878" y="57151"/>
                      </a:lnTo>
                      <a:cubicBezTo>
                        <a:pt x="167880" y="55256"/>
                        <a:pt x="167128" y="53438"/>
                        <a:pt x="165789" y="52097"/>
                      </a:cubicBezTo>
                      <a:lnTo>
                        <a:pt x="115782" y="2091"/>
                      </a:lnTo>
                      <a:cubicBezTo>
                        <a:pt x="114441" y="752"/>
                        <a:pt x="112623" y="0"/>
                        <a:pt x="110728" y="1"/>
                      </a:cubicBezTo>
                      <a:lnTo>
                        <a:pt x="25003" y="1"/>
                      </a:lnTo>
                      <a:cubicBezTo>
                        <a:pt x="17112" y="1"/>
                        <a:pt x="10716" y="6398"/>
                        <a:pt x="10716" y="14289"/>
                      </a:cubicBezTo>
                      <a:lnTo>
                        <a:pt x="10716" y="78583"/>
                      </a:lnTo>
                      <a:cubicBezTo>
                        <a:pt x="10716" y="82528"/>
                        <a:pt x="13914" y="85726"/>
                        <a:pt x="17859" y="85726"/>
                      </a:cubicBezTo>
                      <a:close/>
                      <a:moveTo>
                        <a:pt x="117872" y="24388"/>
                      </a:moveTo>
                      <a:lnTo>
                        <a:pt x="143491" y="50008"/>
                      </a:lnTo>
                      <a:lnTo>
                        <a:pt x="117872" y="5000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6956108" y="1957864"/>
                <a:ext cx="10767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种文件格式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68665" y="19821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496050" y="2400300"/>
              <a:ext cx="4724400" cy="381000"/>
              <a:chOff x="6496050" y="2400300"/>
              <a:chExt cx="4724400" cy="381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496050" y="24003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6642705" y="2470721"/>
                <a:ext cx="194566" cy="194600"/>
                <a:chOff x="6642705" y="2470721"/>
                <a:chExt cx="194566" cy="1946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57975" y="2486025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642705" y="2470721"/>
                  <a:ext cx="194566" cy="1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566" h="194600">
                      <a:moveTo>
                        <a:pt x="191774" y="181700"/>
                      </a:moveTo>
                      <a:lnTo>
                        <a:pt x="147072" y="136998"/>
                      </a:lnTo>
                      <a:cubicBezTo>
                        <a:pt x="174041" y="104654"/>
                        <a:pt x="170798" y="56818"/>
                        <a:pt x="139712" y="28409"/>
                      </a:cubicBezTo>
                      <a:cubicBezTo>
                        <a:pt x="108625" y="0"/>
                        <a:pt x="60692" y="1067"/>
                        <a:pt x="30901" y="30832"/>
                      </a:cubicBezTo>
                      <a:cubicBezTo>
                        <a:pt x="1110" y="60597"/>
                        <a:pt x="0" y="108529"/>
                        <a:pt x="28382" y="139641"/>
                      </a:cubicBezTo>
                      <a:cubicBezTo>
                        <a:pt x="56763" y="170752"/>
                        <a:pt x="104596" y="174037"/>
                        <a:pt x="136964" y="147097"/>
                      </a:cubicBezTo>
                      <a:lnTo>
                        <a:pt x="181666" y="191808"/>
                      </a:lnTo>
                      <a:cubicBezTo>
                        <a:pt x="184457" y="194600"/>
                        <a:pt x="188983" y="194600"/>
                        <a:pt x="191774" y="191808"/>
                      </a:cubicBezTo>
                      <a:cubicBezTo>
                        <a:pt x="194566" y="189017"/>
                        <a:pt x="194566" y="184491"/>
                        <a:pt x="191774" y="181700"/>
                      </a:cubicBezTo>
                      <a:close/>
                      <a:moveTo>
                        <a:pt x="22414" y="86742"/>
                      </a:moveTo>
                      <a:cubicBezTo>
                        <a:pt x="22414" y="51233"/>
                        <a:pt x="51199" y="22448"/>
                        <a:pt x="86707" y="22448"/>
                      </a:cubicBezTo>
                      <a:cubicBezTo>
                        <a:pt x="122216" y="22448"/>
                        <a:pt x="151001" y="51233"/>
                        <a:pt x="151001" y="86742"/>
                      </a:cubicBezTo>
                      <a:cubicBezTo>
                        <a:pt x="151001" y="122250"/>
                        <a:pt x="122216" y="151035"/>
                        <a:pt x="86707" y="151035"/>
                      </a:cubicBezTo>
                      <a:cubicBezTo>
                        <a:pt x="51215" y="150996"/>
                        <a:pt x="22453" y="122234"/>
                        <a:pt x="22414" y="86742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6956108" y="2491264"/>
                <a:ext cx="128204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双工具智能检索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49665" y="25155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文档优先 + 联网回退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496050" y="2933700"/>
              <a:ext cx="4724400" cy="381000"/>
              <a:chOff x="6496050" y="2933700"/>
              <a:chExt cx="4724400" cy="381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496050" y="29337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6636537" y="3008691"/>
                <a:ext cx="214319" cy="185774"/>
                <a:chOff x="6636537" y="3008691"/>
                <a:chExt cx="214319" cy="185774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43649" y="3019425"/>
                  <a:ext cx="200069" cy="164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69" h="164306">
                      <a:moveTo>
                        <a:pt x="200063" y="82153"/>
                      </a:moveTo>
                      <a:cubicBezTo>
                        <a:pt x="200069" y="100322"/>
                        <a:pt x="188619" y="116521"/>
                        <a:pt x="171488" y="122578"/>
                      </a:cubicBezTo>
                      <a:lnTo>
                        <a:pt x="171488" y="122578"/>
                      </a:lnTo>
                      <a:lnTo>
                        <a:pt x="171488" y="128588"/>
                      </a:lnTo>
                      <a:cubicBezTo>
                        <a:pt x="171488" y="148314"/>
                        <a:pt x="155497" y="164306"/>
                        <a:pt x="135770" y="164306"/>
                      </a:cubicBezTo>
                      <a:cubicBezTo>
                        <a:pt x="116043" y="164306"/>
                        <a:pt x="100051" y="148314"/>
                        <a:pt x="100051" y="128588"/>
                      </a:cubicBezTo>
                      <a:cubicBezTo>
                        <a:pt x="100051" y="148314"/>
                        <a:pt x="84059" y="164306"/>
                        <a:pt x="64332" y="164306"/>
                      </a:cubicBezTo>
                      <a:cubicBezTo>
                        <a:pt x="44605" y="164306"/>
                        <a:pt x="28613" y="148314"/>
                        <a:pt x="28613" y="128588"/>
                      </a:cubicBezTo>
                      <a:lnTo>
                        <a:pt x="28613" y="122578"/>
                      </a:lnTo>
                      <a:lnTo>
                        <a:pt x="28613" y="122578"/>
                      </a:lnTo>
                      <a:cubicBezTo>
                        <a:pt x="11468" y="116534"/>
                        <a:pt x="0" y="100332"/>
                        <a:pt x="0" y="82153"/>
                      </a:cubicBezTo>
                      <a:cubicBezTo>
                        <a:pt x="0" y="63974"/>
                        <a:pt x="11468" y="47772"/>
                        <a:pt x="28613" y="41728"/>
                      </a:cubicBezTo>
                      <a:lnTo>
                        <a:pt x="28613" y="35719"/>
                      </a:lnTo>
                      <a:cubicBezTo>
                        <a:pt x="28613" y="15992"/>
                        <a:pt x="44605" y="0"/>
                        <a:pt x="64332" y="0"/>
                      </a:cubicBezTo>
                      <a:cubicBezTo>
                        <a:pt x="84059" y="0"/>
                        <a:pt x="100051" y="15992"/>
                        <a:pt x="100051" y="35719"/>
                      </a:cubicBezTo>
                      <a:cubicBezTo>
                        <a:pt x="100051" y="15992"/>
                        <a:pt x="116043" y="0"/>
                        <a:pt x="135770" y="0"/>
                      </a:cubicBezTo>
                      <a:cubicBezTo>
                        <a:pt x="155497" y="0"/>
                        <a:pt x="171488" y="15992"/>
                        <a:pt x="171488" y="35719"/>
                      </a:cubicBezTo>
                      <a:lnTo>
                        <a:pt x="171488" y="41728"/>
                      </a:lnTo>
                      <a:cubicBezTo>
                        <a:pt x="188619" y="47785"/>
                        <a:pt x="200069" y="63984"/>
                        <a:pt x="200063" y="82153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636537" y="3008691"/>
                  <a:ext cx="214319" cy="1857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9" h="185774">
                      <a:moveTo>
                        <a:pt x="214319" y="92887"/>
                      </a:moveTo>
                      <a:cubicBezTo>
                        <a:pt x="214300" y="73574"/>
                        <a:pt x="203183" y="55992"/>
                        <a:pt x="185744" y="47694"/>
                      </a:cubicBezTo>
                      <a:lnTo>
                        <a:pt x="185744" y="46453"/>
                      </a:lnTo>
                      <a:cubicBezTo>
                        <a:pt x="185727" y="27553"/>
                        <a:pt x="173334" y="10895"/>
                        <a:pt x="155237" y="5448"/>
                      </a:cubicBezTo>
                      <a:cubicBezTo>
                        <a:pt x="137139" y="0"/>
                        <a:pt x="117610" y="7048"/>
                        <a:pt x="107163" y="22798"/>
                      </a:cubicBezTo>
                      <a:cubicBezTo>
                        <a:pt x="96716" y="7048"/>
                        <a:pt x="77186" y="0"/>
                        <a:pt x="59089" y="5448"/>
                      </a:cubicBezTo>
                      <a:cubicBezTo>
                        <a:pt x="40992" y="10895"/>
                        <a:pt x="28599" y="27553"/>
                        <a:pt x="28582" y="46453"/>
                      </a:cubicBezTo>
                      <a:lnTo>
                        <a:pt x="28582" y="47694"/>
                      </a:lnTo>
                      <a:cubicBezTo>
                        <a:pt x="11127" y="55970"/>
                        <a:pt x="0" y="73560"/>
                        <a:pt x="0" y="92878"/>
                      </a:cubicBezTo>
                      <a:cubicBezTo>
                        <a:pt x="0" y="112196"/>
                        <a:pt x="11127" y="129786"/>
                        <a:pt x="28582" y="138062"/>
                      </a:cubicBezTo>
                      <a:lnTo>
                        <a:pt x="28582" y="139321"/>
                      </a:lnTo>
                      <a:cubicBezTo>
                        <a:pt x="28599" y="158221"/>
                        <a:pt x="40992" y="174879"/>
                        <a:pt x="59089" y="180326"/>
                      </a:cubicBezTo>
                      <a:cubicBezTo>
                        <a:pt x="77186" y="185774"/>
                        <a:pt x="96716" y="178726"/>
                        <a:pt x="107163" y="162976"/>
                      </a:cubicBezTo>
                      <a:cubicBezTo>
                        <a:pt x="117610" y="178726"/>
                        <a:pt x="137139" y="185774"/>
                        <a:pt x="155237" y="180326"/>
                      </a:cubicBezTo>
                      <a:cubicBezTo>
                        <a:pt x="173334" y="174879"/>
                        <a:pt x="185727" y="158221"/>
                        <a:pt x="185744" y="139321"/>
                      </a:cubicBezTo>
                      <a:lnTo>
                        <a:pt x="185744" y="138062"/>
                      </a:lnTo>
                      <a:cubicBezTo>
                        <a:pt x="203180" y="129770"/>
                        <a:pt x="214297" y="112194"/>
                        <a:pt x="214319" y="92887"/>
                      </a:cubicBezTo>
                      <a:close/>
                      <a:moveTo>
                        <a:pt x="71444" y="167896"/>
                      </a:moveTo>
                      <a:cubicBezTo>
                        <a:pt x="56853" y="167894"/>
                        <a:pt x="44607" y="156900"/>
                        <a:pt x="43039" y="142393"/>
                      </a:cubicBezTo>
                      <a:cubicBezTo>
                        <a:pt x="45349" y="142723"/>
                        <a:pt x="47679" y="142890"/>
                        <a:pt x="50013" y="142893"/>
                      </a:cubicBezTo>
                      <a:lnTo>
                        <a:pt x="57157" y="142893"/>
                      </a:lnTo>
                      <a:cubicBezTo>
                        <a:pt x="61102" y="142893"/>
                        <a:pt x="64300" y="139695"/>
                        <a:pt x="64300" y="135749"/>
                      </a:cubicBezTo>
                      <a:cubicBezTo>
                        <a:pt x="64300" y="131804"/>
                        <a:pt x="61102" y="128606"/>
                        <a:pt x="57157" y="128606"/>
                      </a:cubicBezTo>
                      <a:lnTo>
                        <a:pt x="50013" y="128606"/>
                      </a:lnTo>
                      <a:cubicBezTo>
                        <a:pt x="32600" y="128626"/>
                        <a:pt x="17710" y="116087"/>
                        <a:pt x="14766" y="98924"/>
                      </a:cubicBezTo>
                      <a:cubicBezTo>
                        <a:pt x="11823" y="81762"/>
                        <a:pt x="21685" y="64978"/>
                        <a:pt x="38110" y="59195"/>
                      </a:cubicBezTo>
                      <a:cubicBezTo>
                        <a:pt x="40962" y="58185"/>
                        <a:pt x="42869" y="55488"/>
                        <a:pt x="42869" y="52462"/>
                      </a:cubicBezTo>
                      <a:lnTo>
                        <a:pt x="42869" y="46453"/>
                      </a:lnTo>
                      <a:cubicBezTo>
                        <a:pt x="42869" y="30671"/>
                        <a:pt x="55663" y="17878"/>
                        <a:pt x="71444" y="17878"/>
                      </a:cubicBezTo>
                      <a:cubicBezTo>
                        <a:pt x="87226" y="17878"/>
                        <a:pt x="100019" y="30671"/>
                        <a:pt x="100019" y="46453"/>
                      </a:cubicBezTo>
                      <a:lnTo>
                        <a:pt x="100019" y="107407"/>
                      </a:lnTo>
                      <a:cubicBezTo>
                        <a:pt x="92175" y="100351"/>
                        <a:pt x="81995" y="96451"/>
                        <a:pt x="71444" y="96459"/>
                      </a:cubicBezTo>
                      <a:cubicBezTo>
                        <a:pt x="67499" y="96459"/>
                        <a:pt x="64300" y="99657"/>
                        <a:pt x="64300" y="103603"/>
                      </a:cubicBezTo>
                      <a:cubicBezTo>
                        <a:pt x="64300" y="107548"/>
                        <a:pt x="67499" y="110746"/>
                        <a:pt x="71444" y="110746"/>
                      </a:cubicBezTo>
                      <a:cubicBezTo>
                        <a:pt x="87226" y="110746"/>
                        <a:pt x="100019" y="123540"/>
                        <a:pt x="100019" y="139321"/>
                      </a:cubicBezTo>
                      <a:cubicBezTo>
                        <a:pt x="100019" y="155103"/>
                        <a:pt x="87226" y="167896"/>
                        <a:pt x="71444" y="167896"/>
                      </a:cubicBezTo>
                      <a:close/>
                      <a:moveTo>
                        <a:pt x="164313" y="128606"/>
                      </a:moveTo>
                      <a:lnTo>
                        <a:pt x="157169" y="128606"/>
                      </a:lnTo>
                      <a:cubicBezTo>
                        <a:pt x="153224" y="128606"/>
                        <a:pt x="150025" y="131804"/>
                        <a:pt x="150025" y="135749"/>
                      </a:cubicBezTo>
                      <a:cubicBezTo>
                        <a:pt x="150025" y="139695"/>
                        <a:pt x="153224" y="142893"/>
                        <a:pt x="157169" y="142893"/>
                      </a:cubicBezTo>
                      <a:lnTo>
                        <a:pt x="164313" y="142893"/>
                      </a:lnTo>
                      <a:cubicBezTo>
                        <a:pt x="166646" y="142890"/>
                        <a:pt x="168977" y="142723"/>
                        <a:pt x="171287" y="142393"/>
                      </a:cubicBezTo>
                      <a:cubicBezTo>
                        <a:pt x="169633" y="157687"/>
                        <a:pt x="156169" y="168927"/>
                        <a:pt x="140826" y="167823"/>
                      </a:cubicBezTo>
                      <a:cubicBezTo>
                        <a:pt x="125483" y="166718"/>
                        <a:pt x="113768" y="153666"/>
                        <a:pt x="114321" y="138293"/>
                      </a:cubicBezTo>
                      <a:cubicBezTo>
                        <a:pt x="114875" y="122920"/>
                        <a:pt x="127499" y="110744"/>
                        <a:pt x="142882" y="110746"/>
                      </a:cubicBezTo>
                      <a:cubicBezTo>
                        <a:pt x="146827" y="110746"/>
                        <a:pt x="150025" y="107548"/>
                        <a:pt x="150025" y="103603"/>
                      </a:cubicBezTo>
                      <a:cubicBezTo>
                        <a:pt x="150025" y="99657"/>
                        <a:pt x="146827" y="96459"/>
                        <a:pt x="142882" y="96459"/>
                      </a:cubicBezTo>
                      <a:cubicBezTo>
                        <a:pt x="132331" y="96451"/>
                        <a:pt x="122151" y="100351"/>
                        <a:pt x="114307" y="107407"/>
                      </a:cubicBezTo>
                      <a:lnTo>
                        <a:pt x="114307" y="46453"/>
                      </a:lnTo>
                      <a:cubicBezTo>
                        <a:pt x="114307" y="30671"/>
                        <a:pt x="127100" y="17878"/>
                        <a:pt x="142882" y="17878"/>
                      </a:cubicBezTo>
                      <a:cubicBezTo>
                        <a:pt x="158663" y="17878"/>
                        <a:pt x="171457" y="30671"/>
                        <a:pt x="171457" y="46453"/>
                      </a:cubicBezTo>
                      <a:lnTo>
                        <a:pt x="171457" y="52462"/>
                      </a:lnTo>
                      <a:cubicBezTo>
                        <a:pt x="171457" y="55488"/>
                        <a:pt x="173364" y="58185"/>
                        <a:pt x="176216" y="59195"/>
                      </a:cubicBezTo>
                      <a:cubicBezTo>
                        <a:pt x="192641" y="64978"/>
                        <a:pt x="202503" y="81762"/>
                        <a:pt x="199560" y="98924"/>
                      </a:cubicBezTo>
                      <a:cubicBezTo>
                        <a:pt x="196616" y="116087"/>
                        <a:pt x="181726" y="128626"/>
                        <a:pt x="164313" y="128606"/>
                      </a:cubicBezTo>
                      <a:close/>
                      <a:moveTo>
                        <a:pt x="178600" y="82171"/>
                      </a:moveTo>
                      <a:cubicBezTo>
                        <a:pt x="178600" y="86117"/>
                        <a:pt x="175402" y="89315"/>
                        <a:pt x="171457" y="89315"/>
                      </a:cubicBezTo>
                      <a:lnTo>
                        <a:pt x="167885" y="89315"/>
                      </a:lnTo>
                      <a:cubicBezTo>
                        <a:pt x="150131" y="89315"/>
                        <a:pt x="135738" y="74922"/>
                        <a:pt x="135738" y="57168"/>
                      </a:cubicBezTo>
                      <a:lnTo>
                        <a:pt x="135738" y="53596"/>
                      </a:lnTo>
                      <a:cubicBezTo>
                        <a:pt x="135738" y="49651"/>
                        <a:pt x="138936" y="46453"/>
                        <a:pt x="142882" y="46453"/>
                      </a:cubicBezTo>
                      <a:cubicBezTo>
                        <a:pt x="146827" y="46453"/>
                        <a:pt x="150025" y="49651"/>
                        <a:pt x="150025" y="53596"/>
                      </a:cubicBezTo>
                      <a:lnTo>
                        <a:pt x="150025" y="57168"/>
                      </a:lnTo>
                      <a:cubicBezTo>
                        <a:pt x="150025" y="67032"/>
                        <a:pt x="158021" y="75028"/>
                        <a:pt x="167885" y="75028"/>
                      </a:cubicBezTo>
                      <a:lnTo>
                        <a:pt x="171457" y="75028"/>
                      </a:lnTo>
                      <a:cubicBezTo>
                        <a:pt x="175402" y="75028"/>
                        <a:pt x="178600" y="78226"/>
                        <a:pt x="178600" y="82171"/>
                      </a:cubicBezTo>
                      <a:close/>
                      <a:moveTo>
                        <a:pt x="46441" y="89315"/>
                      </a:moveTo>
                      <a:lnTo>
                        <a:pt x="42869" y="89315"/>
                      </a:lnTo>
                      <a:cubicBezTo>
                        <a:pt x="38924" y="89315"/>
                        <a:pt x="35725" y="86117"/>
                        <a:pt x="35725" y="82171"/>
                      </a:cubicBezTo>
                      <a:cubicBezTo>
                        <a:pt x="35725" y="78226"/>
                        <a:pt x="38924" y="75028"/>
                        <a:pt x="42869" y="75028"/>
                      </a:cubicBezTo>
                      <a:lnTo>
                        <a:pt x="46441" y="75028"/>
                      </a:lnTo>
                      <a:cubicBezTo>
                        <a:pt x="56305" y="75028"/>
                        <a:pt x="64300" y="67032"/>
                        <a:pt x="64300" y="57168"/>
                      </a:cubicBezTo>
                      <a:lnTo>
                        <a:pt x="64300" y="53596"/>
                      </a:lnTo>
                      <a:cubicBezTo>
                        <a:pt x="64300" y="49651"/>
                        <a:pt x="67499" y="46453"/>
                        <a:pt x="71444" y="46453"/>
                      </a:cubicBezTo>
                      <a:cubicBezTo>
                        <a:pt x="75390" y="46453"/>
                        <a:pt x="78588" y="49651"/>
                        <a:pt x="78588" y="53596"/>
                      </a:cubicBezTo>
                      <a:lnTo>
                        <a:pt x="78588" y="57168"/>
                      </a:lnTo>
                      <a:cubicBezTo>
                        <a:pt x="78588" y="74922"/>
                        <a:pt x="64195" y="89315"/>
                        <a:pt x="46441" y="89315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6956108" y="3024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大模型驱动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048952"/>
                <a:ext cx="24629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LangGraph ReAct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496050" y="3467100"/>
              <a:ext cx="4724400" cy="381000"/>
              <a:chOff x="6496050" y="3467100"/>
              <a:chExt cx="4724400" cy="3810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496050" y="3467100"/>
                <a:ext cx="4724400" cy="381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639600" y="3543533"/>
                <a:ext cx="207005" cy="190263"/>
                <a:chOff x="6639600" y="3543533"/>
                <a:chExt cx="207005" cy="190263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711607" y="3595795"/>
                  <a:ext cx="127676" cy="13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676" h="130963">
                      <a:moveTo>
                        <a:pt x="124748" y="121640"/>
                      </a:moveTo>
                      <a:cubicBezTo>
                        <a:pt x="125284" y="123512"/>
                        <a:pt x="124762" y="125527"/>
                        <a:pt x="123386" y="126904"/>
                      </a:cubicBezTo>
                      <a:cubicBezTo>
                        <a:pt x="122009" y="128281"/>
                        <a:pt x="119994" y="128802"/>
                        <a:pt x="118122" y="128266"/>
                      </a:cubicBezTo>
                      <a:lnTo>
                        <a:pt x="91449" y="120649"/>
                      </a:lnTo>
                      <a:cubicBezTo>
                        <a:pt x="74891" y="129664"/>
                        <a:pt x="55212" y="130963"/>
                        <a:pt x="37612" y="124203"/>
                      </a:cubicBezTo>
                      <a:cubicBezTo>
                        <a:pt x="20013" y="117442"/>
                        <a:pt x="6264" y="103302"/>
                        <a:pt x="0" y="85520"/>
                      </a:cubicBezTo>
                      <a:lnTo>
                        <a:pt x="0" y="85520"/>
                      </a:lnTo>
                      <a:cubicBezTo>
                        <a:pt x="1161" y="85582"/>
                        <a:pt x="2331" y="85618"/>
                        <a:pt x="3509" y="85618"/>
                      </a:cubicBezTo>
                      <a:cubicBezTo>
                        <a:pt x="24362" y="85619"/>
                        <a:pt x="43921" y="75508"/>
                        <a:pt x="55976" y="58492"/>
                      </a:cubicBezTo>
                      <a:cubicBezTo>
                        <a:pt x="68031" y="41477"/>
                        <a:pt x="71085" y="19672"/>
                        <a:pt x="64169" y="0"/>
                      </a:cubicBezTo>
                      <a:lnTo>
                        <a:pt x="64169" y="0"/>
                      </a:lnTo>
                      <a:cubicBezTo>
                        <a:pt x="86202" y="1203"/>
                        <a:pt x="106078" y="13620"/>
                        <a:pt x="116822" y="32893"/>
                      </a:cubicBezTo>
                      <a:cubicBezTo>
                        <a:pt x="127566" y="52167"/>
                        <a:pt x="127676" y="75603"/>
                        <a:pt x="117113" y="94976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39600" y="3543533"/>
                  <a:ext cx="207005" cy="1902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005" h="190263">
                      <a:moveTo>
                        <a:pt x="196781" y="147997"/>
                      </a:moveTo>
                      <a:cubicBezTo>
                        <a:pt x="207005" y="127216"/>
                        <a:pt x="206519" y="102768"/>
                        <a:pt x="195479" y="82409"/>
                      </a:cubicBezTo>
                      <a:cubicBezTo>
                        <a:pt x="184439" y="62050"/>
                        <a:pt x="164215" y="48306"/>
                        <a:pt x="141221" y="45538"/>
                      </a:cubicBezTo>
                      <a:cubicBezTo>
                        <a:pt x="130990" y="21688"/>
                        <a:pt x="108630" y="5263"/>
                        <a:pt x="82813" y="2631"/>
                      </a:cubicBezTo>
                      <a:cubicBezTo>
                        <a:pt x="56995" y="0"/>
                        <a:pt x="31781" y="11577"/>
                        <a:pt x="16949" y="32872"/>
                      </a:cubicBezTo>
                      <a:cubicBezTo>
                        <a:pt x="2117" y="54167"/>
                        <a:pt x="0" y="81830"/>
                        <a:pt x="11419" y="105134"/>
                      </a:cubicBezTo>
                      <a:lnTo>
                        <a:pt x="4579" y="129084"/>
                      </a:lnTo>
                      <a:cubicBezTo>
                        <a:pt x="3336" y="133447"/>
                        <a:pt x="4554" y="138141"/>
                        <a:pt x="7762" y="141349"/>
                      </a:cubicBezTo>
                      <a:cubicBezTo>
                        <a:pt x="10970" y="144557"/>
                        <a:pt x="15664" y="145775"/>
                        <a:pt x="20027" y="144532"/>
                      </a:cubicBezTo>
                      <a:lnTo>
                        <a:pt x="43977" y="137692"/>
                      </a:lnTo>
                      <a:cubicBezTo>
                        <a:pt x="51204" y="141240"/>
                        <a:pt x="58977" y="143544"/>
                        <a:pt x="66971" y="144505"/>
                      </a:cubicBezTo>
                      <a:cubicBezTo>
                        <a:pt x="74671" y="162547"/>
                        <a:pt x="89451" y="176628"/>
                        <a:pt x="107844" y="183445"/>
                      </a:cubicBezTo>
                      <a:cubicBezTo>
                        <a:pt x="126237" y="190263"/>
                        <a:pt x="146625" y="189218"/>
                        <a:pt x="164224" y="180554"/>
                      </a:cubicBezTo>
                      <a:lnTo>
                        <a:pt x="188173" y="187395"/>
                      </a:lnTo>
                      <a:cubicBezTo>
                        <a:pt x="192536" y="188638"/>
                        <a:pt x="197230" y="187419"/>
                        <a:pt x="200438" y="184211"/>
                      </a:cubicBezTo>
                      <a:cubicBezTo>
                        <a:pt x="203646" y="181003"/>
                        <a:pt x="204865" y="176309"/>
                        <a:pt x="203622" y="171946"/>
                      </a:cubicBezTo>
                      <a:close/>
                      <a:moveTo>
                        <a:pt x="44745" y="122904"/>
                      </a:moveTo>
                      <a:cubicBezTo>
                        <a:pt x="44081" y="122904"/>
                        <a:pt x="43420" y="122995"/>
                        <a:pt x="42780" y="123172"/>
                      </a:cubicBezTo>
                      <a:lnTo>
                        <a:pt x="19197" y="129914"/>
                      </a:lnTo>
                      <a:lnTo>
                        <a:pt x="25939" y="106331"/>
                      </a:lnTo>
                      <a:cubicBezTo>
                        <a:pt x="26444" y="104534"/>
                        <a:pt x="26226" y="102611"/>
                        <a:pt x="25331" y="100973"/>
                      </a:cubicBezTo>
                      <a:cubicBezTo>
                        <a:pt x="11753" y="76044"/>
                        <a:pt x="18548" y="44925"/>
                        <a:pt x="41282" y="27925"/>
                      </a:cubicBezTo>
                      <a:cubicBezTo>
                        <a:pt x="64016" y="10924"/>
                        <a:pt x="95787" y="13205"/>
                        <a:pt x="115860" y="33278"/>
                      </a:cubicBezTo>
                      <a:cubicBezTo>
                        <a:pt x="135933" y="53351"/>
                        <a:pt x="138213" y="85121"/>
                        <a:pt x="121213" y="107856"/>
                      </a:cubicBezTo>
                      <a:cubicBezTo>
                        <a:pt x="104213" y="130590"/>
                        <a:pt x="73094" y="137385"/>
                        <a:pt x="48165" y="123806"/>
                      </a:cubicBezTo>
                      <a:cubicBezTo>
                        <a:pt x="47119" y="123222"/>
                        <a:pt x="45942" y="122911"/>
                        <a:pt x="44745" y="122904"/>
                      </a:cubicBezTo>
                      <a:close/>
                      <a:moveTo>
                        <a:pt x="182262" y="149193"/>
                      </a:moveTo>
                      <a:lnTo>
                        <a:pt x="189004" y="172777"/>
                      </a:lnTo>
                      <a:lnTo>
                        <a:pt x="165420" y="166035"/>
                      </a:lnTo>
                      <a:cubicBezTo>
                        <a:pt x="163624" y="165530"/>
                        <a:pt x="161701" y="165748"/>
                        <a:pt x="160063" y="166642"/>
                      </a:cubicBezTo>
                      <a:cubicBezTo>
                        <a:pt x="132667" y="181547"/>
                        <a:pt x="98381" y="171760"/>
                        <a:pt x="82982" y="144639"/>
                      </a:cubicBezTo>
                      <a:cubicBezTo>
                        <a:pt x="102757" y="142580"/>
                        <a:pt x="120777" y="132365"/>
                        <a:pt x="132701" y="116456"/>
                      </a:cubicBezTo>
                      <a:cubicBezTo>
                        <a:pt x="144626" y="100546"/>
                        <a:pt x="149374" y="80384"/>
                        <a:pt x="145802" y="60825"/>
                      </a:cubicBezTo>
                      <a:cubicBezTo>
                        <a:pt x="163153" y="64914"/>
                        <a:pt x="177603" y="76866"/>
                        <a:pt x="184873" y="93143"/>
                      </a:cubicBezTo>
                      <a:cubicBezTo>
                        <a:pt x="192144" y="109420"/>
                        <a:pt x="191403" y="128157"/>
                        <a:pt x="182869" y="143809"/>
                      </a:cubicBezTo>
                      <a:cubicBezTo>
                        <a:pt x="181967" y="145454"/>
                        <a:pt x="181749" y="147388"/>
                        <a:pt x="182262" y="14919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6956108" y="35580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49665" y="3582352"/>
                <a:ext cx="18328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· 上下文连贯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496050" y="4000500"/>
              <a:ext cx="4724400" cy="381000"/>
              <a:chOff x="6496050" y="4000500"/>
              <a:chExt cx="4724400" cy="381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96050" y="4000500"/>
                <a:ext cx="4724400" cy="3810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650831" y="4079081"/>
                <a:ext cx="185738" cy="185738"/>
                <a:chOff x="6650831" y="4079081"/>
                <a:chExt cx="185738" cy="185738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6657975" y="4086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171450" y="85725"/>
                      </a:moveTo>
                      <a:cubicBezTo>
                        <a:pt x="171450" y="133070"/>
                        <a:pt x="133070" y="171450"/>
                        <a:pt x="85725" y="171450"/>
                      </a:cubicBezTo>
                      <a:cubicBezTo>
                        <a:pt x="38380" y="171450"/>
                        <a:pt x="0" y="133070"/>
                        <a:pt x="0" y="85725"/>
                      </a:cubicBezTo>
                      <a:cubicBezTo>
                        <a:pt x="0" y="38380"/>
                        <a:pt x="38380" y="0"/>
                        <a:pt x="85725" y="0"/>
                      </a:cubicBezTo>
                      <a:cubicBezTo>
                        <a:pt x="133070" y="0"/>
                        <a:pt x="171450" y="38380"/>
                        <a:pt x="171450" y="8572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650831" y="4079081"/>
                  <a:ext cx="185738" cy="185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85738">
                      <a:moveTo>
                        <a:pt x="133642" y="66383"/>
                      </a:moveTo>
                      <a:cubicBezTo>
                        <a:pt x="134983" y="67723"/>
                        <a:pt x="135737" y="69541"/>
                        <a:pt x="135737" y="71438"/>
                      </a:cubicBezTo>
                      <a:cubicBezTo>
                        <a:pt x="135737" y="73334"/>
                        <a:pt x="134983" y="75152"/>
                        <a:pt x="133642" y="76492"/>
                      </a:cubicBezTo>
                      <a:lnTo>
                        <a:pt x="83635" y="126498"/>
                      </a:lnTo>
                      <a:cubicBezTo>
                        <a:pt x="82296" y="127839"/>
                        <a:pt x="80477" y="128593"/>
                        <a:pt x="78581" y="128593"/>
                      </a:cubicBezTo>
                      <a:cubicBezTo>
                        <a:pt x="76685" y="128593"/>
                        <a:pt x="74867" y="127839"/>
                        <a:pt x="73527" y="126498"/>
                      </a:cubicBezTo>
                      <a:lnTo>
                        <a:pt x="52096" y="105067"/>
                      </a:lnTo>
                      <a:cubicBezTo>
                        <a:pt x="49304" y="102275"/>
                        <a:pt x="49304" y="97750"/>
                        <a:pt x="52096" y="94958"/>
                      </a:cubicBezTo>
                      <a:cubicBezTo>
                        <a:pt x="54887" y="92167"/>
                        <a:pt x="59413" y="92167"/>
                        <a:pt x="62204" y="94958"/>
                      </a:cubicBezTo>
                      <a:lnTo>
                        <a:pt x="78581" y="111344"/>
                      </a:lnTo>
                      <a:lnTo>
                        <a:pt x="123533" y="66383"/>
                      </a:lnTo>
                      <a:cubicBezTo>
                        <a:pt x="124873" y="65042"/>
                        <a:pt x="126691" y="64288"/>
                        <a:pt x="128588" y="64288"/>
                      </a:cubicBezTo>
                      <a:cubicBezTo>
                        <a:pt x="130484" y="64288"/>
                        <a:pt x="132302" y="65042"/>
                        <a:pt x="133642" y="66383"/>
                      </a:cubicBezTo>
                      <a:close/>
                      <a:moveTo>
                        <a:pt x="185738" y="92869"/>
                      </a:moveTo>
                      <a:cubicBezTo>
                        <a:pt x="185738" y="144159"/>
                        <a:pt x="144159" y="185738"/>
                        <a:pt x="92869" y="185738"/>
                      </a:cubicBezTo>
                      <a:cubicBezTo>
                        <a:pt x="41579" y="185738"/>
                        <a:pt x="0" y="144159"/>
                        <a:pt x="0" y="92869"/>
                      </a:cubicBezTo>
                      <a:cubicBezTo>
                        <a:pt x="0" y="41579"/>
                        <a:pt x="41579" y="0"/>
                        <a:pt x="92869" y="0"/>
                      </a:cubicBezTo>
                      <a:cubicBezTo>
                        <a:pt x="144136" y="54"/>
                        <a:pt x="185683" y="41601"/>
                        <a:pt x="185738" y="92869"/>
                      </a:cubicBezTo>
                      <a:close/>
                      <a:moveTo>
                        <a:pt x="171450" y="92869"/>
                      </a:moveTo>
                      <a:cubicBezTo>
                        <a:pt x="171450" y="49470"/>
                        <a:pt x="136268" y="14288"/>
                        <a:pt x="92869" y="14288"/>
                      </a:cubicBezTo>
                      <a:cubicBezTo>
                        <a:pt x="49470" y="14288"/>
                        <a:pt x="14288" y="49470"/>
                        <a:pt x="14288" y="92869"/>
                      </a:cubicBezTo>
                      <a:cubicBezTo>
                        <a:pt x="14288" y="136268"/>
                        <a:pt x="49470" y="171450"/>
                        <a:pt x="92869" y="171450"/>
                      </a:cubicBezTo>
                      <a:cubicBezTo>
                        <a:pt x="136248" y="171401"/>
                        <a:pt x="171401" y="136248"/>
                        <a:pt x="171450" y="92869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956108" y="40914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回答可溯源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368665" y="4115752"/>
                <a:ext cx="14478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来源文件名 + 页码标注</a:t>
                </a:r>
              </a:p>
            </p:txBody>
          </p:sp>
        </p:grpSp>
        <p:sp>
          <p:nvSpPr>
            <p:cNvPr id="52" name="Rectangle 52"/>
            <p:cNvSpPr/>
            <p:nvPr/>
          </p:nvSpPr>
          <p:spPr>
            <a:xfrm>
              <a:off x="6496050" y="4667250"/>
              <a:ext cx="4724400" cy="952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48462" y="48315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技术规格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9415" y="5077778"/>
              <a:ext cx="32960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 Size: 1000 | Chunk Overlap: 150 | Top-K: 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9415" y="5315902"/>
              <a:ext cx="39611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Embed: MiniLM-L12-v2 · CPU | Memory: k=4 buffer window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57" name="Rectangle 57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03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198120"/>
            <a:ext cx="2909316" cy="506730"/>
            <a:chOff x="762000" y="198120"/>
            <a:chExt cx="2909316" cy="506730"/>
          </a:xfrm>
        </p:grpSpPr>
        <p:sp>
          <p:nvSpPr>
            <p:cNvPr id="3" name="Rectangle 3"/>
            <p:cNvSpPr/>
            <p:nvPr/>
          </p:nvSpPr>
          <p:spPr>
            <a:xfrm>
              <a:off x="762000" y="266700"/>
              <a:ext cx="38100" cy="2286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2020" y="198120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技术栈与核心特性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21970"/>
              <a:ext cx="1553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TECH STACK &amp; KEY FEATURES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857250"/>
            <a:ext cx="7306818" cy="5334000"/>
            <a:chOff x="762000" y="857250"/>
            <a:chExt cx="7306818" cy="5334000"/>
          </a:xfrm>
        </p:grpSpPr>
        <p:sp>
          <p:nvSpPr>
            <p:cNvPr id="7" name="Rectangle 7"/>
            <p:cNvSpPr/>
            <p:nvPr/>
          </p:nvSpPr>
          <p:spPr>
            <a:xfrm>
              <a:off x="762000" y="857250"/>
              <a:ext cx="6858000" cy="5334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857250"/>
              <a:ext cx="6858000" cy="381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457470" y="975360"/>
              <a:ext cx="1467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技术栈 TECH STACK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90600" y="1428750"/>
              <a:ext cx="3295912" cy="990600"/>
              <a:chOff x="990600" y="1428750"/>
              <a:chExt cx="3295912" cy="9906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90600" y="1428750"/>
                <a:ext cx="320040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263253" y="1699022"/>
                <a:ext cx="216694" cy="200025"/>
                <a:chOff x="1263253" y="1699022"/>
                <a:chExt cx="216694" cy="200025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271588" y="1707356"/>
                  <a:ext cx="200025" cy="108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8347">
                      <a:moveTo>
                        <a:pt x="200025" y="16669"/>
                      </a:moveTo>
                      <a:lnTo>
                        <a:pt x="200025" y="108347"/>
                      </a:lnTo>
                      <a:lnTo>
                        <a:pt x="0" y="108347"/>
                      </a:lnTo>
                      <a:lnTo>
                        <a:pt x="0" y="16669"/>
                      </a:lnTo>
                      <a:cubicBezTo>
                        <a:pt x="0" y="7463"/>
                        <a:pt x="7463" y="0"/>
                        <a:pt x="16669" y="0"/>
                      </a:cubicBezTo>
                      <a:lnTo>
                        <a:pt x="183356" y="0"/>
                      </a:lnTo>
                      <a:cubicBezTo>
                        <a:pt x="192562" y="0"/>
                        <a:pt x="200025" y="7463"/>
                        <a:pt x="200025" y="1666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63253" y="1699022"/>
                  <a:ext cx="216694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00025">
                      <a:moveTo>
                        <a:pt x="191691" y="0"/>
                      </a:moveTo>
                      <a:lnTo>
                        <a:pt x="25003" y="0"/>
                      </a:lnTo>
                      <a:cubicBezTo>
                        <a:pt x="11194" y="0"/>
                        <a:pt x="0" y="11194"/>
                        <a:pt x="0" y="25003"/>
                      </a:cubicBezTo>
                      <a:lnTo>
                        <a:pt x="0" y="141684"/>
                      </a:lnTo>
                      <a:cubicBezTo>
                        <a:pt x="0" y="155493"/>
                        <a:pt x="11194" y="166688"/>
                        <a:pt x="25003" y="166688"/>
                      </a:cubicBezTo>
                      <a:lnTo>
                        <a:pt x="100012" y="166688"/>
                      </a:lnTo>
                      <a:lnTo>
                        <a:pt x="100012" y="183356"/>
                      </a:lnTo>
                      <a:lnTo>
                        <a:pt x="75009" y="183356"/>
                      </a:lnTo>
                      <a:cubicBezTo>
                        <a:pt x="70406" y="183356"/>
                        <a:pt x="66675" y="187088"/>
                        <a:pt x="66675" y="191691"/>
                      </a:cubicBezTo>
                      <a:cubicBezTo>
                        <a:pt x="66675" y="196294"/>
                        <a:pt x="70406" y="200025"/>
                        <a:pt x="75009" y="200025"/>
                      </a:cubicBezTo>
                      <a:lnTo>
                        <a:pt x="141684" y="200025"/>
                      </a:lnTo>
                      <a:cubicBezTo>
                        <a:pt x="146287" y="200025"/>
                        <a:pt x="150019" y="196294"/>
                        <a:pt x="150019" y="191691"/>
                      </a:cubicBezTo>
                      <a:cubicBezTo>
                        <a:pt x="150019" y="187088"/>
                        <a:pt x="146287" y="183356"/>
                        <a:pt x="141684" y="183356"/>
                      </a:cubicBezTo>
                      <a:lnTo>
                        <a:pt x="116681" y="183356"/>
                      </a:lnTo>
                      <a:lnTo>
                        <a:pt x="116681" y="166688"/>
                      </a:lnTo>
                      <a:lnTo>
                        <a:pt x="191691" y="166688"/>
                      </a:lnTo>
                      <a:cubicBezTo>
                        <a:pt x="205499" y="166688"/>
                        <a:pt x="216694" y="155493"/>
                        <a:pt x="216694" y="141684"/>
                      </a:cubicBezTo>
                      <a:lnTo>
                        <a:pt x="216694" y="25003"/>
                      </a:lnTo>
                      <a:cubicBezTo>
                        <a:pt x="216694" y="11194"/>
                        <a:pt x="205499" y="0"/>
                        <a:pt x="191691" y="0"/>
                      </a:cubicBezTo>
                      <a:close/>
                      <a:moveTo>
                        <a:pt x="25003" y="16669"/>
                      </a:moveTo>
                      <a:lnTo>
                        <a:pt x="191691" y="16669"/>
                      </a:lnTo>
                      <a:cubicBezTo>
                        <a:pt x="196294" y="16669"/>
                        <a:pt x="200025" y="20400"/>
                        <a:pt x="200025" y="25003"/>
                      </a:cubicBezTo>
                      <a:lnTo>
                        <a:pt x="200025" y="108347"/>
                      </a:lnTo>
                      <a:lnTo>
                        <a:pt x="16669" y="108347"/>
                      </a:lnTo>
                      <a:lnTo>
                        <a:pt x="16669" y="25003"/>
                      </a:lnTo>
                      <a:cubicBezTo>
                        <a:pt x="16669" y="20400"/>
                        <a:pt x="20400" y="16669"/>
                        <a:pt x="25003" y="16669"/>
                      </a:cubicBezTo>
                      <a:close/>
                      <a:moveTo>
                        <a:pt x="191691" y="150019"/>
                      </a:moveTo>
                      <a:lnTo>
                        <a:pt x="25003" y="150019"/>
                      </a:lnTo>
                      <a:cubicBezTo>
                        <a:pt x="20400" y="150019"/>
                        <a:pt x="16669" y="146287"/>
                        <a:pt x="16669" y="141684"/>
                      </a:cubicBezTo>
                      <a:lnTo>
                        <a:pt x="16669" y="125016"/>
                      </a:lnTo>
                      <a:lnTo>
                        <a:pt x="200025" y="125016"/>
                      </a:lnTo>
                      <a:lnTo>
                        <a:pt x="200025" y="141684"/>
                      </a:lnTo>
                      <a:cubicBezTo>
                        <a:pt x="200025" y="146287"/>
                        <a:pt x="196294" y="150019"/>
                        <a:pt x="191691" y="150019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619250" y="1704975"/>
                <a:ext cx="101472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28775" y="1995488"/>
                <a:ext cx="90416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WEB UI FRAMEWORK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25868" y="2218849"/>
                <a:ext cx="30606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文件上传 · 聊天界面 · session_state · 侧边栏设置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24350" y="1428750"/>
              <a:ext cx="3105150" cy="990600"/>
              <a:chOff x="4324350" y="1428750"/>
              <a:chExt cx="3105150" cy="9906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4324350" y="1428750"/>
                <a:ext cx="310515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4594041" y="1678845"/>
                <a:ext cx="222990" cy="215624"/>
                <a:chOff x="4594041" y="1678845"/>
                <a:chExt cx="222990" cy="215624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680347" y="1765697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25003"/>
                      </a:moveTo>
                      <a:cubicBezTo>
                        <a:pt x="50006" y="38812"/>
                        <a:pt x="38812" y="50006"/>
                        <a:pt x="25003" y="50006"/>
                      </a:cubicBezTo>
                      <a:cubicBezTo>
                        <a:pt x="11194" y="50006"/>
                        <a:pt x="0" y="38812"/>
                        <a:pt x="0" y="25003"/>
                      </a:cubicBezTo>
                      <a:cubicBezTo>
                        <a:pt x="0" y="11194"/>
                        <a:pt x="11194" y="0"/>
                        <a:pt x="25003" y="0"/>
                      </a:cubicBezTo>
                      <a:cubicBezTo>
                        <a:pt x="38812" y="0"/>
                        <a:pt x="50006" y="11194"/>
                        <a:pt x="50006" y="25003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594041" y="1678845"/>
                  <a:ext cx="222990" cy="215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990" h="215624">
                      <a:moveTo>
                        <a:pt x="186319" y="136858"/>
                      </a:moveTo>
                      <a:cubicBezTo>
                        <a:pt x="178952" y="136854"/>
                        <a:pt x="171794" y="139302"/>
                        <a:pt x="165973" y="143817"/>
                      </a:cubicBezTo>
                      <a:lnTo>
                        <a:pt x="141897" y="125065"/>
                      </a:lnTo>
                      <a:cubicBezTo>
                        <a:pt x="143714" y="120898"/>
                        <a:pt x="144651" y="116401"/>
                        <a:pt x="144647" y="111855"/>
                      </a:cubicBezTo>
                      <a:cubicBezTo>
                        <a:pt x="144647" y="111084"/>
                        <a:pt x="144647" y="110313"/>
                        <a:pt x="144564" y="109552"/>
                      </a:cubicBezTo>
                      <a:lnTo>
                        <a:pt x="158347" y="104958"/>
                      </a:lnTo>
                      <a:cubicBezTo>
                        <a:pt x="167361" y="118861"/>
                        <a:pt x="185217" y="124033"/>
                        <a:pt x="200266" y="117101"/>
                      </a:cubicBezTo>
                      <a:cubicBezTo>
                        <a:pt x="215316" y="110169"/>
                        <a:pt x="222990" y="93236"/>
                        <a:pt x="218283" y="77350"/>
                      </a:cubicBezTo>
                      <a:cubicBezTo>
                        <a:pt x="213575" y="61464"/>
                        <a:pt x="197915" y="51445"/>
                        <a:pt x="181519" y="53831"/>
                      </a:cubicBezTo>
                      <a:cubicBezTo>
                        <a:pt x="165122" y="56217"/>
                        <a:pt x="152966" y="70283"/>
                        <a:pt x="152981" y="86852"/>
                      </a:cubicBezTo>
                      <a:cubicBezTo>
                        <a:pt x="152981" y="87623"/>
                        <a:pt x="152981" y="88394"/>
                        <a:pt x="153065" y="89154"/>
                      </a:cubicBezTo>
                      <a:lnTo>
                        <a:pt x="139282" y="93748"/>
                      </a:lnTo>
                      <a:cubicBezTo>
                        <a:pt x="133143" y="84258"/>
                        <a:pt x="122613" y="78524"/>
                        <a:pt x="111309" y="78517"/>
                      </a:cubicBezTo>
                      <a:cubicBezTo>
                        <a:pt x="109470" y="78521"/>
                        <a:pt x="107634" y="78674"/>
                        <a:pt x="105819" y="78976"/>
                      </a:cubicBezTo>
                      <a:lnTo>
                        <a:pt x="98693" y="62890"/>
                      </a:lnTo>
                      <a:cubicBezTo>
                        <a:pt x="111398" y="52739"/>
                        <a:pt x="114925" y="34902"/>
                        <a:pt x="107039" y="20680"/>
                      </a:cubicBezTo>
                      <a:cubicBezTo>
                        <a:pt x="99153" y="6457"/>
                        <a:pt x="82156" y="0"/>
                        <a:pt x="66816" y="5399"/>
                      </a:cubicBezTo>
                      <a:cubicBezTo>
                        <a:pt x="51476" y="10797"/>
                        <a:pt x="42270" y="26477"/>
                        <a:pt x="45029" y="42503"/>
                      </a:cubicBezTo>
                      <a:cubicBezTo>
                        <a:pt x="47789" y="58530"/>
                        <a:pt x="61710" y="70226"/>
                        <a:pt x="77972" y="70183"/>
                      </a:cubicBezTo>
                      <a:cubicBezTo>
                        <a:pt x="79811" y="70179"/>
                        <a:pt x="81648" y="70026"/>
                        <a:pt x="83462" y="69725"/>
                      </a:cubicBezTo>
                      <a:lnTo>
                        <a:pt x="90588" y="85768"/>
                      </a:lnTo>
                      <a:cubicBezTo>
                        <a:pt x="78126" y="95632"/>
                        <a:pt x="74385" y="112935"/>
                        <a:pt x="81660" y="127065"/>
                      </a:cubicBezTo>
                      <a:lnTo>
                        <a:pt x="54875" y="150860"/>
                      </a:lnTo>
                      <a:cubicBezTo>
                        <a:pt x="40929" y="141458"/>
                        <a:pt x="22168" y="143893"/>
                        <a:pt x="11084" y="156543"/>
                      </a:cubicBezTo>
                      <a:cubicBezTo>
                        <a:pt x="0" y="169193"/>
                        <a:pt x="51" y="188111"/>
                        <a:pt x="11204" y="200701"/>
                      </a:cubicBezTo>
                      <a:cubicBezTo>
                        <a:pt x="22356" y="213291"/>
                        <a:pt x="41130" y="215624"/>
                        <a:pt x="55025" y="206147"/>
                      </a:cubicBezTo>
                      <a:cubicBezTo>
                        <a:pt x="68920" y="196670"/>
                        <a:pt x="73600" y="178340"/>
                        <a:pt x="65950" y="163361"/>
                      </a:cubicBezTo>
                      <a:lnTo>
                        <a:pt x="92734" y="139567"/>
                      </a:lnTo>
                      <a:cubicBezTo>
                        <a:pt x="104629" y="147575"/>
                        <a:pt x="120318" y="147055"/>
                        <a:pt x="131656" y="138275"/>
                      </a:cubicBezTo>
                      <a:lnTo>
                        <a:pt x="155732" y="157027"/>
                      </a:lnTo>
                      <a:cubicBezTo>
                        <a:pt x="153920" y="161181"/>
                        <a:pt x="152983" y="165664"/>
                        <a:pt x="152981" y="170195"/>
                      </a:cubicBezTo>
                      <a:cubicBezTo>
                        <a:pt x="152981" y="188607"/>
                        <a:pt x="167907" y="203533"/>
                        <a:pt x="186319" y="203533"/>
                      </a:cubicBezTo>
                      <a:cubicBezTo>
                        <a:pt x="204731" y="203533"/>
                        <a:pt x="219656" y="188607"/>
                        <a:pt x="219656" y="170195"/>
                      </a:cubicBezTo>
                      <a:cubicBezTo>
                        <a:pt x="219656" y="151784"/>
                        <a:pt x="204731" y="136858"/>
                        <a:pt x="186319" y="136858"/>
                      </a:cubicBezTo>
                      <a:close/>
                      <a:moveTo>
                        <a:pt x="186319" y="70183"/>
                      </a:moveTo>
                      <a:cubicBezTo>
                        <a:pt x="195525" y="70183"/>
                        <a:pt x="202988" y="77646"/>
                        <a:pt x="202988" y="86852"/>
                      </a:cubicBezTo>
                      <a:cubicBezTo>
                        <a:pt x="202988" y="96058"/>
                        <a:pt x="195525" y="103520"/>
                        <a:pt x="186319" y="103520"/>
                      </a:cubicBezTo>
                      <a:cubicBezTo>
                        <a:pt x="177113" y="103520"/>
                        <a:pt x="169650" y="96058"/>
                        <a:pt x="169650" y="86852"/>
                      </a:cubicBezTo>
                      <a:cubicBezTo>
                        <a:pt x="169650" y="77646"/>
                        <a:pt x="177113" y="70183"/>
                        <a:pt x="186319" y="70183"/>
                      </a:cubicBezTo>
                      <a:close/>
                      <a:moveTo>
                        <a:pt x="61303" y="36845"/>
                      </a:moveTo>
                      <a:cubicBezTo>
                        <a:pt x="61303" y="27640"/>
                        <a:pt x="68766" y="20177"/>
                        <a:pt x="77972" y="20177"/>
                      </a:cubicBezTo>
                      <a:cubicBezTo>
                        <a:pt x="87178" y="20177"/>
                        <a:pt x="94641" y="27640"/>
                        <a:pt x="94641" y="36845"/>
                      </a:cubicBezTo>
                      <a:cubicBezTo>
                        <a:pt x="94641" y="46051"/>
                        <a:pt x="87178" y="53514"/>
                        <a:pt x="77972" y="53514"/>
                      </a:cubicBezTo>
                      <a:cubicBezTo>
                        <a:pt x="68766" y="53514"/>
                        <a:pt x="61303" y="46051"/>
                        <a:pt x="61303" y="36845"/>
                      </a:cubicBezTo>
                      <a:close/>
                      <a:moveTo>
                        <a:pt x="36300" y="195199"/>
                      </a:moveTo>
                      <a:cubicBezTo>
                        <a:pt x="27094" y="195199"/>
                        <a:pt x="19631" y="187736"/>
                        <a:pt x="19631" y="178530"/>
                      </a:cubicBezTo>
                      <a:cubicBezTo>
                        <a:pt x="19631" y="169324"/>
                        <a:pt x="27094" y="161861"/>
                        <a:pt x="36300" y="161861"/>
                      </a:cubicBezTo>
                      <a:cubicBezTo>
                        <a:pt x="45506" y="161861"/>
                        <a:pt x="52969" y="169324"/>
                        <a:pt x="52969" y="178530"/>
                      </a:cubicBezTo>
                      <a:cubicBezTo>
                        <a:pt x="52969" y="187736"/>
                        <a:pt x="45506" y="195199"/>
                        <a:pt x="36300" y="195199"/>
                      </a:cubicBezTo>
                      <a:close/>
                      <a:moveTo>
                        <a:pt x="94641" y="111855"/>
                      </a:moveTo>
                      <a:cubicBezTo>
                        <a:pt x="94641" y="102649"/>
                        <a:pt x="102104" y="95186"/>
                        <a:pt x="111309" y="95186"/>
                      </a:cubicBezTo>
                      <a:cubicBezTo>
                        <a:pt x="120515" y="95186"/>
                        <a:pt x="127978" y="102649"/>
                        <a:pt x="127978" y="111855"/>
                      </a:cubicBezTo>
                      <a:cubicBezTo>
                        <a:pt x="127978" y="121061"/>
                        <a:pt x="120515" y="128524"/>
                        <a:pt x="111309" y="128524"/>
                      </a:cubicBezTo>
                      <a:cubicBezTo>
                        <a:pt x="102104" y="128524"/>
                        <a:pt x="94641" y="121061"/>
                        <a:pt x="94641" y="111855"/>
                      </a:cubicBezTo>
                      <a:close/>
                      <a:moveTo>
                        <a:pt x="186319" y="186864"/>
                      </a:moveTo>
                      <a:cubicBezTo>
                        <a:pt x="177113" y="186864"/>
                        <a:pt x="169650" y="179401"/>
                        <a:pt x="169650" y="170195"/>
                      </a:cubicBezTo>
                      <a:cubicBezTo>
                        <a:pt x="169650" y="160990"/>
                        <a:pt x="177113" y="153527"/>
                        <a:pt x="186319" y="153527"/>
                      </a:cubicBezTo>
                      <a:cubicBezTo>
                        <a:pt x="195525" y="153527"/>
                        <a:pt x="202988" y="160990"/>
                        <a:pt x="202988" y="170195"/>
                      </a:cubicBezTo>
                      <a:cubicBezTo>
                        <a:pt x="202988" y="179401"/>
                        <a:pt x="195525" y="186864"/>
                        <a:pt x="186319" y="18686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4953000" y="1704975"/>
                <a:ext cx="23063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LangChain + LangGraph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62525" y="1995488"/>
                <a:ext cx="8791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AGENT FRAMEWORK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59618" y="2218849"/>
                <a:ext cx="26835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create_react_agent · Tool 编排 · 流式输出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90600" y="2514600"/>
              <a:ext cx="3406426" cy="990600"/>
              <a:chOff x="990600" y="2514600"/>
              <a:chExt cx="3406426" cy="9906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990600" y="2514600"/>
                <a:ext cx="320040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1271588" y="2768203"/>
                <a:ext cx="200025" cy="216694"/>
                <a:chOff x="1271588" y="2768203"/>
                <a:chExt cx="200025" cy="216694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279922" y="2776538"/>
                  <a:ext cx="183356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56" h="100012">
                      <a:moveTo>
                        <a:pt x="183356" y="50006"/>
                      </a:moveTo>
                      <a:cubicBezTo>
                        <a:pt x="183356" y="77624"/>
                        <a:pt x="142309" y="100012"/>
                        <a:pt x="91678" y="100012"/>
                      </a:cubicBezTo>
                      <a:cubicBezTo>
                        <a:pt x="41047" y="100012"/>
                        <a:pt x="0" y="77624"/>
                        <a:pt x="0" y="50006"/>
                      </a:cubicBezTo>
                      <a:cubicBezTo>
                        <a:pt x="0" y="22388"/>
                        <a:pt x="41047" y="0"/>
                        <a:pt x="91678" y="0"/>
                      </a:cubicBezTo>
                      <a:cubicBezTo>
                        <a:pt x="142309" y="0"/>
                        <a:pt x="183356" y="22388"/>
                        <a:pt x="183356" y="50006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71588" y="2768203"/>
                  <a:ext cx="200025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16694">
                      <a:moveTo>
                        <a:pt x="100012" y="0"/>
                      </a:moveTo>
                      <a:cubicBezTo>
                        <a:pt x="43933" y="0"/>
                        <a:pt x="0" y="25628"/>
                        <a:pt x="0" y="58341"/>
                      </a:cubicBezTo>
                      <a:lnTo>
                        <a:pt x="0" y="158353"/>
                      </a:lnTo>
                      <a:cubicBezTo>
                        <a:pt x="0" y="191066"/>
                        <a:pt x="43933" y="216694"/>
                        <a:pt x="100012" y="216694"/>
                      </a:cubicBezTo>
                      <a:cubicBezTo>
                        <a:pt x="156092" y="216694"/>
                        <a:pt x="200025" y="191066"/>
                        <a:pt x="200025" y="158353"/>
                      </a:cubicBezTo>
                      <a:lnTo>
                        <a:pt x="200025" y="58341"/>
                      </a:lnTo>
                      <a:cubicBezTo>
                        <a:pt x="200025" y="25628"/>
                        <a:pt x="156092" y="0"/>
                        <a:pt x="100012" y="0"/>
                      </a:cubicBezTo>
                      <a:close/>
                      <a:moveTo>
                        <a:pt x="183356" y="108347"/>
                      </a:moveTo>
                      <a:cubicBezTo>
                        <a:pt x="183356" y="118369"/>
                        <a:pt x="175147" y="128589"/>
                        <a:pt x="160843" y="136392"/>
                      </a:cubicBezTo>
                      <a:cubicBezTo>
                        <a:pt x="144737" y="145174"/>
                        <a:pt x="123130" y="150019"/>
                        <a:pt x="100012" y="150019"/>
                      </a:cubicBezTo>
                      <a:cubicBezTo>
                        <a:pt x="76895" y="150019"/>
                        <a:pt x="55288" y="145174"/>
                        <a:pt x="39182" y="136392"/>
                      </a:cubicBezTo>
                      <a:cubicBezTo>
                        <a:pt x="24878" y="128589"/>
                        <a:pt x="16669" y="118369"/>
                        <a:pt x="16669" y="108347"/>
                      </a:cubicBezTo>
                      <a:lnTo>
                        <a:pt x="16669" y="91011"/>
                      </a:lnTo>
                      <a:cubicBezTo>
                        <a:pt x="34442" y="106638"/>
                        <a:pt x="64831" y="116681"/>
                        <a:pt x="100012" y="116681"/>
                      </a:cubicBezTo>
                      <a:cubicBezTo>
                        <a:pt x="135194" y="116681"/>
                        <a:pt x="165583" y="106597"/>
                        <a:pt x="183356" y="91011"/>
                      </a:cubicBezTo>
                      <a:close/>
                      <a:moveTo>
                        <a:pt x="39182" y="30295"/>
                      </a:moveTo>
                      <a:cubicBezTo>
                        <a:pt x="55288" y="21513"/>
                        <a:pt x="76895" y="16669"/>
                        <a:pt x="100012" y="16669"/>
                      </a:cubicBezTo>
                      <a:cubicBezTo>
                        <a:pt x="123130" y="16669"/>
                        <a:pt x="144737" y="21513"/>
                        <a:pt x="160843" y="30295"/>
                      </a:cubicBezTo>
                      <a:cubicBezTo>
                        <a:pt x="175147" y="38099"/>
                        <a:pt x="183356" y="48319"/>
                        <a:pt x="183356" y="58341"/>
                      </a:cubicBezTo>
                      <a:cubicBezTo>
                        <a:pt x="183356" y="68363"/>
                        <a:pt x="175147" y="78583"/>
                        <a:pt x="160843" y="86386"/>
                      </a:cubicBezTo>
                      <a:cubicBezTo>
                        <a:pt x="144737" y="95168"/>
                        <a:pt x="123130" y="100012"/>
                        <a:pt x="100012" y="100012"/>
                      </a:cubicBezTo>
                      <a:cubicBezTo>
                        <a:pt x="76895" y="100012"/>
                        <a:pt x="55288" y="95168"/>
                        <a:pt x="39182" y="86386"/>
                      </a:cubicBezTo>
                      <a:cubicBezTo>
                        <a:pt x="24878" y="78583"/>
                        <a:pt x="16669" y="68363"/>
                        <a:pt x="16669" y="58341"/>
                      </a:cubicBezTo>
                      <a:cubicBezTo>
                        <a:pt x="16669" y="48319"/>
                        <a:pt x="24878" y="38099"/>
                        <a:pt x="39182" y="30295"/>
                      </a:cubicBezTo>
                      <a:close/>
                      <a:moveTo>
                        <a:pt x="160843" y="186398"/>
                      </a:moveTo>
                      <a:cubicBezTo>
                        <a:pt x="144737" y="195181"/>
                        <a:pt x="123130" y="200025"/>
                        <a:pt x="100012" y="200025"/>
                      </a:cubicBezTo>
                      <a:cubicBezTo>
                        <a:pt x="76895" y="200025"/>
                        <a:pt x="55288" y="195181"/>
                        <a:pt x="39182" y="186398"/>
                      </a:cubicBezTo>
                      <a:cubicBezTo>
                        <a:pt x="24878" y="178595"/>
                        <a:pt x="16669" y="168375"/>
                        <a:pt x="16669" y="158353"/>
                      </a:cubicBezTo>
                      <a:lnTo>
                        <a:pt x="16669" y="141018"/>
                      </a:lnTo>
                      <a:cubicBezTo>
                        <a:pt x="34442" y="156645"/>
                        <a:pt x="64831" y="166688"/>
                        <a:pt x="100012" y="166688"/>
                      </a:cubicBezTo>
                      <a:cubicBezTo>
                        <a:pt x="135194" y="166688"/>
                        <a:pt x="165583" y="156603"/>
                        <a:pt x="183356" y="141018"/>
                      </a:cubicBezTo>
                      <a:lnTo>
                        <a:pt x="183356" y="158353"/>
                      </a:lnTo>
                      <a:cubicBezTo>
                        <a:pt x="183356" y="168375"/>
                        <a:pt x="175147" y="178595"/>
                        <a:pt x="160843" y="186398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1619250" y="2790825"/>
                <a:ext cx="100422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28775" y="3081338"/>
                <a:ext cx="839153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VECTOR DATABASE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25868" y="3304699"/>
                <a:ext cx="31711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懒加载 · 语义检索 · 去重 · data/chroma_db/ 持久化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4324350" y="2514600"/>
              <a:ext cx="3198400" cy="990600"/>
              <a:chOff x="4324350" y="2514600"/>
              <a:chExt cx="3198400" cy="9906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324350" y="2514600"/>
                <a:ext cx="310515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588669" y="2759869"/>
                <a:ext cx="233362" cy="233362"/>
                <a:chOff x="4588669" y="2759869"/>
                <a:chExt cx="233362" cy="23336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4622006" y="2793206"/>
                  <a:ext cx="166688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166688">
                      <a:moveTo>
                        <a:pt x="158353" y="0"/>
                      </a:moveTo>
                      <a:lnTo>
                        <a:pt x="8334" y="0"/>
                      </a:lnTo>
                      <a:cubicBezTo>
                        <a:pt x="3731" y="0"/>
                        <a:pt x="0" y="3731"/>
                        <a:pt x="0" y="8334"/>
                      </a:cubicBezTo>
                      <a:lnTo>
                        <a:pt x="0" y="158353"/>
                      </a:lnTo>
                      <a:cubicBezTo>
                        <a:pt x="0" y="162956"/>
                        <a:pt x="3731" y="166688"/>
                        <a:pt x="8334" y="166688"/>
                      </a:cubicBezTo>
                      <a:lnTo>
                        <a:pt x="158353" y="166688"/>
                      </a:lnTo>
                      <a:cubicBezTo>
                        <a:pt x="162956" y="166688"/>
                        <a:pt x="166688" y="162956"/>
                        <a:pt x="166688" y="158353"/>
                      </a:cubicBezTo>
                      <a:lnTo>
                        <a:pt x="166688" y="8334"/>
                      </a:lnTo>
                      <a:cubicBezTo>
                        <a:pt x="166688" y="3731"/>
                        <a:pt x="162956" y="0"/>
                        <a:pt x="158353" y="0"/>
                      </a:cubicBezTo>
                      <a:close/>
                      <a:moveTo>
                        <a:pt x="108347" y="108347"/>
                      </a:moveTo>
                      <a:lnTo>
                        <a:pt x="58341" y="108347"/>
                      </a:lnTo>
                      <a:lnTo>
                        <a:pt x="58341" y="58341"/>
                      </a:lnTo>
                      <a:lnTo>
                        <a:pt x="108347" y="58341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588669" y="2759869"/>
                  <a:ext cx="233362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233362">
                      <a:moveTo>
                        <a:pt x="141684" y="83344"/>
                      </a:moveTo>
                      <a:lnTo>
                        <a:pt x="91678" y="83344"/>
                      </a:lnTo>
                      <a:cubicBezTo>
                        <a:pt x="87075" y="83344"/>
                        <a:pt x="83344" y="87075"/>
                        <a:pt x="83344" y="91678"/>
                      </a:cubicBezTo>
                      <a:lnTo>
                        <a:pt x="83344" y="141684"/>
                      </a:lnTo>
                      <a:cubicBezTo>
                        <a:pt x="83344" y="146287"/>
                        <a:pt x="87075" y="150019"/>
                        <a:pt x="91678" y="150019"/>
                      </a:cubicBezTo>
                      <a:lnTo>
                        <a:pt x="141684" y="150019"/>
                      </a:lnTo>
                      <a:cubicBezTo>
                        <a:pt x="146287" y="150019"/>
                        <a:pt x="150019" y="146287"/>
                        <a:pt x="150019" y="141684"/>
                      </a:cubicBezTo>
                      <a:lnTo>
                        <a:pt x="150019" y="91678"/>
                      </a:lnTo>
                      <a:cubicBezTo>
                        <a:pt x="150019" y="87075"/>
                        <a:pt x="146287" y="83344"/>
                        <a:pt x="141684" y="83344"/>
                      </a:cubicBezTo>
                      <a:close/>
                      <a:moveTo>
                        <a:pt x="133350" y="133350"/>
                      </a:moveTo>
                      <a:lnTo>
                        <a:pt x="100012" y="133350"/>
                      </a:lnTo>
                      <a:lnTo>
                        <a:pt x="100012" y="100012"/>
                      </a:lnTo>
                      <a:lnTo>
                        <a:pt x="133350" y="100012"/>
                      </a:lnTo>
                      <a:close/>
                      <a:moveTo>
                        <a:pt x="225028" y="133350"/>
                      </a:moveTo>
                      <a:lnTo>
                        <a:pt x="208359" y="133350"/>
                      </a:lnTo>
                      <a:lnTo>
                        <a:pt x="208359" y="100012"/>
                      </a:lnTo>
                      <a:lnTo>
                        <a:pt x="225028" y="100012"/>
                      </a:lnTo>
                      <a:cubicBezTo>
                        <a:pt x="229631" y="100012"/>
                        <a:pt x="233362" y="96281"/>
                        <a:pt x="233362" y="91678"/>
                      </a:cubicBezTo>
                      <a:cubicBezTo>
                        <a:pt x="233362" y="87075"/>
                        <a:pt x="229631" y="83344"/>
                        <a:pt x="225028" y="83344"/>
                      </a:cubicBezTo>
                      <a:lnTo>
                        <a:pt x="208359" y="83344"/>
                      </a:lnTo>
                      <a:lnTo>
                        <a:pt x="208359" y="41672"/>
                      </a:lnTo>
                      <a:cubicBezTo>
                        <a:pt x="208359" y="32466"/>
                        <a:pt x="200897" y="25003"/>
                        <a:pt x="191691" y="25003"/>
                      </a:cubicBezTo>
                      <a:lnTo>
                        <a:pt x="150019" y="25003"/>
                      </a:lnTo>
                      <a:lnTo>
                        <a:pt x="150019" y="8334"/>
                      </a:lnTo>
                      <a:cubicBezTo>
                        <a:pt x="150019" y="3731"/>
                        <a:pt x="146287" y="0"/>
                        <a:pt x="141684" y="0"/>
                      </a:cubicBezTo>
                      <a:cubicBezTo>
                        <a:pt x="137081" y="0"/>
                        <a:pt x="133350" y="3731"/>
                        <a:pt x="133350" y="8334"/>
                      </a:cubicBezTo>
                      <a:lnTo>
                        <a:pt x="133350" y="25003"/>
                      </a:lnTo>
                      <a:lnTo>
                        <a:pt x="100012" y="25003"/>
                      </a:lnTo>
                      <a:lnTo>
                        <a:pt x="100012" y="8334"/>
                      </a:lnTo>
                      <a:cubicBezTo>
                        <a:pt x="100012" y="3731"/>
                        <a:pt x="96281" y="0"/>
                        <a:pt x="91678" y="0"/>
                      </a:cubicBezTo>
                      <a:cubicBezTo>
                        <a:pt x="87075" y="0"/>
                        <a:pt x="83344" y="3731"/>
                        <a:pt x="83344" y="8334"/>
                      </a:cubicBezTo>
                      <a:lnTo>
                        <a:pt x="83344" y="25003"/>
                      </a:lnTo>
                      <a:lnTo>
                        <a:pt x="41672" y="25003"/>
                      </a:lnTo>
                      <a:cubicBezTo>
                        <a:pt x="32466" y="25003"/>
                        <a:pt x="25003" y="32466"/>
                        <a:pt x="25003" y="41672"/>
                      </a:cubicBezTo>
                      <a:lnTo>
                        <a:pt x="25003" y="83344"/>
                      </a:lnTo>
                      <a:lnTo>
                        <a:pt x="8334" y="83344"/>
                      </a:lnTo>
                      <a:cubicBezTo>
                        <a:pt x="3731" y="83344"/>
                        <a:pt x="0" y="87075"/>
                        <a:pt x="0" y="91678"/>
                      </a:cubicBezTo>
                      <a:cubicBezTo>
                        <a:pt x="0" y="96281"/>
                        <a:pt x="3731" y="100012"/>
                        <a:pt x="8334" y="100012"/>
                      </a:cubicBezTo>
                      <a:lnTo>
                        <a:pt x="25003" y="100012"/>
                      </a:lnTo>
                      <a:lnTo>
                        <a:pt x="25003" y="133350"/>
                      </a:lnTo>
                      <a:lnTo>
                        <a:pt x="8334" y="133350"/>
                      </a:lnTo>
                      <a:cubicBezTo>
                        <a:pt x="3731" y="133350"/>
                        <a:pt x="0" y="137081"/>
                        <a:pt x="0" y="141684"/>
                      </a:cubicBezTo>
                      <a:cubicBezTo>
                        <a:pt x="0" y="146287"/>
                        <a:pt x="3731" y="150019"/>
                        <a:pt x="8334" y="150019"/>
                      </a:cubicBezTo>
                      <a:lnTo>
                        <a:pt x="25003" y="150019"/>
                      </a:lnTo>
                      <a:lnTo>
                        <a:pt x="25003" y="191691"/>
                      </a:lnTo>
                      <a:cubicBezTo>
                        <a:pt x="25003" y="200897"/>
                        <a:pt x="32466" y="208359"/>
                        <a:pt x="41672" y="208359"/>
                      </a:cubicBezTo>
                      <a:lnTo>
                        <a:pt x="83344" y="208359"/>
                      </a:lnTo>
                      <a:lnTo>
                        <a:pt x="83344" y="225028"/>
                      </a:lnTo>
                      <a:cubicBezTo>
                        <a:pt x="83344" y="229631"/>
                        <a:pt x="87075" y="233362"/>
                        <a:pt x="91678" y="233362"/>
                      </a:cubicBezTo>
                      <a:cubicBezTo>
                        <a:pt x="96281" y="233362"/>
                        <a:pt x="100012" y="229631"/>
                        <a:pt x="100012" y="225028"/>
                      </a:cubicBezTo>
                      <a:lnTo>
                        <a:pt x="100012" y="208359"/>
                      </a:lnTo>
                      <a:lnTo>
                        <a:pt x="133350" y="208359"/>
                      </a:lnTo>
                      <a:lnTo>
                        <a:pt x="133350" y="225028"/>
                      </a:lnTo>
                      <a:cubicBezTo>
                        <a:pt x="133350" y="229631"/>
                        <a:pt x="137081" y="233362"/>
                        <a:pt x="141684" y="233362"/>
                      </a:cubicBezTo>
                      <a:cubicBezTo>
                        <a:pt x="146287" y="233362"/>
                        <a:pt x="150019" y="229631"/>
                        <a:pt x="150019" y="225028"/>
                      </a:cubicBezTo>
                      <a:lnTo>
                        <a:pt x="150019" y="208359"/>
                      </a:lnTo>
                      <a:lnTo>
                        <a:pt x="191691" y="208359"/>
                      </a:lnTo>
                      <a:cubicBezTo>
                        <a:pt x="200897" y="208359"/>
                        <a:pt x="208359" y="200897"/>
                        <a:pt x="208359" y="191691"/>
                      </a:cubicBezTo>
                      <a:lnTo>
                        <a:pt x="208359" y="150019"/>
                      </a:lnTo>
                      <a:lnTo>
                        <a:pt x="225028" y="150019"/>
                      </a:lnTo>
                      <a:cubicBezTo>
                        <a:pt x="229631" y="150019"/>
                        <a:pt x="233362" y="146287"/>
                        <a:pt x="233362" y="141684"/>
                      </a:cubicBezTo>
                      <a:cubicBezTo>
                        <a:pt x="233362" y="137081"/>
                        <a:pt x="229631" y="133350"/>
                        <a:pt x="225028" y="133350"/>
                      </a:cubicBezTo>
                      <a:close/>
                      <a:moveTo>
                        <a:pt x="191691" y="191691"/>
                      </a:moveTo>
                      <a:lnTo>
                        <a:pt x="41672" y="191691"/>
                      </a:lnTo>
                      <a:lnTo>
                        <a:pt x="41672" y="41672"/>
                      </a:lnTo>
                      <a:lnTo>
                        <a:pt x="191691" y="41672"/>
                      </a:lnTo>
                      <a:lnTo>
                        <a:pt x="191691" y="141549"/>
                      </a:lnTo>
                      <a:cubicBezTo>
                        <a:pt x="191691" y="141549"/>
                        <a:pt x="191691" y="141643"/>
                        <a:pt x="191691" y="141684"/>
                      </a:cubicBezTo>
                      <a:cubicBezTo>
                        <a:pt x="191691" y="141726"/>
                        <a:pt x="191691" y="141778"/>
                        <a:pt x="191691" y="141820"/>
                      </a:cubicBezTo>
                      <a:lnTo>
                        <a:pt x="191691" y="191691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953000" y="2790825"/>
                <a:ext cx="12562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HuggingFace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962525" y="3081338"/>
                <a:ext cx="85415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EMBEDDING MODEL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59618" y="3304699"/>
                <a:ext cx="29631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paraphrase-multilingual · MiniLM-L12-v2 · CPU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90600" y="3600450"/>
              <a:ext cx="3523441" cy="990600"/>
              <a:chOff x="990600" y="3600450"/>
              <a:chExt cx="3523441" cy="9906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90600" y="3600450"/>
                <a:ext cx="320040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1246577" y="3849865"/>
                <a:ext cx="250039" cy="216736"/>
                <a:chOff x="1246577" y="3849865"/>
                <a:chExt cx="250039" cy="216736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1254874" y="3862388"/>
                  <a:ext cx="233414" cy="191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414" h="191691">
                      <a:moveTo>
                        <a:pt x="233407" y="95845"/>
                      </a:moveTo>
                      <a:cubicBezTo>
                        <a:pt x="233414" y="117043"/>
                        <a:pt x="220055" y="135942"/>
                        <a:pt x="200070" y="143007"/>
                      </a:cubicBezTo>
                      <a:lnTo>
                        <a:pt x="200070" y="143007"/>
                      </a:lnTo>
                      <a:lnTo>
                        <a:pt x="200070" y="150019"/>
                      </a:lnTo>
                      <a:cubicBezTo>
                        <a:pt x="200070" y="173033"/>
                        <a:pt x="181413" y="191691"/>
                        <a:pt x="158398" y="191691"/>
                      </a:cubicBezTo>
                      <a:cubicBezTo>
                        <a:pt x="135383" y="191691"/>
                        <a:pt x="116726" y="173033"/>
                        <a:pt x="116726" y="150019"/>
                      </a:cubicBezTo>
                      <a:cubicBezTo>
                        <a:pt x="116726" y="173033"/>
                        <a:pt x="98069" y="191691"/>
                        <a:pt x="75054" y="191691"/>
                      </a:cubicBezTo>
                      <a:cubicBezTo>
                        <a:pt x="52039" y="191691"/>
                        <a:pt x="33382" y="173033"/>
                        <a:pt x="33382" y="150019"/>
                      </a:cubicBezTo>
                      <a:lnTo>
                        <a:pt x="33382" y="143007"/>
                      </a:lnTo>
                      <a:lnTo>
                        <a:pt x="33382" y="143007"/>
                      </a:lnTo>
                      <a:cubicBezTo>
                        <a:pt x="13379" y="135957"/>
                        <a:pt x="0" y="117055"/>
                        <a:pt x="0" y="95845"/>
                      </a:cubicBezTo>
                      <a:cubicBezTo>
                        <a:pt x="0" y="74636"/>
                        <a:pt x="13379" y="55734"/>
                        <a:pt x="33382" y="48683"/>
                      </a:cubicBezTo>
                      <a:lnTo>
                        <a:pt x="33382" y="41672"/>
                      </a:lnTo>
                      <a:cubicBezTo>
                        <a:pt x="33382" y="18657"/>
                        <a:pt x="52039" y="0"/>
                        <a:pt x="75054" y="0"/>
                      </a:cubicBezTo>
                      <a:cubicBezTo>
                        <a:pt x="98069" y="0"/>
                        <a:pt x="116726" y="18657"/>
                        <a:pt x="116726" y="41672"/>
                      </a:cubicBezTo>
                      <a:cubicBezTo>
                        <a:pt x="116726" y="18657"/>
                        <a:pt x="135383" y="0"/>
                        <a:pt x="158398" y="0"/>
                      </a:cubicBezTo>
                      <a:cubicBezTo>
                        <a:pt x="181413" y="0"/>
                        <a:pt x="200070" y="18657"/>
                        <a:pt x="200070" y="41672"/>
                      </a:cubicBezTo>
                      <a:lnTo>
                        <a:pt x="200070" y="48683"/>
                      </a:lnTo>
                      <a:cubicBezTo>
                        <a:pt x="220055" y="55749"/>
                        <a:pt x="233414" y="74648"/>
                        <a:pt x="233407" y="95845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246577" y="3849865"/>
                  <a:ext cx="250039" cy="21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9" h="216736">
                      <a:moveTo>
                        <a:pt x="250039" y="108368"/>
                      </a:moveTo>
                      <a:cubicBezTo>
                        <a:pt x="250017" y="85837"/>
                        <a:pt x="237047" y="65324"/>
                        <a:pt x="216702" y="55643"/>
                      </a:cubicBezTo>
                      <a:lnTo>
                        <a:pt x="216702" y="54195"/>
                      </a:lnTo>
                      <a:cubicBezTo>
                        <a:pt x="216682" y="32145"/>
                        <a:pt x="202223" y="12711"/>
                        <a:pt x="181109" y="6356"/>
                      </a:cubicBezTo>
                      <a:cubicBezTo>
                        <a:pt x="159996" y="0"/>
                        <a:pt x="137212" y="8223"/>
                        <a:pt x="125023" y="26597"/>
                      </a:cubicBezTo>
                      <a:cubicBezTo>
                        <a:pt x="112835" y="8223"/>
                        <a:pt x="90051" y="0"/>
                        <a:pt x="68937" y="6356"/>
                      </a:cubicBezTo>
                      <a:cubicBezTo>
                        <a:pt x="47824" y="12711"/>
                        <a:pt x="33365" y="32145"/>
                        <a:pt x="33345" y="54195"/>
                      </a:cubicBezTo>
                      <a:lnTo>
                        <a:pt x="33345" y="55643"/>
                      </a:lnTo>
                      <a:cubicBezTo>
                        <a:pt x="12981" y="65299"/>
                        <a:pt x="0" y="85820"/>
                        <a:pt x="0" y="108358"/>
                      </a:cubicBezTo>
                      <a:cubicBezTo>
                        <a:pt x="0" y="130895"/>
                        <a:pt x="12981" y="151417"/>
                        <a:pt x="33345" y="161073"/>
                      </a:cubicBezTo>
                      <a:lnTo>
                        <a:pt x="33345" y="162542"/>
                      </a:lnTo>
                      <a:cubicBezTo>
                        <a:pt x="33365" y="184591"/>
                        <a:pt x="47824" y="204025"/>
                        <a:pt x="68937" y="210381"/>
                      </a:cubicBezTo>
                      <a:cubicBezTo>
                        <a:pt x="90051" y="216736"/>
                        <a:pt x="112835" y="208513"/>
                        <a:pt x="125023" y="190139"/>
                      </a:cubicBezTo>
                      <a:cubicBezTo>
                        <a:pt x="137212" y="208513"/>
                        <a:pt x="159996" y="216736"/>
                        <a:pt x="181109" y="210381"/>
                      </a:cubicBezTo>
                      <a:cubicBezTo>
                        <a:pt x="202223" y="204025"/>
                        <a:pt x="216682" y="184591"/>
                        <a:pt x="216702" y="162542"/>
                      </a:cubicBezTo>
                      <a:lnTo>
                        <a:pt x="216702" y="161073"/>
                      </a:lnTo>
                      <a:cubicBezTo>
                        <a:pt x="237043" y="151398"/>
                        <a:pt x="250014" y="130893"/>
                        <a:pt x="250039" y="108368"/>
                      </a:cubicBezTo>
                      <a:close/>
                      <a:moveTo>
                        <a:pt x="83352" y="195879"/>
                      </a:moveTo>
                      <a:cubicBezTo>
                        <a:pt x="66329" y="195877"/>
                        <a:pt x="52042" y="183050"/>
                        <a:pt x="50212" y="166125"/>
                      </a:cubicBezTo>
                      <a:cubicBezTo>
                        <a:pt x="52907" y="166510"/>
                        <a:pt x="55626" y="166705"/>
                        <a:pt x="58348" y="166709"/>
                      </a:cubicBezTo>
                      <a:lnTo>
                        <a:pt x="66683" y="166709"/>
                      </a:lnTo>
                      <a:cubicBezTo>
                        <a:pt x="71286" y="166709"/>
                        <a:pt x="75017" y="162977"/>
                        <a:pt x="75017" y="158374"/>
                      </a:cubicBezTo>
                      <a:cubicBezTo>
                        <a:pt x="75017" y="153771"/>
                        <a:pt x="71286" y="150040"/>
                        <a:pt x="66683" y="150040"/>
                      </a:cubicBezTo>
                      <a:lnTo>
                        <a:pt x="58348" y="150040"/>
                      </a:lnTo>
                      <a:cubicBezTo>
                        <a:pt x="38033" y="150064"/>
                        <a:pt x="20661" y="135435"/>
                        <a:pt x="17227" y="115412"/>
                      </a:cubicBezTo>
                      <a:cubicBezTo>
                        <a:pt x="13794" y="95389"/>
                        <a:pt x="25299" y="75807"/>
                        <a:pt x="44461" y="69061"/>
                      </a:cubicBezTo>
                      <a:cubicBezTo>
                        <a:pt x="47789" y="67883"/>
                        <a:pt x="50013" y="64736"/>
                        <a:pt x="50014" y="61206"/>
                      </a:cubicBezTo>
                      <a:lnTo>
                        <a:pt x="50014" y="54195"/>
                      </a:lnTo>
                      <a:cubicBezTo>
                        <a:pt x="50014" y="35783"/>
                        <a:pt x="64940" y="20857"/>
                        <a:pt x="83352" y="20857"/>
                      </a:cubicBezTo>
                      <a:cubicBezTo>
                        <a:pt x="101763" y="20857"/>
                        <a:pt x="116689" y="35783"/>
                        <a:pt x="116689" y="54195"/>
                      </a:cubicBezTo>
                      <a:lnTo>
                        <a:pt x="116689" y="125308"/>
                      </a:lnTo>
                      <a:cubicBezTo>
                        <a:pt x="107537" y="117076"/>
                        <a:pt x="95661" y="112526"/>
                        <a:pt x="83352" y="112535"/>
                      </a:cubicBezTo>
                      <a:cubicBezTo>
                        <a:pt x="78749" y="112535"/>
                        <a:pt x="75017" y="116267"/>
                        <a:pt x="75017" y="120870"/>
                      </a:cubicBezTo>
                      <a:cubicBezTo>
                        <a:pt x="75017" y="125473"/>
                        <a:pt x="78749" y="129204"/>
                        <a:pt x="83352" y="129204"/>
                      </a:cubicBezTo>
                      <a:cubicBezTo>
                        <a:pt x="101763" y="129204"/>
                        <a:pt x="116689" y="144130"/>
                        <a:pt x="116689" y="162542"/>
                      </a:cubicBezTo>
                      <a:cubicBezTo>
                        <a:pt x="116689" y="180953"/>
                        <a:pt x="101763" y="195879"/>
                        <a:pt x="83352" y="195879"/>
                      </a:cubicBezTo>
                      <a:close/>
                      <a:moveTo>
                        <a:pt x="191698" y="150040"/>
                      </a:moveTo>
                      <a:lnTo>
                        <a:pt x="183364" y="150040"/>
                      </a:lnTo>
                      <a:cubicBezTo>
                        <a:pt x="178761" y="150040"/>
                        <a:pt x="175030" y="153771"/>
                        <a:pt x="175030" y="158374"/>
                      </a:cubicBezTo>
                      <a:cubicBezTo>
                        <a:pt x="175030" y="162977"/>
                        <a:pt x="178761" y="166709"/>
                        <a:pt x="183364" y="166709"/>
                      </a:cubicBezTo>
                      <a:lnTo>
                        <a:pt x="191698" y="166709"/>
                      </a:lnTo>
                      <a:cubicBezTo>
                        <a:pt x="194421" y="166705"/>
                        <a:pt x="197140" y="166510"/>
                        <a:pt x="199835" y="166125"/>
                      </a:cubicBezTo>
                      <a:cubicBezTo>
                        <a:pt x="197906" y="183968"/>
                        <a:pt x="182198" y="197081"/>
                        <a:pt x="164297" y="195793"/>
                      </a:cubicBezTo>
                      <a:cubicBezTo>
                        <a:pt x="146397" y="194505"/>
                        <a:pt x="132729" y="179277"/>
                        <a:pt x="133375" y="161342"/>
                      </a:cubicBezTo>
                      <a:cubicBezTo>
                        <a:pt x="134021" y="143407"/>
                        <a:pt x="148749" y="129201"/>
                        <a:pt x="166695" y="129204"/>
                      </a:cubicBezTo>
                      <a:cubicBezTo>
                        <a:pt x="171298" y="129204"/>
                        <a:pt x="175030" y="125473"/>
                        <a:pt x="175030" y="120870"/>
                      </a:cubicBezTo>
                      <a:cubicBezTo>
                        <a:pt x="175030" y="116267"/>
                        <a:pt x="171298" y="112535"/>
                        <a:pt x="166695" y="112535"/>
                      </a:cubicBezTo>
                      <a:cubicBezTo>
                        <a:pt x="154386" y="112526"/>
                        <a:pt x="142510" y="117076"/>
                        <a:pt x="133358" y="125308"/>
                      </a:cubicBezTo>
                      <a:lnTo>
                        <a:pt x="133358" y="54195"/>
                      </a:lnTo>
                      <a:cubicBezTo>
                        <a:pt x="133358" y="35783"/>
                        <a:pt x="148284" y="20857"/>
                        <a:pt x="166695" y="20857"/>
                      </a:cubicBezTo>
                      <a:cubicBezTo>
                        <a:pt x="185107" y="20857"/>
                        <a:pt x="200033" y="35783"/>
                        <a:pt x="200033" y="54195"/>
                      </a:cubicBezTo>
                      <a:lnTo>
                        <a:pt x="200033" y="61206"/>
                      </a:lnTo>
                      <a:cubicBezTo>
                        <a:pt x="200033" y="64736"/>
                        <a:pt x="202258" y="67883"/>
                        <a:pt x="205586" y="69061"/>
                      </a:cubicBezTo>
                      <a:cubicBezTo>
                        <a:pt x="224748" y="75807"/>
                        <a:pt x="236253" y="95389"/>
                        <a:pt x="232819" y="115412"/>
                      </a:cubicBezTo>
                      <a:cubicBezTo>
                        <a:pt x="229386" y="135435"/>
                        <a:pt x="212014" y="150064"/>
                        <a:pt x="191698" y="150040"/>
                      </a:cubicBezTo>
                      <a:close/>
                      <a:moveTo>
                        <a:pt x="208367" y="95867"/>
                      </a:moveTo>
                      <a:cubicBezTo>
                        <a:pt x="208367" y="100469"/>
                        <a:pt x="204636" y="104201"/>
                        <a:pt x="200033" y="104201"/>
                      </a:cubicBezTo>
                      <a:lnTo>
                        <a:pt x="195866" y="104201"/>
                      </a:lnTo>
                      <a:cubicBezTo>
                        <a:pt x="175152" y="104201"/>
                        <a:pt x="158361" y="87409"/>
                        <a:pt x="158361" y="66696"/>
                      </a:cubicBezTo>
                      <a:lnTo>
                        <a:pt x="158361" y="62529"/>
                      </a:lnTo>
                      <a:cubicBezTo>
                        <a:pt x="158361" y="57926"/>
                        <a:pt x="162092" y="54195"/>
                        <a:pt x="166695" y="54195"/>
                      </a:cubicBezTo>
                      <a:cubicBezTo>
                        <a:pt x="171298" y="54195"/>
                        <a:pt x="175030" y="57926"/>
                        <a:pt x="175030" y="62529"/>
                      </a:cubicBezTo>
                      <a:lnTo>
                        <a:pt x="175030" y="66696"/>
                      </a:lnTo>
                      <a:cubicBezTo>
                        <a:pt x="175030" y="78204"/>
                        <a:pt x="184358" y="87532"/>
                        <a:pt x="195866" y="87532"/>
                      </a:cubicBezTo>
                      <a:lnTo>
                        <a:pt x="200033" y="87532"/>
                      </a:lnTo>
                      <a:cubicBezTo>
                        <a:pt x="204636" y="87532"/>
                        <a:pt x="208367" y="91264"/>
                        <a:pt x="208367" y="95867"/>
                      </a:cubicBezTo>
                      <a:close/>
                      <a:moveTo>
                        <a:pt x="54181" y="104201"/>
                      </a:moveTo>
                      <a:lnTo>
                        <a:pt x="50014" y="104201"/>
                      </a:lnTo>
                      <a:cubicBezTo>
                        <a:pt x="45411" y="104201"/>
                        <a:pt x="41680" y="100469"/>
                        <a:pt x="41680" y="95867"/>
                      </a:cubicBezTo>
                      <a:cubicBezTo>
                        <a:pt x="41680" y="91264"/>
                        <a:pt x="45411" y="87532"/>
                        <a:pt x="50014" y="87532"/>
                      </a:cubicBezTo>
                      <a:lnTo>
                        <a:pt x="54181" y="87532"/>
                      </a:lnTo>
                      <a:cubicBezTo>
                        <a:pt x="65689" y="87532"/>
                        <a:pt x="75017" y="78204"/>
                        <a:pt x="75017" y="66696"/>
                      </a:cubicBezTo>
                      <a:lnTo>
                        <a:pt x="75017" y="62529"/>
                      </a:lnTo>
                      <a:cubicBezTo>
                        <a:pt x="75017" y="57926"/>
                        <a:pt x="78749" y="54195"/>
                        <a:pt x="83352" y="54195"/>
                      </a:cubicBezTo>
                      <a:cubicBezTo>
                        <a:pt x="87955" y="54195"/>
                        <a:pt x="91686" y="57926"/>
                        <a:pt x="91686" y="62529"/>
                      </a:cubicBezTo>
                      <a:lnTo>
                        <a:pt x="91686" y="66696"/>
                      </a:lnTo>
                      <a:cubicBezTo>
                        <a:pt x="91686" y="87409"/>
                        <a:pt x="74895" y="104201"/>
                        <a:pt x="54181" y="10420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619250" y="3876675"/>
                <a:ext cx="141377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DeepSeek LLM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628775" y="4167188"/>
                <a:ext cx="110918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LARGE LANGUAGE MODEL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225868" y="4390549"/>
                <a:ext cx="32881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deepseek-v4-pro · /v1 endpoint · temperature=0.3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324350" y="3600450"/>
              <a:ext cx="3105150" cy="990600"/>
              <a:chOff x="4324350" y="3600450"/>
              <a:chExt cx="3105150" cy="990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324350" y="3600450"/>
                <a:ext cx="310515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4595549" y="3852427"/>
                <a:ext cx="218148" cy="218320"/>
                <a:chOff x="4595549" y="3852427"/>
                <a:chExt cx="218148" cy="218320"/>
              </a:xfrm>
            </p:grpSpPr>
            <p:sp>
              <p:nvSpPr>
                <p:cNvPr id="51" name="Freeform 51"/>
                <p:cNvSpPr/>
                <p:nvPr/>
              </p:nvSpPr>
              <p:spPr>
                <a:xfrm>
                  <a:off x="4595549" y="3852427"/>
                  <a:ext cx="200437" cy="19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437" h="190931">
                      <a:moveTo>
                        <a:pt x="200437" y="152384"/>
                      </a:moveTo>
                      <a:cubicBezTo>
                        <a:pt x="193248" y="167708"/>
                        <a:pt x="182304" y="180968"/>
                        <a:pt x="168620" y="190931"/>
                      </a:cubicBezTo>
                      <a:lnTo>
                        <a:pt x="158869" y="181169"/>
                      </a:lnTo>
                      <a:cubicBezTo>
                        <a:pt x="157824" y="180120"/>
                        <a:pt x="156519" y="179369"/>
                        <a:pt x="155087" y="178992"/>
                      </a:cubicBezTo>
                      <a:lnTo>
                        <a:pt x="132720" y="173095"/>
                      </a:lnTo>
                      <a:cubicBezTo>
                        <a:pt x="128615" y="172015"/>
                        <a:pt x="125977" y="168023"/>
                        <a:pt x="126594" y="163823"/>
                      </a:cubicBezTo>
                      <a:lnTo>
                        <a:pt x="129074" y="146946"/>
                      </a:lnTo>
                      <a:cubicBezTo>
                        <a:pt x="129500" y="144050"/>
                        <a:pt x="131414" y="141591"/>
                        <a:pt x="134116" y="140466"/>
                      </a:cubicBezTo>
                      <a:lnTo>
                        <a:pt x="165849" y="127277"/>
                      </a:lnTo>
                      <a:cubicBezTo>
                        <a:pt x="168842" y="126035"/>
                        <a:pt x="172284" y="126640"/>
                        <a:pt x="174673" y="128829"/>
                      </a:cubicBezTo>
                      <a:close/>
                      <a:moveTo>
                        <a:pt x="143023" y="86011"/>
                      </a:moveTo>
                      <a:lnTo>
                        <a:pt x="166120" y="59133"/>
                      </a:lnTo>
                      <a:cubicBezTo>
                        <a:pt x="167419" y="57626"/>
                        <a:pt x="168135" y="55705"/>
                        <a:pt x="168141" y="53716"/>
                      </a:cubicBezTo>
                      <a:lnTo>
                        <a:pt x="168141" y="28712"/>
                      </a:lnTo>
                      <a:cubicBezTo>
                        <a:pt x="128220" y="0"/>
                        <a:pt x="73349" y="4569"/>
                        <a:pt x="38725" y="39488"/>
                      </a:cubicBezTo>
                      <a:cubicBezTo>
                        <a:pt x="4102" y="74407"/>
                        <a:pt x="0" y="129315"/>
                        <a:pt x="29051" y="168990"/>
                      </a:cubicBezTo>
                      <a:lnTo>
                        <a:pt x="39385" y="162198"/>
                      </a:lnTo>
                      <a:cubicBezTo>
                        <a:pt x="41710" y="160662"/>
                        <a:pt x="43113" y="158066"/>
                        <a:pt x="43126" y="155280"/>
                      </a:cubicBezTo>
                      <a:lnTo>
                        <a:pt x="43344" y="117536"/>
                      </a:lnTo>
                      <a:cubicBezTo>
                        <a:pt x="43356" y="115900"/>
                        <a:pt x="43844" y="114303"/>
                        <a:pt x="44751" y="112942"/>
                      </a:cubicBezTo>
                      <a:lnTo>
                        <a:pt x="66566" y="80333"/>
                      </a:lnTo>
                      <a:cubicBezTo>
                        <a:pt x="67830" y="78457"/>
                        <a:pt x="69802" y="77176"/>
                        <a:pt x="72030" y="76783"/>
                      </a:cubicBezTo>
                      <a:cubicBezTo>
                        <a:pt x="74258" y="76390"/>
                        <a:pt x="76550" y="76919"/>
                        <a:pt x="78380" y="78250"/>
                      </a:cubicBezTo>
                      <a:lnTo>
                        <a:pt x="99018" y="91793"/>
                      </a:lnTo>
                      <a:cubicBezTo>
                        <a:pt x="100756" y="93045"/>
                        <a:pt x="102906" y="93585"/>
                        <a:pt x="105029" y="93304"/>
                      </a:cubicBezTo>
                      <a:lnTo>
                        <a:pt x="137804" y="88866"/>
                      </a:lnTo>
                      <a:cubicBezTo>
                        <a:pt x="139836" y="88589"/>
                        <a:pt x="141694" y="87572"/>
                        <a:pt x="143023" y="86011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4597003" y="3854053"/>
                  <a:ext cx="216694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16694">
                      <a:moveTo>
                        <a:pt x="108347" y="0"/>
                      </a:moveTo>
                      <a:cubicBezTo>
                        <a:pt x="48509" y="0"/>
                        <a:pt x="0" y="48509"/>
                        <a:pt x="0" y="108347"/>
                      </a:cubicBezTo>
                      <a:cubicBezTo>
                        <a:pt x="0" y="168185"/>
                        <a:pt x="48509" y="216694"/>
                        <a:pt x="108347" y="216694"/>
                      </a:cubicBezTo>
                      <a:cubicBezTo>
                        <a:pt x="168185" y="216694"/>
                        <a:pt x="216694" y="168185"/>
                        <a:pt x="216694" y="108347"/>
                      </a:cubicBezTo>
                      <a:cubicBezTo>
                        <a:pt x="216631" y="48535"/>
                        <a:pt x="168159" y="63"/>
                        <a:pt x="108347" y="0"/>
                      </a:cubicBezTo>
                      <a:close/>
                      <a:moveTo>
                        <a:pt x="108347" y="16669"/>
                      </a:moveTo>
                      <a:cubicBezTo>
                        <a:pt x="126109" y="16650"/>
                        <a:pt x="143490" y="21821"/>
                        <a:pt x="158353" y="31546"/>
                      </a:cubicBezTo>
                      <a:lnTo>
                        <a:pt x="158353" y="52090"/>
                      </a:lnTo>
                      <a:lnTo>
                        <a:pt x="135256" y="78906"/>
                      </a:lnTo>
                      <a:lnTo>
                        <a:pt x="102471" y="83344"/>
                      </a:lnTo>
                      <a:lnTo>
                        <a:pt x="102148" y="83115"/>
                      </a:lnTo>
                      <a:lnTo>
                        <a:pt x="81656" y="69717"/>
                      </a:lnTo>
                      <a:cubicBezTo>
                        <a:pt x="77986" y="67132"/>
                        <a:pt x="73428" y="66136"/>
                        <a:pt x="69014" y="66956"/>
                      </a:cubicBezTo>
                      <a:cubicBezTo>
                        <a:pt x="64599" y="67775"/>
                        <a:pt x="60703" y="70341"/>
                        <a:pt x="58205" y="74072"/>
                      </a:cubicBezTo>
                      <a:lnTo>
                        <a:pt x="36390" y="106680"/>
                      </a:lnTo>
                      <a:cubicBezTo>
                        <a:pt x="34573" y="109397"/>
                        <a:pt x="33594" y="112589"/>
                        <a:pt x="33577" y="115858"/>
                      </a:cubicBezTo>
                      <a:lnTo>
                        <a:pt x="33338" y="153603"/>
                      </a:lnTo>
                      <a:lnTo>
                        <a:pt x="29931" y="155842"/>
                      </a:lnTo>
                      <a:cubicBezTo>
                        <a:pt x="12784" y="127533"/>
                        <a:pt x="12227" y="92179"/>
                        <a:pt x="28474" y="63344"/>
                      </a:cubicBezTo>
                      <a:cubicBezTo>
                        <a:pt x="44721" y="34508"/>
                        <a:pt x="75249" y="16669"/>
                        <a:pt x="108347" y="16669"/>
                      </a:cubicBezTo>
                      <a:close/>
                      <a:moveTo>
                        <a:pt x="39890" y="169261"/>
                      </a:moveTo>
                      <a:lnTo>
                        <a:pt x="42516" y="167542"/>
                      </a:lnTo>
                      <a:cubicBezTo>
                        <a:pt x="47172" y="164471"/>
                        <a:pt x="49983" y="159274"/>
                        <a:pt x="50006" y="153696"/>
                      </a:cubicBezTo>
                      <a:lnTo>
                        <a:pt x="50225" y="115952"/>
                      </a:lnTo>
                      <a:lnTo>
                        <a:pt x="72061" y="83344"/>
                      </a:lnTo>
                      <a:cubicBezTo>
                        <a:pt x="72168" y="83426"/>
                        <a:pt x="72279" y="83503"/>
                        <a:pt x="72394" y="83573"/>
                      </a:cubicBezTo>
                      <a:lnTo>
                        <a:pt x="92887" y="96981"/>
                      </a:lnTo>
                      <a:cubicBezTo>
                        <a:pt x="96321" y="99405"/>
                        <a:pt x="100546" y="100436"/>
                        <a:pt x="104711" y="99867"/>
                      </a:cubicBezTo>
                      <a:lnTo>
                        <a:pt x="137517" y="95418"/>
                      </a:lnTo>
                      <a:cubicBezTo>
                        <a:pt x="141563" y="94878"/>
                        <a:pt x="145270" y="92873"/>
                        <a:pt x="147935" y="89782"/>
                      </a:cubicBezTo>
                      <a:lnTo>
                        <a:pt x="171032" y="62945"/>
                      </a:lnTo>
                      <a:cubicBezTo>
                        <a:pt x="173615" y="59919"/>
                        <a:pt x="175030" y="56069"/>
                        <a:pt x="175022" y="52090"/>
                      </a:cubicBezTo>
                      <a:lnTo>
                        <a:pt x="175022" y="45495"/>
                      </a:lnTo>
                      <a:cubicBezTo>
                        <a:pt x="197983" y="69787"/>
                        <a:pt x="205878" y="104663"/>
                        <a:pt x="195618" y="136475"/>
                      </a:cubicBezTo>
                      <a:lnTo>
                        <a:pt x="178804" y="121098"/>
                      </a:lnTo>
                      <a:cubicBezTo>
                        <a:pt x="174031" y="116718"/>
                        <a:pt x="167153" y="115499"/>
                        <a:pt x="161166" y="117973"/>
                      </a:cubicBezTo>
                      <a:lnTo>
                        <a:pt x="129433" y="131152"/>
                      </a:lnTo>
                      <a:cubicBezTo>
                        <a:pt x="124036" y="133417"/>
                        <a:pt x="120213" y="138334"/>
                        <a:pt x="119348" y="144122"/>
                      </a:cubicBezTo>
                      <a:lnTo>
                        <a:pt x="116858" y="160989"/>
                      </a:lnTo>
                      <a:cubicBezTo>
                        <a:pt x="115619" y="169395"/>
                        <a:pt x="120901" y="177388"/>
                        <a:pt x="129120" y="179543"/>
                      </a:cubicBezTo>
                      <a:lnTo>
                        <a:pt x="151477" y="185440"/>
                      </a:lnTo>
                      <a:lnTo>
                        <a:pt x="153936" y="187909"/>
                      </a:lnTo>
                      <a:cubicBezTo>
                        <a:pt x="116304" y="209500"/>
                        <a:pt x="68685" y="201714"/>
                        <a:pt x="39890" y="169261"/>
                      </a:cubicBezTo>
                      <a:close/>
                      <a:moveTo>
                        <a:pt x="167729" y="178147"/>
                      </a:moveTo>
                      <a:lnTo>
                        <a:pt x="163250" y="173657"/>
                      </a:lnTo>
                      <a:cubicBezTo>
                        <a:pt x="161160" y="171560"/>
                        <a:pt x="158549" y="170056"/>
                        <a:pt x="155686" y="169302"/>
                      </a:cubicBezTo>
                      <a:lnTo>
                        <a:pt x="133350" y="163406"/>
                      </a:lnTo>
                      <a:lnTo>
                        <a:pt x="135840" y="146539"/>
                      </a:lnTo>
                      <a:lnTo>
                        <a:pt x="167563" y="133350"/>
                      </a:lnTo>
                      <a:lnTo>
                        <a:pt x="188565" y="152602"/>
                      </a:lnTo>
                      <a:cubicBezTo>
                        <a:pt x="183212" y="162301"/>
                        <a:pt x="176154" y="170954"/>
                        <a:pt x="167729" y="178147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54" name="TextBox 54"/>
              <p:cNvSpPr txBox="1"/>
              <p:nvPr/>
            </p:nvSpPr>
            <p:spPr>
              <a:xfrm>
                <a:off x="4953000" y="3876675"/>
                <a:ext cx="119324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962525" y="4167188"/>
                <a:ext cx="103417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WEB SEARCH FALLBACK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559618" y="4390549"/>
                <a:ext cx="25795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html/lite 双后端 · 重试保护 · 无需 API Key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990600" y="4686300"/>
              <a:ext cx="3200400" cy="990600"/>
              <a:chOff x="990600" y="4686300"/>
              <a:chExt cx="3200400" cy="9906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990600" y="4686300"/>
                <a:ext cx="3200400" cy="990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61" name="Group 61"/>
              <p:cNvGrpSpPr/>
              <p:nvPr/>
            </p:nvGrpSpPr>
            <p:grpSpPr>
              <a:xfrm>
                <a:off x="1263253" y="4939903"/>
                <a:ext cx="216694" cy="216694"/>
                <a:chOff x="1263253" y="4939903"/>
                <a:chExt cx="216694" cy="216694"/>
              </a:xfrm>
            </p:grpSpPr>
            <p:sp>
              <p:nvSpPr>
                <p:cNvPr id="59" name="Freeform 59"/>
                <p:cNvSpPr/>
                <p:nvPr/>
              </p:nvSpPr>
              <p:spPr>
                <a:xfrm>
                  <a:off x="1271588" y="4948238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200025" y="100012"/>
                      </a:moveTo>
                      <a:cubicBezTo>
                        <a:pt x="200025" y="155248"/>
                        <a:pt x="155248" y="200025"/>
                        <a:pt x="100012" y="200025"/>
                      </a:cubicBezTo>
                      <a:cubicBezTo>
                        <a:pt x="44777" y="200025"/>
                        <a:pt x="0" y="155248"/>
                        <a:pt x="0" y="100012"/>
                      </a:cubicBezTo>
                      <a:cubicBezTo>
                        <a:pt x="0" y="44777"/>
                        <a:pt x="44777" y="0"/>
                        <a:pt x="100012" y="0"/>
                      </a:cubicBezTo>
                      <a:cubicBezTo>
                        <a:pt x="155248" y="0"/>
                        <a:pt x="200025" y="44777"/>
                        <a:pt x="200025" y="100012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263253" y="4939903"/>
                  <a:ext cx="216694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216694">
                      <a:moveTo>
                        <a:pt x="155915" y="77447"/>
                      </a:moveTo>
                      <a:cubicBezTo>
                        <a:pt x="157480" y="79010"/>
                        <a:pt x="158360" y="81132"/>
                        <a:pt x="158360" y="83344"/>
                      </a:cubicBezTo>
                      <a:cubicBezTo>
                        <a:pt x="158360" y="85556"/>
                        <a:pt x="157480" y="87677"/>
                        <a:pt x="155915" y="89240"/>
                      </a:cubicBezTo>
                      <a:lnTo>
                        <a:pt x="97575" y="147581"/>
                      </a:lnTo>
                      <a:cubicBezTo>
                        <a:pt x="96011" y="149146"/>
                        <a:pt x="93890" y="150025"/>
                        <a:pt x="91678" y="150025"/>
                      </a:cubicBezTo>
                      <a:cubicBezTo>
                        <a:pt x="89466" y="150025"/>
                        <a:pt x="87345" y="149146"/>
                        <a:pt x="85782" y="147581"/>
                      </a:cubicBezTo>
                      <a:lnTo>
                        <a:pt x="60778" y="122578"/>
                      </a:lnTo>
                      <a:cubicBezTo>
                        <a:pt x="57522" y="119321"/>
                        <a:pt x="57522" y="114041"/>
                        <a:pt x="60778" y="110785"/>
                      </a:cubicBezTo>
                      <a:cubicBezTo>
                        <a:pt x="64035" y="107528"/>
                        <a:pt x="69315" y="107528"/>
                        <a:pt x="72572" y="110785"/>
                      </a:cubicBezTo>
                      <a:lnTo>
                        <a:pt x="91678" y="129902"/>
                      </a:lnTo>
                      <a:lnTo>
                        <a:pt x="144122" y="77447"/>
                      </a:lnTo>
                      <a:cubicBezTo>
                        <a:pt x="145685" y="75882"/>
                        <a:pt x="147807" y="75003"/>
                        <a:pt x="150019" y="75003"/>
                      </a:cubicBezTo>
                      <a:cubicBezTo>
                        <a:pt x="152231" y="75003"/>
                        <a:pt x="154352" y="75882"/>
                        <a:pt x="155915" y="77447"/>
                      </a:cubicBezTo>
                      <a:close/>
                      <a:moveTo>
                        <a:pt x="216694" y="108347"/>
                      </a:moveTo>
                      <a:cubicBezTo>
                        <a:pt x="216694" y="168185"/>
                        <a:pt x="168185" y="216694"/>
                        <a:pt x="108347" y="216694"/>
                      </a:cubicBezTo>
                      <a:cubicBezTo>
                        <a:pt x="48509" y="216694"/>
                        <a:pt x="0" y="168185"/>
                        <a:pt x="0" y="108347"/>
                      </a:cubicBezTo>
                      <a:cubicBezTo>
                        <a:pt x="0" y="48509"/>
                        <a:pt x="48509" y="0"/>
                        <a:pt x="108347" y="0"/>
                      </a:cubicBezTo>
                      <a:cubicBezTo>
                        <a:pt x="168159" y="63"/>
                        <a:pt x="216631" y="48535"/>
                        <a:pt x="216694" y="108347"/>
                      </a:cubicBezTo>
                      <a:close/>
                      <a:moveTo>
                        <a:pt x="200025" y="108347"/>
                      </a:moveTo>
                      <a:cubicBezTo>
                        <a:pt x="200025" y="57714"/>
                        <a:pt x="158979" y="16669"/>
                        <a:pt x="108347" y="16669"/>
                      </a:cubicBezTo>
                      <a:cubicBezTo>
                        <a:pt x="57714" y="16669"/>
                        <a:pt x="16669" y="57714"/>
                        <a:pt x="16669" y="108347"/>
                      </a:cubicBezTo>
                      <a:cubicBezTo>
                        <a:pt x="16669" y="158979"/>
                        <a:pt x="57714" y="200025"/>
                        <a:pt x="108347" y="200025"/>
                      </a:cubicBezTo>
                      <a:cubicBezTo>
                        <a:pt x="158956" y="199968"/>
                        <a:pt x="199968" y="158956"/>
                        <a:pt x="200025" y="108347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619250" y="4962525"/>
                <a:ext cx="166580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pytest + dotenv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628775" y="5253038"/>
                <a:ext cx="8191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TESTING &amp; CONFIG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225868" y="5476399"/>
                <a:ext cx="29046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E2E 全流程测试 · tempfile 隔离 · .env 密钥管理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4324350" y="4686300"/>
              <a:ext cx="3744468" cy="990600"/>
              <a:chOff x="4324350" y="4686300"/>
              <a:chExt cx="3744468" cy="9906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4324350" y="4686300"/>
                <a:ext cx="3105150" cy="9906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4595934" y="4938834"/>
                <a:ext cx="218862" cy="218862"/>
                <a:chOff x="4595934" y="4938834"/>
                <a:chExt cx="218862" cy="218862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4604692" y="4947571"/>
                  <a:ext cx="201411" cy="201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411" h="201421">
                      <a:moveTo>
                        <a:pt x="183856" y="95658"/>
                      </a:moveTo>
                      <a:lnTo>
                        <a:pt x="201338" y="73780"/>
                      </a:lnTo>
                      <a:cubicBezTo>
                        <a:pt x="198980" y="64917"/>
                        <a:pt x="195452" y="56407"/>
                        <a:pt x="190847" y="48475"/>
                      </a:cubicBezTo>
                      <a:lnTo>
                        <a:pt x="163031" y="45349"/>
                      </a:lnTo>
                      <a:cubicBezTo>
                        <a:pt x="160809" y="42846"/>
                        <a:pt x="158440" y="40477"/>
                        <a:pt x="155936" y="38255"/>
                      </a:cubicBezTo>
                      <a:lnTo>
                        <a:pt x="152811" y="10428"/>
                      </a:lnTo>
                      <a:cubicBezTo>
                        <a:pt x="144870" y="5851"/>
                        <a:pt x="136357" y="2348"/>
                        <a:pt x="127495" y="10"/>
                      </a:cubicBezTo>
                      <a:lnTo>
                        <a:pt x="105617" y="17481"/>
                      </a:lnTo>
                      <a:cubicBezTo>
                        <a:pt x="102273" y="17283"/>
                        <a:pt x="98919" y="17283"/>
                        <a:pt x="95574" y="17481"/>
                      </a:cubicBezTo>
                      <a:lnTo>
                        <a:pt x="73697" y="0"/>
                      </a:lnTo>
                      <a:cubicBezTo>
                        <a:pt x="64862" y="2365"/>
                        <a:pt x="56381" y="5893"/>
                        <a:pt x="48475" y="10491"/>
                      </a:cubicBezTo>
                      <a:lnTo>
                        <a:pt x="45349" y="38307"/>
                      </a:lnTo>
                      <a:cubicBezTo>
                        <a:pt x="42846" y="40529"/>
                        <a:pt x="40477" y="42898"/>
                        <a:pt x="38255" y="45402"/>
                      </a:cubicBezTo>
                      <a:lnTo>
                        <a:pt x="10428" y="48527"/>
                      </a:lnTo>
                      <a:cubicBezTo>
                        <a:pt x="5851" y="56467"/>
                        <a:pt x="2348" y="64980"/>
                        <a:pt x="10" y="73843"/>
                      </a:cubicBezTo>
                      <a:lnTo>
                        <a:pt x="17481" y="95720"/>
                      </a:lnTo>
                      <a:cubicBezTo>
                        <a:pt x="17283" y="99065"/>
                        <a:pt x="17283" y="102419"/>
                        <a:pt x="17481" y="105763"/>
                      </a:cubicBezTo>
                      <a:lnTo>
                        <a:pt x="0" y="127641"/>
                      </a:lnTo>
                      <a:cubicBezTo>
                        <a:pt x="2358" y="136504"/>
                        <a:pt x="5886" y="145014"/>
                        <a:pt x="10491" y="152946"/>
                      </a:cubicBezTo>
                      <a:lnTo>
                        <a:pt x="38307" y="156072"/>
                      </a:lnTo>
                      <a:cubicBezTo>
                        <a:pt x="40529" y="158575"/>
                        <a:pt x="42898" y="160944"/>
                        <a:pt x="45402" y="163166"/>
                      </a:cubicBezTo>
                      <a:lnTo>
                        <a:pt x="48527" y="190993"/>
                      </a:lnTo>
                      <a:cubicBezTo>
                        <a:pt x="56467" y="195570"/>
                        <a:pt x="64980" y="199073"/>
                        <a:pt x="73843" y="201411"/>
                      </a:cubicBezTo>
                      <a:lnTo>
                        <a:pt x="95720" y="183940"/>
                      </a:lnTo>
                      <a:cubicBezTo>
                        <a:pt x="99065" y="184138"/>
                        <a:pt x="102419" y="184138"/>
                        <a:pt x="105763" y="183940"/>
                      </a:cubicBezTo>
                      <a:lnTo>
                        <a:pt x="127641" y="201421"/>
                      </a:lnTo>
                      <a:cubicBezTo>
                        <a:pt x="136504" y="199063"/>
                        <a:pt x="145014" y="195535"/>
                        <a:pt x="152946" y="190930"/>
                      </a:cubicBezTo>
                      <a:lnTo>
                        <a:pt x="156072" y="163114"/>
                      </a:lnTo>
                      <a:cubicBezTo>
                        <a:pt x="158575" y="160892"/>
                        <a:pt x="160944" y="158523"/>
                        <a:pt x="163166" y="156019"/>
                      </a:cubicBezTo>
                      <a:lnTo>
                        <a:pt x="190993" y="152894"/>
                      </a:lnTo>
                      <a:cubicBezTo>
                        <a:pt x="195570" y="144954"/>
                        <a:pt x="199073" y="136441"/>
                        <a:pt x="201411" y="127578"/>
                      </a:cubicBezTo>
                      <a:lnTo>
                        <a:pt x="183940" y="105701"/>
                      </a:lnTo>
                      <a:cubicBezTo>
                        <a:pt x="184110" y="102354"/>
                        <a:pt x="184082" y="99001"/>
                        <a:pt x="183856" y="95658"/>
                      </a:cubicBezTo>
                      <a:close/>
                      <a:moveTo>
                        <a:pt x="100658" y="142351"/>
                      </a:moveTo>
                      <a:cubicBezTo>
                        <a:pt x="77644" y="142351"/>
                        <a:pt x="58987" y="123694"/>
                        <a:pt x="58987" y="100679"/>
                      </a:cubicBezTo>
                      <a:cubicBezTo>
                        <a:pt x="58987" y="77665"/>
                        <a:pt x="77644" y="59007"/>
                        <a:pt x="100658" y="59007"/>
                      </a:cubicBezTo>
                      <a:cubicBezTo>
                        <a:pt x="123673" y="59007"/>
                        <a:pt x="142330" y="77665"/>
                        <a:pt x="142330" y="100679"/>
                      </a:cubicBezTo>
                      <a:cubicBezTo>
                        <a:pt x="142330" y="123694"/>
                        <a:pt x="123673" y="142351"/>
                        <a:pt x="100658" y="142351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4595934" y="4938834"/>
                  <a:ext cx="218862" cy="218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862" h="218862">
                      <a:moveTo>
                        <a:pt x="109416" y="59409"/>
                      </a:moveTo>
                      <a:cubicBezTo>
                        <a:pt x="81798" y="59409"/>
                        <a:pt x="59409" y="81798"/>
                        <a:pt x="59409" y="109416"/>
                      </a:cubicBezTo>
                      <a:cubicBezTo>
                        <a:pt x="59409" y="137033"/>
                        <a:pt x="81798" y="159422"/>
                        <a:pt x="109416" y="159422"/>
                      </a:cubicBezTo>
                      <a:cubicBezTo>
                        <a:pt x="137033" y="159422"/>
                        <a:pt x="159422" y="137033"/>
                        <a:pt x="159422" y="109416"/>
                      </a:cubicBezTo>
                      <a:cubicBezTo>
                        <a:pt x="159393" y="81810"/>
                        <a:pt x="137021" y="59438"/>
                        <a:pt x="109416" y="59409"/>
                      </a:cubicBezTo>
                      <a:close/>
                      <a:moveTo>
                        <a:pt x="109416" y="142753"/>
                      </a:moveTo>
                      <a:cubicBezTo>
                        <a:pt x="91004" y="142753"/>
                        <a:pt x="76078" y="127827"/>
                        <a:pt x="76078" y="109416"/>
                      </a:cubicBezTo>
                      <a:cubicBezTo>
                        <a:pt x="76078" y="91004"/>
                        <a:pt x="91004" y="76078"/>
                        <a:pt x="109416" y="76078"/>
                      </a:cubicBezTo>
                      <a:cubicBezTo>
                        <a:pt x="127827" y="76078"/>
                        <a:pt x="142753" y="91004"/>
                        <a:pt x="142753" y="109416"/>
                      </a:cubicBezTo>
                      <a:cubicBezTo>
                        <a:pt x="142753" y="127827"/>
                        <a:pt x="127827" y="142753"/>
                        <a:pt x="109416" y="142753"/>
                      </a:cubicBezTo>
                      <a:close/>
                      <a:moveTo>
                        <a:pt x="201094" y="111666"/>
                      </a:moveTo>
                      <a:cubicBezTo>
                        <a:pt x="201135" y="110166"/>
                        <a:pt x="201135" y="108666"/>
                        <a:pt x="201094" y="107165"/>
                      </a:cubicBezTo>
                      <a:lnTo>
                        <a:pt x="216637" y="87746"/>
                      </a:lnTo>
                      <a:cubicBezTo>
                        <a:pt x="218290" y="85679"/>
                        <a:pt x="218862" y="82949"/>
                        <a:pt x="218179" y="80391"/>
                      </a:cubicBezTo>
                      <a:cubicBezTo>
                        <a:pt x="215627" y="70814"/>
                        <a:pt x="211815" y="61619"/>
                        <a:pt x="206844" y="53044"/>
                      </a:cubicBezTo>
                      <a:cubicBezTo>
                        <a:pt x="205524" y="50769"/>
                        <a:pt x="203207" y="49252"/>
                        <a:pt x="200594" y="48950"/>
                      </a:cubicBezTo>
                      <a:lnTo>
                        <a:pt x="175882" y="46199"/>
                      </a:lnTo>
                      <a:cubicBezTo>
                        <a:pt x="174854" y="45116"/>
                        <a:pt x="173813" y="44074"/>
                        <a:pt x="172757" y="43074"/>
                      </a:cubicBezTo>
                      <a:lnTo>
                        <a:pt x="169840" y="18300"/>
                      </a:lnTo>
                      <a:cubicBezTo>
                        <a:pt x="169536" y="15685"/>
                        <a:pt x="168014" y="13368"/>
                        <a:pt x="165735" y="12049"/>
                      </a:cubicBezTo>
                      <a:cubicBezTo>
                        <a:pt x="157161" y="7082"/>
                        <a:pt x="147965" y="3278"/>
                        <a:pt x="138388" y="735"/>
                      </a:cubicBezTo>
                      <a:cubicBezTo>
                        <a:pt x="135831" y="52"/>
                        <a:pt x="133101" y="624"/>
                        <a:pt x="131033" y="2277"/>
                      </a:cubicBezTo>
                      <a:lnTo>
                        <a:pt x="111666" y="17737"/>
                      </a:lnTo>
                      <a:cubicBezTo>
                        <a:pt x="110166" y="17737"/>
                        <a:pt x="108666" y="17737"/>
                        <a:pt x="107165" y="17737"/>
                      </a:cubicBezTo>
                      <a:lnTo>
                        <a:pt x="87746" y="2225"/>
                      </a:lnTo>
                      <a:cubicBezTo>
                        <a:pt x="85679" y="572"/>
                        <a:pt x="82949" y="0"/>
                        <a:pt x="80391" y="683"/>
                      </a:cubicBezTo>
                      <a:cubicBezTo>
                        <a:pt x="70814" y="3236"/>
                        <a:pt x="61619" y="7047"/>
                        <a:pt x="53044" y="12018"/>
                      </a:cubicBezTo>
                      <a:cubicBezTo>
                        <a:pt x="50769" y="13339"/>
                        <a:pt x="49252" y="15656"/>
                        <a:pt x="48950" y="18269"/>
                      </a:cubicBezTo>
                      <a:lnTo>
                        <a:pt x="46199" y="43022"/>
                      </a:lnTo>
                      <a:cubicBezTo>
                        <a:pt x="45116" y="44057"/>
                        <a:pt x="44074" y="45099"/>
                        <a:pt x="43074" y="46147"/>
                      </a:cubicBezTo>
                      <a:lnTo>
                        <a:pt x="18300" y="48991"/>
                      </a:lnTo>
                      <a:cubicBezTo>
                        <a:pt x="15685" y="49296"/>
                        <a:pt x="13368" y="50817"/>
                        <a:pt x="12049" y="53096"/>
                      </a:cubicBezTo>
                      <a:cubicBezTo>
                        <a:pt x="7084" y="61672"/>
                        <a:pt x="3276" y="70867"/>
                        <a:pt x="725" y="80443"/>
                      </a:cubicBezTo>
                      <a:cubicBezTo>
                        <a:pt x="45" y="83002"/>
                        <a:pt x="621" y="85732"/>
                        <a:pt x="2277" y="87798"/>
                      </a:cubicBezTo>
                      <a:lnTo>
                        <a:pt x="17737" y="107165"/>
                      </a:lnTo>
                      <a:cubicBezTo>
                        <a:pt x="17737" y="108666"/>
                        <a:pt x="17737" y="110166"/>
                        <a:pt x="17737" y="111666"/>
                      </a:cubicBezTo>
                      <a:lnTo>
                        <a:pt x="2225" y="131085"/>
                      </a:lnTo>
                      <a:cubicBezTo>
                        <a:pt x="572" y="133153"/>
                        <a:pt x="0" y="135883"/>
                        <a:pt x="683" y="138440"/>
                      </a:cubicBezTo>
                      <a:cubicBezTo>
                        <a:pt x="3236" y="148017"/>
                        <a:pt x="7047" y="157213"/>
                        <a:pt x="12018" y="165787"/>
                      </a:cubicBezTo>
                      <a:cubicBezTo>
                        <a:pt x="13339" y="168062"/>
                        <a:pt x="15656" y="169580"/>
                        <a:pt x="18269" y="169881"/>
                      </a:cubicBezTo>
                      <a:lnTo>
                        <a:pt x="42980" y="172632"/>
                      </a:lnTo>
                      <a:cubicBezTo>
                        <a:pt x="44015" y="173715"/>
                        <a:pt x="45057" y="174757"/>
                        <a:pt x="46106" y="175757"/>
                      </a:cubicBezTo>
                      <a:lnTo>
                        <a:pt x="48991" y="200531"/>
                      </a:lnTo>
                      <a:cubicBezTo>
                        <a:pt x="49296" y="203146"/>
                        <a:pt x="50817" y="205464"/>
                        <a:pt x="53096" y="206782"/>
                      </a:cubicBezTo>
                      <a:cubicBezTo>
                        <a:pt x="61672" y="211748"/>
                        <a:pt x="70867" y="215556"/>
                        <a:pt x="80443" y="218106"/>
                      </a:cubicBezTo>
                      <a:cubicBezTo>
                        <a:pt x="83002" y="218787"/>
                        <a:pt x="85732" y="218210"/>
                        <a:pt x="87798" y="216554"/>
                      </a:cubicBezTo>
                      <a:lnTo>
                        <a:pt x="107165" y="201094"/>
                      </a:lnTo>
                      <a:cubicBezTo>
                        <a:pt x="108666" y="201135"/>
                        <a:pt x="110166" y="201135"/>
                        <a:pt x="111666" y="201094"/>
                      </a:cubicBezTo>
                      <a:lnTo>
                        <a:pt x="131085" y="216637"/>
                      </a:lnTo>
                      <a:cubicBezTo>
                        <a:pt x="133153" y="218290"/>
                        <a:pt x="135883" y="218862"/>
                        <a:pt x="138440" y="218179"/>
                      </a:cubicBezTo>
                      <a:cubicBezTo>
                        <a:pt x="148018" y="215631"/>
                        <a:pt x="157215" y="211819"/>
                        <a:pt x="165787" y="206844"/>
                      </a:cubicBezTo>
                      <a:cubicBezTo>
                        <a:pt x="168062" y="205524"/>
                        <a:pt x="169580" y="203207"/>
                        <a:pt x="169881" y="200594"/>
                      </a:cubicBezTo>
                      <a:lnTo>
                        <a:pt x="172632" y="175882"/>
                      </a:lnTo>
                      <a:cubicBezTo>
                        <a:pt x="173715" y="174854"/>
                        <a:pt x="174757" y="173813"/>
                        <a:pt x="175757" y="172757"/>
                      </a:cubicBezTo>
                      <a:lnTo>
                        <a:pt x="200531" y="169840"/>
                      </a:lnTo>
                      <a:cubicBezTo>
                        <a:pt x="203146" y="169536"/>
                        <a:pt x="205464" y="168014"/>
                        <a:pt x="206782" y="165735"/>
                      </a:cubicBezTo>
                      <a:cubicBezTo>
                        <a:pt x="211748" y="157159"/>
                        <a:pt x="215556" y="147964"/>
                        <a:pt x="218106" y="138388"/>
                      </a:cubicBezTo>
                      <a:cubicBezTo>
                        <a:pt x="218787" y="135829"/>
                        <a:pt x="218210" y="133099"/>
                        <a:pt x="216554" y="131033"/>
                      </a:cubicBezTo>
                      <a:close/>
                      <a:moveTo>
                        <a:pt x="184321" y="104894"/>
                      </a:moveTo>
                      <a:cubicBezTo>
                        <a:pt x="184498" y="107906"/>
                        <a:pt x="184498" y="110925"/>
                        <a:pt x="184321" y="113937"/>
                      </a:cubicBezTo>
                      <a:cubicBezTo>
                        <a:pt x="184197" y="115999"/>
                        <a:pt x="184843" y="118033"/>
                        <a:pt x="186134" y="119646"/>
                      </a:cubicBezTo>
                      <a:lnTo>
                        <a:pt x="200917" y="138117"/>
                      </a:lnTo>
                      <a:cubicBezTo>
                        <a:pt x="199220" y="143508"/>
                        <a:pt x="197048" y="148738"/>
                        <a:pt x="194426" y="153744"/>
                      </a:cubicBezTo>
                      <a:lnTo>
                        <a:pt x="170882" y="156411"/>
                      </a:lnTo>
                      <a:cubicBezTo>
                        <a:pt x="168831" y="156639"/>
                        <a:pt x="166938" y="157619"/>
                        <a:pt x="165568" y="159161"/>
                      </a:cubicBezTo>
                      <a:cubicBezTo>
                        <a:pt x="163563" y="161417"/>
                        <a:pt x="161427" y="163553"/>
                        <a:pt x="159172" y="165558"/>
                      </a:cubicBezTo>
                      <a:cubicBezTo>
                        <a:pt x="157629" y="166928"/>
                        <a:pt x="156649" y="168821"/>
                        <a:pt x="156421" y="170871"/>
                      </a:cubicBezTo>
                      <a:lnTo>
                        <a:pt x="153807" y="194395"/>
                      </a:lnTo>
                      <a:cubicBezTo>
                        <a:pt x="148801" y="197018"/>
                        <a:pt x="143571" y="199190"/>
                        <a:pt x="138180" y="200885"/>
                      </a:cubicBezTo>
                      <a:lnTo>
                        <a:pt x="119698" y="186102"/>
                      </a:lnTo>
                      <a:cubicBezTo>
                        <a:pt x="118219" y="184921"/>
                        <a:pt x="116382" y="184278"/>
                        <a:pt x="114489" y="184279"/>
                      </a:cubicBezTo>
                      <a:lnTo>
                        <a:pt x="113989" y="184279"/>
                      </a:lnTo>
                      <a:cubicBezTo>
                        <a:pt x="110977" y="184456"/>
                        <a:pt x="107958" y="184456"/>
                        <a:pt x="104946" y="184279"/>
                      </a:cubicBezTo>
                      <a:cubicBezTo>
                        <a:pt x="102885" y="184161"/>
                        <a:pt x="100853" y="184806"/>
                        <a:pt x="99237" y="186092"/>
                      </a:cubicBezTo>
                      <a:lnTo>
                        <a:pt x="80714" y="200885"/>
                      </a:lnTo>
                      <a:cubicBezTo>
                        <a:pt x="75323" y="199189"/>
                        <a:pt x="70094" y="197017"/>
                        <a:pt x="65087" y="194395"/>
                      </a:cubicBezTo>
                      <a:lnTo>
                        <a:pt x="62420" y="170882"/>
                      </a:lnTo>
                      <a:cubicBezTo>
                        <a:pt x="62193" y="168831"/>
                        <a:pt x="61213" y="166938"/>
                        <a:pt x="59670" y="165568"/>
                      </a:cubicBezTo>
                      <a:cubicBezTo>
                        <a:pt x="57414" y="163563"/>
                        <a:pt x="55279" y="161427"/>
                        <a:pt x="53273" y="159172"/>
                      </a:cubicBezTo>
                      <a:cubicBezTo>
                        <a:pt x="51904" y="157629"/>
                        <a:pt x="50010" y="156649"/>
                        <a:pt x="47960" y="156421"/>
                      </a:cubicBezTo>
                      <a:lnTo>
                        <a:pt x="24436" y="153796"/>
                      </a:lnTo>
                      <a:cubicBezTo>
                        <a:pt x="21813" y="148790"/>
                        <a:pt x="19641" y="143561"/>
                        <a:pt x="17946" y="138169"/>
                      </a:cubicBezTo>
                      <a:lnTo>
                        <a:pt x="32729" y="119688"/>
                      </a:lnTo>
                      <a:cubicBezTo>
                        <a:pt x="34020" y="118075"/>
                        <a:pt x="34666" y="116041"/>
                        <a:pt x="34542" y="113979"/>
                      </a:cubicBezTo>
                      <a:cubicBezTo>
                        <a:pt x="34365" y="110967"/>
                        <a:pt x="34365" y="107948"/>
                        <a:pt x="34542" y="104936"/>
                      </a:cubicBezTo>
                      <a:cubicBezTo>
                        <a:pt x="34666" y="102874"/>
                        <a:pt x="34020" y="100839"/>
                        <a:pt x="32729" y="99227"/>
                      </a:cubicBezTo>
                      <a:lnTo>
                        <a:pt x="17946" y="80714"/>
                      </a:lnTo>
                      <a:cubicBezTo>
                        <a:pt x="19642" y="75323"/>
                        <a:pt x="21814" y="70094"/>
                        <a:pt x="24436" y="65087"/>
                      </a:cubicBezTo>
                      <a:lnTo>
                        <a:pt x="47950" y="62420"/>
                      </a:lnTo>
                      <a:cubicBezTo>
                        <a:pt x="50000" y="62193"/>
                        <a:pt x="51893" y="61213"/>
                        <a:pt x="53263" y="59670"/>
                      </a:cubicBezTo>
                      <a:cubicBezTo>
                        <a:pt x="55268" y="57414"/>
                        <a:pt x="57404" y="55279"/>
                        <a:pt x="59659" y="53273"/>
                      </a:cubicBezTo>
                      <a:cubicBezTo>
                        <a:pt x="61208" y="51903"/>
                        <a:pt x="62192" y="50005"/>
                        <a:pt x="62420" y="47950"/>
                      </a:cubicBezTo>
                      <a:lnTo>
                        <a:pt x="65035" y="24436"/>
                      </a:lnTo>
                      <a:cubicBezTo>
                        <a:pt x="70041" y="21813"/>
                        <a:pt x="75271" y="19641"/>
                        <a:pt x="80662" y="17946"/>
                      </a:cubicBezTo>
                      <a:lnTo>
                        <a:pt x="99143" y="32729"/>
                      </a:lnTo>
                      <a:cubicBezTo>
                        <a:pt x="100756" y="34020"/>
                        <a:pt x="102791" y="34666"/>
                        <a:pt x="104853" y="34542"/>
                      </a:cubicBezTo>
                      <a:cubicBezTo>
                        <a:pt x="107864" y="34365"/>
                        <a:pt x="110884" y="34365"/>
                        <a:pt x="113895" y="34542"/>
                      </a:cubicBezTo>
                      <a:cubicBezTo>
                        <a:pt x="115956" y="34660"/>
                        <a:pt x="117989" y="34014"/>
                        <a:pt x="119604" y="32729"/>
                      </a:cubicBezTo>
                      <a:lnTo>
                        <a:pt x="138117" y="17946"/>
                      </a:lnTo>
                      <a:cubicBezTo>
                        <a:pt x="143508" y="19642"/>
                        <a:pt x="148738" y="21814"/>
                        <a:pt x="153744" y="24436"/>
                      </a:cubicBezTo>
                      <a:lnTo>
                        <a:pt x="156411" y="47950"/>
                      </a:lnTo>
                      <a:cubicBezTo>
                        <a:pt x="156639" y="50000"/>
                        <a:pt x="157619" y="51893"/>
                        <a:pt x="159161" y="53263"/>
                      </a:cubicBezTo>
                      <a:cubicBezTo>
                        <a:pt x="161417" y="55268"/>
                        <a:pt x="163553" y="57404"/>
                        <a:pt x="165558" y="59659"/>
                      </a:cubicBezTo>
                      <a:cubicBezTo>
                        <a:pt x="166928" y="61202"/>
                        <a:pt x="168821" y="62182"/>
                        <a:pt x="170871" y="62410"/>
                      </a:cubicBezTo>
                      <a:lnTo>
                        <a:pt x="194395" y="65025"/>
                      </a:lnTo>
                      <a:cubicBezTo>
                        <a:pt x="197018" y="70030"/>
                        <a:pt x="199190" y="75260"/>
                        <a:pt x="200885" y="80652"/>
                      </a:cubicBezTo>
                      <a:lnTo>
                        <a:pt x="186102" y="99133"/>
                      </a:lnTo>
                      <a:cubicBezTo>
                        <a:pt x="184799" y="100759"/>
                        <a:pt x="184152" y="102815"/>
                        <a:pt x="184290" y="104894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4953000" y="4962525"/>
                <a:ext cx="14347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LangChain Eco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4962525" y="5253038"/>
                <a:ext cx="55411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ECOSYSTEM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4559618" y="5476399"/>
                <a:ext cx="35092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Docx2txtLoader · TextSplitter · Chroma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" y="5791200"/>
              <a:ext cx="6438900" cy="285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71242" y="5884545"/>
              <a:ext cx="60776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chunk_size=1000 · chunk_overlap=150 · top_k=4 · memory_k=4 · 中文感知分隔符: \n\n → \n → 。→ . → 空格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772400" y="857250"/>
            <a:ext cx="3657600" cy="5334000"/>
            <a:chOff x="7772400" y="857250"/>
            <a:chExt cx="3657600" cy="5334000"/>
          </a:xfrm>
        </p:grpSpPr>
        <p:sp>
          <p:nvSpPr>
            <p:cNvPr id="77" name="Rectangle 77"/>
            <p:cNvSpPr/>
            <p:nvPr/>
          </p:nvSpPr>
          <p:spPr>
            <a:xfrm>
              <a:off x="7772400" y="857250"/>
              <a:ext cx="3657600" cy="5334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772400" y="857250"/>
              <a:ext cx="3657600" cy="3810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691248" y="975360"/>
              <a:ext cx="18199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核心特性 KEY FEATURES</a:t>
              </a:r>
            </a:p>
          </p:txBody>
        </p:sp>
        <p:grpSp>
          <p:nvGrpSpPr>
            <p:cNvPr id="89" name="Group 89"/>
            <p:cNvGrpSpPr/>
            <p:nvPr/>
          </p:nvGrpSpPr>
          <p:grpSpPr>
            <a:xfrm>
              <a:off x="8001000" y="1428750"/>
              <a:ext cx="3256216" cy="1083469"/>
              <a:chOff x="8001000" y="1428750"/>
              <a:chExt cx="3256216" cy="1083469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8001000" y="1428750"/>
                <a:ext cx="3200400" cy="1047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8001000" y="1428750"/>
                <a:ext cx="38100" cy="10477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84" name="Group 84"/>
              <p:cNvGrpSpPr/>
              <p:nvPr/>
            </p:nvGrpSpPr>
            <p:grpSpPr>
              <a:xfrm>
                <a:off x="8218587" y="1661516"/>
                <a:ext cx="190414" cy="185739"/>
                <a:chOff x="8218587" y="1661516"/>
                <a:chExt cx="190414" cy="185739"/>
              </a:xfrm>
            </p:grpSpPr>
            <p:sp>
              <p:nvSpPr>
                <p:cNvPr id="82" name="Freeform 82"/>
                <p:cNvSpPr/>
                <p:nvPr/>
              </p:nvSpPr>
              <p:spPr>
                <a:xfrm>
                  <a:off x="8338542" y="1669256"/>
                  <a:ext cx="54173" cy="541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73" h="54173">
                      <a:moveTo>
                        <a:pt x="54173" y="54173"/>
                      </a:moveTo>
                      <a:lnTo>
                        <a:pt x="0" y="541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3" name="Freeform 83"/>
                <p:cNvSpPr/>
                <p:nvPr/>
              </p:nvSpPr>
              <p:spPr>
                <a:xfrm>
                  <a:off x="8218587" y="1661516"/>
                  <a:ext cx="190414" cy="18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414" h="185739">
                      <a:moveTo>
                        <a:pt x="23217" y="116088"/>
                      </a:moveTo>
                      <a:lnTo>
                        <a:pt x="7739" y="116088"/>
                      </a:lnTo>
                      <a:cubicBezTo>
                        <a:pt x="3465" y="116088"/>
                        <a:pt x="0" y="119552"/>
                        <a:pt x="0" y="123827"/>
                      </a:cubicBezTo>
                      <a:lnTo>
                        <a:pt x="0" y="178000"/>
                      </a:lnTo>
                      <a:cubicBezTo>
                        <a:pt x="0" y="182274"/>
                        <a:pt x="3465" y="185739"/>
                        <a:pt x="7739" y="185739"/>
                      </a:cubicBezTo>
                      <a:lnTo>
                        <a:pt x="23217" y="185739"/>
                      </a:lnTo>
                      <a:cubicBezTo>
                        <a:pt x="42451" y="185739"/>
                        <a:pt x="58043" y="170147"/>
                        <a:pt x="58043" y="150913"/>
                      </a:cubicBezTo>
                      <a:cubicBezTo>
                        <a:pt x="58043" y="131680"/>
                        <a:pt x="42451" y="116088"/>
                        <a:pt x="23217" y="116088"/>
                      </a:cubicBezTo>
                      <a:close/>
                      <a:moveTo>
                        <a:pt x="23217" y="170261"/>
                      </a:moveTo>
                      <a:lnTo>
                        <a:pt x="15478" y="170261"/>
                      </a:lnTo>
                      <a:lnTo>
                        <a:pt x="15478" y="131566"/>
                      </a:lnTo>
                      <a:lnTo>
                        <a:pt x="23217" y="131566"/>
                      </a:lnTo>
                      <a:cubicBezTo>
                        <a:pt x="33903" y="131566"/>
                        <a:pt x="42565" y="140228"/>
                        <a:pt x="42565" y="150913"/>
                      </a:cubicBezTo>
                      <a:cubicBezTo>
                        <a:pt x="42565" y="161599"/>
                        <a:pt x="33903" y="170261"/>
                        <a:pt x="23217" y="170261"/>
                      </a:cubicBezTo>
                      <a:close/>
                      <a:moveTo>
                        <a:pt x="187218" y="165511"/>
                      </a:moveTo>
                      <a:cubicBezTo>
                        <a:pt x="190305" y="168466"/>
                        <a:pt x="190414" y="173364"/>
                        <a:pt x="187459" y="176452"/>
                      </a:cubicBezTo>
                      <a:cubicBezTo>
                        <a:pt x="182013" y="182315"/>
                        <a:pt x="174392" y="185674"/>
                        <a:pt x="166390" y="185739"/>
                      </a:cubicBezTo>
                      <a:cubicBezTo>
                        <a:pt x="149316" y="185739"/>
                        <a:pt x="135434" y="170116"/>
                        <a:pt x="135434" y="150913"/>
                      </a:cubicBezTo>
                      <a:cubicBezTo>
                        <a:pt x="135434" y="131711"/>
                        <a:pt x="149316" y="116088"/>
                        <a:pt x="166390" y="116088"/>
                      </a:cubicBezTo>
                      <a:cubicBezTo>
                        <a:pt x="174392" y="116152"/>
                        <a:pt x="182013" y="119512"/>
                        <a:pt x="187459" y="125374"/>
                      </a:cubicBezTo>
                      <a:cubicBezTo>
                        <a:pt x="190347" y="128472"/>
                        <a:pt x="190209" y="133316"/>
                        <a:pt x="187149" y="136244"/>
                      </a:cubicBezTo>
                      <a:cubicBezTo>
                        <a:pt x="184089" y="139171"/>
                        <a:pt x="179244" y="139096"/>
                        <a:pt x="176276" y="136074"/>
                      </a:cubicBezTo>
                      <a:cubicBezTo>
                        <a:pt x="173738" y="133280"/>
                        <a:pt x="170164" y="131650"/>
                        <a:pt x="166390" y="131566"/>
                      </a:cubicBezTo>
                      <a:cubicBezTo>
                        <a:pt x="157858" y="131566"/>
                        <a:pt x="150912" y="140272"/>
                        <a:pt x="150912" y="150913"/>
                      </a:cubicBezTo>
                      <a:cubicBezTo>
                        <a:pt x="150912" y="161555"/>
                        <a:pt x="157858" y="170261"/>
                        <a:pt x="166390" y="170261"/>
                      </a:cubicBezTo>
                      <a:cubicBezTo>
                        <a:pt x="170165" y="170183"/>
                        <a:pt x="173742" y="168552"/>
                        <a:pt x="176276" y="165753"/>
                      </a:cubicBezTo>
                      <a:cubicBezTo>
                        <a:pt x="179231" y="162665"/>
                        <a:pt x="184129" y="162557"/>
                        <a:pt x="187218" y="165511"/>
                      </a:cubicBezTo>
                      <a:close/>
                      <a:moveTo>
                        <a:pt x="96738" y="116088"/>
                      </a:moveTo>
                      <a:cubicBezTo>
                        <a:pt x="79674" y="116088"/>
                        <a:pt x="65782" y="131711"/>
                        <a:pt x="65782" y="150913"/>
                      </a:cubicBezTo>
                      <a:cubicBezTo>
                        <a:pt x="65782" y="170116"/>
                        <a:pt x="79674" y="185739"/>
                        <a:pt x="96738" y="185739"/>
                      </a:cubicBezTo>
                      <a:cubicBezTo>
                        <a:pt x="113803" y="185739"/>
                        <a:pt x="127695" y="170116"/>
                        <a:pt x="127695" y="150913"/>
                      </a:cubicBezTo>
                      <a:cubicBezTo>
                        <a:pt x="127695" y="131711"/>
                        <a:pt x="113803" y="116088"/>
                        <a:pt x="96738" y="116088"/>
                      </a:cubicBezTo>
                      <a:close/>
                      <a:moveTo>
                        <a:pt x="96738" y="170261"/>
                      </a:moveTo>
                      <a:cubicBezTo>
                        <a:pt x="88206" y="170261"/>
                        <a:pt x="81260" y="161555"/>
                        <a:pt x="81260" y="150913"/>
                      </a:cubicBezTo>
                      <a:cubicBezTo>
                        <a:pt x="81260" y="140272"/>
                        <a:pt x="88206" y="131566"/>
                        <a:pt x="96738" y="131566"/>
                      </a:cubicBezTo>
                      <a:cubicBezTo>
                        <a:pt x="105271" y="131566"/>
                        <a:pt x="112216" y="140272"/>
                        <a:pt x="112216" y="150913"/>
                      </a:cubicBezTo>
                      <a:cubicBezTo>
                        <a:pt x="112216" y="161555"/>
                        <a:pt x="105271" y="170261"/>
                        <a:pt x="96738" y="170261"/>
                      </a:cubicBezTo>
                      <a:close/>
                      <a:moveTo>
                        <a:pt x="19348" y="92870"/>
                      </a:moveTo>
                      <a:cubicBezTo>
                        <a:pt x="23622" y="92870"/>
                        <a:pt x="27087" y="89405"/>
                        <a:pt x="27087" y="85131"/>
                      </a:cubicBezTo>
                      <a:lnTo>
                        <a:pt x="27087" y="15480"/>
                      </a:lnTo>
                      <a:lnTo>
                        <a:pt x="112216" y="15480"/>
                      </a:lnTo>
                      <a:lnTo>
                        <a:pt x="112216" y="61914"/>
                      </a:lnTo>
                      <a:cubicBezTo>
                        <a:pt x="112216" y="66188"/>
                        <a:pt x="115681" y="69653"/>
                        <a:pt x="119955" y="69653"/>
                      </a:cubicBezTo>
                      <a:lnTo>
                        <a:pt x="166390" y="69653"/>
                      </a:lnTo>
                      <a:lnTo>
                        <a:pt x="166390" y="85131"/>
                      </a:lnTo>
                      <a:cubicBezTo>
                        <a:pt x="166390" y="89405"/>
                        <a:pt x="169855" y="92870"/>
                        <a:pt x="174129" y="92870"/>
                      </a:cubicBezTo>
                      <a:cubicBezTo>
                        <a:pt x="178403" y="92870"/>
                        <a:pt x="181868" y="89405"/>
                        <a:pt x="181868" y="85131"/>
                      </a:cubicBezTo>
                      <a:lnTo>
                        <a:pt x="181868" y="61914"/>
                      </a:lnTo>
                      <a:cubicBezTo>
                        <a:pt x="181870" y="59861"/>
                        <a:pt x="181055" y="57891"/>
                        <a:pt x="179604" y="56439"/>
                      </a:cubicBezTo>
                      <a:lnTo>
                        <a:pt x="125431" y="2265"/>
                      </a:lnTo>
                      <a:cubicBezTo>
                        <a:pt x="123978" y="814"/>
                        <a:pt x="122009" y="0"/>
                        <a:pt x="119955" y="2"/>
                      </a:cubicBezTo>
                      <a:lnTo>
                        <a:pt x="27087" y="2"/>
                      </a:lnTo>
                      <a:cubicBezTo>
                        <a:pt x="18538" y="2"/>
                        <a:pt x="11609" y="6931"/>
                        <a:pt x="11609" y="15480"/>
                      </a:cubicBezTo>
                      <a:lnTo>
                        <a:pt x="11609" y="85131"/>
                      </a:lnTo>
                      <a:cubicBezTo>
                        <a:pt x="11609" y="89405"/>
                        <a:pt x="15073" y="92870"/>
                        <a:pt x="19348" y="92870"/>
                      </a:cubicBezTo>
                      <a:close/>
                      <a:moveTo>
                        <a:pt x="127695" y="26421"/>
                      </a:moveTo>
                      <a:lnTo>
                        <a:pt x="155449" y="54175"/>
                      </a:lnTo>
                      <a:lnTo>
                        <a:pt x="127695" y="54175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85" name="TextBox 85"/>
              <p:cNvSpPr txBox="1"/>
              <p:nvPr/>
            </p:nvSpPr>
            <p:spPr>
              <a:xfrm>
                <a:off x="8555355" y="16640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多格式支持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8562975" y="1919288"/>
                <a:ext cx="105417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7 FILE FORMATS + OCR</a:t>
                </a:r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8178165" y="2134552"/>
                <a:ext cx="30790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· DOCX · TXT · MD · CSV · HTML · 图片OCR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8179118" y="2314099"/>
                <a:ext cx="14744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自动格式检测 · 一键上传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8001000" y="2628900"/>
              <a:ext cx="3200400" cy="1083469"/>
              <a:chOff x="8001000" y="2628900"/>
              <a:chExt cx="3200400" cy="1083469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8001000" y="2628900"/>
                <a:ext cx="3200400" cy="1047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" name="Rectangle 91"/>
              <p:cNvSpPr/>
              <p:nvPr/>
            </p:nvSpPr>
            <p:spPr>
              <a:xfrm>
                <a:off x="8001000" y="2628900"/>
                <a:ext cx="38100" cy="1047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8206978" y="2861667"/>
                <a:ext cx="217072" cy="194572"/>
                <a:chOff x="8206978" y="2861667"/>
                <a:chExt cx="217072" cy="194572"/>
              </a:xfrm>
            </p:grpSpPr>
            <p:sp>
              <p:nvSpPr>
                <p:cNvPr id="92" name="Freeform 92"/>
                <p:cNvSpPr/>
                <p:nvPr/>
              </p:nvSpPr>
              <p:spPr>
                <a:xfrm>
                  <a:off x="8245645" y="2892623"/>
                  <a:ext cx="15481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810" h="123825">
                      <a:moveTo>
                        <a:pt x="154810" y="123825"/>
                      </a:moveTo>
                      <a:lnTo>
                        <a:pt x="77419" y="123825"/>
                      </a:lnTo>
                      <a:lnTo>
                        <a:pt x="116115" y="46434"/>
                      </a:lnTo>
                      <a:close/>
                      <a:moveTo>
                        <a:pt x="30985" y="69226"/>
                      </a:moveTo>
                      <a:lnTo>
                        <a:pt x="30985" y="69226"/>
                      </a:lnTo>
                      <a:cubicBezTo>
                        <a:pt x="50706" y="51623"/>
                        <a:pt x="61970" y="26435"/>
                        <a:pt x="61941" y="0"/>
                      </a:cubicBezTo>
                      <a:lnTo>
                        <a:pt x="29" y="0"/>
                      </a:lnTo>
                      <a:cubicBezTo>
                        <a:pt x="0" y="26435"/>
                        <a:pt x="11264" y="51623"/>
                        <a:pt x="30985" y="69226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3" name="Freeform 93"/>
                <p:cNvSpPr/>
                <p:nvPr/>
              </p:nvSpPr>
              <p:spPr>
                <a:xfrm>
                  <a:off x="8206978" y="2861667"/>
                  <a:ext cx="217072" cy="194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072" h="194572">
                      <a:moveTo>
                        <a:pt x="215871" y="182274"/>
                      </a:moveTo>
                      <a:lnTo>
                        <a:pt x="161698" y="73927"/>
                      </a:lnTo>
                      <a:cubicBezTo>
                        <a:pt x="160387" y="71306"/>
                        <a:pt x="157707" y="69650"/>
                        <a:pt x="154776" y="69650"/>
                      </a:cubicBezTo>
                      <a:cubicBezTo>
                        <a:pt x="151845" y="69650"/>
                        <a:pt x="149166" y="71306"/>
                        <a:pt x="147855" y="73927"/>
                      </a:cubicBezTo>
                      <a:lnTo>
                        <a:pt x="126853" y="115941"/>
                      </a:lnTo>
                      <a:cubicBezTo>
                        <a:pt x="110391" y="115015"/>
                        <a:pt x="94552" y="109329"/>
                        <a:pt x="81260" y="99573"/>
                      </a:cubicBezTo>
                      <a:cubicBezTo>
                        <a:pt x="96855" y="82919"/>
                        <a:pt x="106304" y="61444"/>
                        <a:pt x="108047" y="38695"/>
                      </a:cubicBezTo>
                      <a:lnTo>
                        <a:pt x="131564" y="38695"/>
                      </a:lnTo>
                      <a:cubicBezTo>
                        <a:pt x="135838" y="38695"/>
                        <a:pt x="139303" y="35230"/>
                        <a:pt x="139303" y="30956"/>
                      </a:cubicBezTo>
                      <a:cubicBezTo>
                        <a:pt x="139303" y="26682"/>
                        <a:pt x="135838" y="23217"/>
                        <a:pt x="131564" y="23217"/>
                      </a:cubicBezTo>
                      <a:lnTo>
                        <a:pt x="77391" y="23217"/>
                      </a:lnTo>
                      <a:lnTo>
                        <a:pt x="77391" y="7739"/>
                      </a:lnTo>
                      <a:cubicBezTo>
                        <a:pt x="77391" y="3465"/>
                        <a:pt x="73926" y="0"/>
                        <a:pt x="69652" y="0"/>
                      </a:cubicBezTo>
                      <a:cubicBezTo>
                        <a:pt x="65377" y="0"/>
                        <a:pt x="61912" y="3465"/>
                        <a:pt x="61912" y="7739"/>
                      </a:cubicBezTo>
                      <a:lnTo>
                        <a:pt x="61912" y="23217"/>
                      </a:lnTo>
                      <a:lnTo>
                        <a:pt x="7739" y="23217"/>
                      </a:lnTo>
                      <a:cubicBezTo>
                        <a:pt x="3465" y="23217"/>
                        <a:pt x="0" y="26682"/>
                        <a:pt x="0" y="30956"/>
                      </a:cubicBezTo>
                      <a:cubicBezTo>
                        <a:pt x="0" y="35230"/>
                        <a:pt x="3465" y="38695"/>
                        <a:pt x="7739" y="38695"/>
                      </a:cubicBezTo>
                      <a:lnTo>
                        <a:pt x="92511" y="38695"/>
                      </a:lnTo>
                      <a:cubicBezTo>
                        <a:pt x="90792" y="57663"/>
                        <a:pt x="82740" y="75501"/>
                        <a:pt x="69652" y="89338"/>
                      </a:cubicBezTo>
                      <a:cubicBezTo>
                        <a:pt x="61498" y="80735"/>
                        <a:pt x="55237" y="70519"/>
                        <a:pt x="51271" y="59349"/>
                      </a:cubicBezTo>
                      <a:cubicBezTo>
                        <a:pt x="50384" y="56696"/>
                        <a:pt x="48134" y="54729"/>
                        <a:pt x="45387" y="54203"/>
                      </a:cubicBezTo>
                      <a:cubicBezTo>
                        <a:pt x="42640" y="53678"/>
                        <a:pt x="39822" y="54675"/>
                        <a:pt x="38018" y="56813"/>
                      </a:cubicBezTo>
                      <a:cubicBezTo>
                        <a:pt x="36214" y="58950"/>
                        <a:pt x="35704" y="61895"/>
                        <a:pt x="36683" y="64515"/>
                      </a:cubicBezTo>
                      <a:cubicBezTo>
                        <a:pt x="41300" y="77573"/>
                        <a:pt x="48573" y="89533"/>
                        <a:pt x="58043" y="99640"/>
                      </a:cubicBezTo>
                      <a:cubicBezTo>
                        <a:pt x="43462" y="110355"/>
                        <a:pt x="25833" y="116118"/>
                        <a:pt x="7739" y="116086"/>
                      </a:cubicBezTo>
                      <a:cubicBezTo>
                        <a:pt x="3465" y="116086"/>
                        <a:pt x="0" y="119551"/>
                        <a:pt x="0" y="123825"/>
                      </a:cubicBezTo>
                      <a:cubicBezTo>
                        <a:pt x="0" y="128099"/>
                        <a:pt x="3465" y="131564"/>
                        <a:pt x="7739" y="131564"/>
                      </a:cubicBezTo>
                      <a:cubicBezTo>
                        <a:pt x="30188" y="131589"/>
                        <a:pt x="51994" y="124066"/>
                        <a:pt x="69652" y="110204"/>
                      </a:cubicBezTo>
                      <a:cubicBezTo>
                        <a:pt x="84061" y="121463"/>
                        <a:pt x="101263" y="128589"/>
                        <a:pt x="119414" y="130819"/>
                      </a:cubicBezTo>
                      <a:lnTo>
                        <a:pt x="93681" y="182274"/>
                      </a:lnTo>
                      <a:cubicBezTo>
                        <a:pt x="91769" y="186097"/>
                        <a:pt x="93317" y="190746"/>
                        <a:pt x="97140" y="192659"/>
                      </a:cubicBezTo>
                      <a:cubicBezTo>
                        <a:pt x="100962" y="194572"/>
                        <a:pt x="105612" y="193023"/>
                        <a:pt x="107525" y="189201"/>
                      </a:cubicBezTo>
                      <a:lnTo>
                        <a:pt x="120865" y="162520"/>
                      </a:lnTo>
                      <a:lnTo>
                        <a:pt x="188688" y="162520"/>
                      </a:lnTo>
                      <a:lnTo>
                        <a:pt x="202028" y="189201"/>
                      </a:lnTo>
                      <a:cubicBezTo>
                        <a:pt x="203340" y="191823"/>
                        <a:pt x="206022" y="193479"/>
                        <a:pt x="208955" y="193477"/>
                      </a:cubicBezTo>
                      <a:cubicBezTo>
                        <a:pt x="211637" y="193475"/>
                        <a:pt x="214127" y="192085"/>
                        <a:pt x="215536" y="189803"/>
                      </a:cubicBezTo>
                      <a:cubicBezTo>
                        <a:pt x="216945" y="187521"/>
                        <a:pt x="217072" y="184673"/>
                        <a:pt x="215871" y="182274"/>
                      </a:cubicBezTo>
                      <a:close/>
                      <a:moveTo>
                        <a:pt x="128604" y="147042"/>
                      </a:moveTo>
                      <a:lnTo>
                        <a:pt x="154781" y="94697"/>
                      </a:lnTo>
                      <a:lnTo>
                        <a:pt x="180949" y="147042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95" name="TextBox 95"/>
              <p:cNvSpPr txBox="1"/>
              <p:nvPr/>
            </p:nvSpPr>
            <p:spPr>
              <a:xfrm>
                <a:off x="8555355" y="28641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中文深度优化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8562975" y="3119438"/>
                <a:ext cx="11741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CHINESE-AWARE CHUNKING</a:t>
                </a:r>
              </a:p>
            </p:txBody>
          </p:sp>
          <p:sp>
            <p:nvSpPr>
              <p:cNvPr id="97" name="TextBox 97"/>
              <p:cNvSpPr txBox="1"/>
              <p:nvPr/>
            </p:nvSpPr>
            <p:spPr>
              <a:xfrm>
                <a:off x="8178165" y="33347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。感知分块策略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8179118" y="3514249"/>
                <a:ext cx="20920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paraphrase-multilingual 嵌入模型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8001000" y="3829050"/>
              <a:ext cx="3200400" cy="1083469"/>
              <a:chOff x="8001000" y="3829050"/>
              <a:chExt cx="3200400" cy="1083469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8001000" y="3829050"/>
                <a:ext cx="3200400" cy="1047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8001000" y="3829050"/>
                <a:ext cx="38100" cy="10477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grpSp>
            <p:nvGrpSpPr>
              <p:cNvPr id="104" name="Group 104"/>
              <p:cNvGrpSpPr/>
              <p:nvPr/>
            </p:nvGrpSpPr>
            <p:grpSpPr>
              <a:xfrm>
                <a:off x="8213367" y="4060308"/>
                <a:ext cx="202566" cy="202725"/>
                <a:chOff x="8213367" y="4060308"/>
                <a:chExt cx="202566" cy="202725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8213367" y="4060308"/>
                  <a:ext cx="186120" cy="1772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120" h="177293">
                      <a:moveTo>
                        <a:pt x="186120" y="141500"/>
                      </a:moveTo>
                      <a:cubicBezTo>
                        <a:pt x="179445" y="155729"/>
                        <a:pt x="169282" y="168041"/>
                        <a:pt x="156576" y="177293"/>
                      </a:cubicBezTo>
                      <a:lnTo>
                        <a:pt x="147521" y="168228"/>
                      </a:lnTo>
                      <a:cubicBezTo>
                        <a:pt x="146551" y="167255"/>
                        <a:pt x="145339" y="166557"/>
                        <a:pt x="144010" y="166207"/>
                      </a:cubicBezTo>
                      <a:lnTo>
                        <a:pt x="123240" y="160731"/>
                      </a:lnTo>
                      <a:cubicBezTo>
                        <a:pt x="119428" y="159729"/>
                        <a:pt x="116979" y="156021"/>
                        <a:pt x="117552" y="152121"/>
                      </a:cubicBezTo>
                      <a:lnTo>
                        <a:pt x="119854" y="136450"/>
                      </a:lnTo>
                      <a:cubicBezTo>
                        <a:pt x="120250" y="133761"/>
                        <a:pt x="122027" y="131477"/>
                        <a:pt x="124536" y="130433"/>
                      </a:cubicBezTo>
                      <a:lnTo>
                        <a:pt x="154003" y="118186"/>
                      </a:lnTo>
                      <a:cubicBezTo>
                        <a:pt x="156782" y="117032"/>
                        <a:pt x="159978" y="117595"/>
                        <a:pt x="162197" y="119627"/>
                      </a:cubicBezTo>
                      <a:close/>
                      <a:moveTo>
                        <a:pt x="132807" y="79868"/>
                      </a:moveTo>
                      <a:lnTo>
                        <a:pt x="154254" y="54909"/>
                      </a:lnTo>
                      <a:cubicBezTo>
                        <a:pt x="155460" y="53510"/>
                        <a:pt x="156126" y="51726"/>
                        <a:pt x="156131" y="49879"/>
                      </a:cubicBezTo>
                      <a:lnTo>
                        <a:pt x="156131" y="26662"/>
                      </a:lnTo>
                      <a:cubicBezTo>
                        <a:pt x="119061" y="0"/>
                        <a:pt x="68110" y="4242"/>
                        <a:pt x="35959" y="36667"/>
                      </a:cubicBezTo>
                      <a:cubicBezTo>
                        <a:pt x="3809" y="69092"/>
                        <a:pt x="0" y="120078"/>
                        <a:pt x="26976" y="156920"/>
                      </a:cubicBezTo>
                      <a:lnTo>
                        <a:pt x="36572" y="150612"/>
                      </a:lnTo>
                      <a:cubicBezTo>
                        <a:pt x="38731" y="149186"/>
                        <a:pt x="40034" y="146776"/>
                        <a:pt x="40045" y="144189"/>
                      </a:cubicBezTo>
                      <a:lnTo>
                        <a:pt x="40248" y="109141"/>
                      </a:lnTo>
                      <a:cubicBezTo>
                        <a:pt x="40259" y="107622"/>
                        <a:pt x="40713" y="106139"/>
                        <a:pt x="41554" y="104874"/>
                      </a:cubicBezTo>
                      <a:lnTo>
                        <a:pt x="61811" y="74595"/>
                      </a:lnTo>
                      <a:cubicBezTo>
                        <a:pt x="62985" y="72853"/>
                        <a:pt x="64817" y="71663"/>
                        <a:pt x="66885" y="71298"/>
                      </a:cubicBezTo>
                      <a:cubicBezTo>
                        <a:pt x="68954" y="70933"/>
                        <a:pt x="71082" y="71425"/>
                        <a:pt x="72781" y="72661"/>
                      </a:cubicBezTo>
                      <a:lnTo>
                        <a:pt x="91945" y="85237"/>
                      </a:lnTo>
                      <a:cubicBezTo>
                        <a:pt x="93559" y="86399"/>
                        <a:pt x="95556" y="86901"/>
                        <a:pt x="97527" y="86639"/>
                      </a:cubicBezTo>
                      <a:lnTo>
                        <a:pt x="127961" y="82518"/>
                      </a:lnTo>
                      <a:cubicBezTo>
                        <a:pt x="129847" y="82261"/>
                        <a:pt x="131573" y="81317"/>
                        <a:pt x="132807" y="79868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03" name="Freeform 103"/>
                <p:cNvSpPr/>
                <p:nvPr/>
              </p:nvSpPr>
              <p:spPr>
                <a:xfrm>
                  <a:off x="8214717" y="4061817"/>
                  <a:ext cx="201216" cy="20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6" h="201216">
                      <a:moveTo>
                        <a:pt x="100608" y="0"/>
                      </a:moveTo>
                      <a:cubicBezTo>
                        <a:pt x="45044" y="0"/>
                        <a:pt x="0" y="45044"/>
                        <a:pt x="0" y="100608"/>
                      </a:cubicBezTo>
                      <a:cubicBezTo>
                        <a:pt x="0" y="156172"/>
                        <a:pt x="45044" y="201216"/>
                        <a:pt x="100608" y="201216"/>
                      </a:cubicBezTo>
                      <a:cubicBezTo>
                        <a:pt x="156172" y="201216"/>
                        <a:pt x="201216" y="156172"/>
                        <a:pt x="201216" y="100608"/>
                      </a:cubicBezTo>
                      <a:cubicBezTo>
                        <a:pt x="201157" y="45068"/>
                        <a:pt x="156148" y="59"/>
                        <a:pt x="100608" y="0"/>
                      </a:cubicBezTo>
                      <a:close/>
                      <a:moveTo>
                        <a:pt x="100608" y="15478"/>
                      </a:moveTo>
                      <a:cubicBezTo>
                        <a:pt x="117101" y="15461"/>
                        <a:pt x="133240" y="20262"/>
                        <a:pt x="147042" y="29292"/>
                      </a:cubicBezTo>
                      <a:lnTo>
                        <a:pt x="147042" y="48369"/>
                      </a:lnTo>
                      <a:lnTo>
                        <a:pt x="125595" y="73270"/>
                      </a:lnTo>
                      <a:lnTo>
                        <a:pt x="95152" y="77391"/>
                      </a:lnTo>
                      <a:lnTo>
                        <a:pt x="94852" y="77178"/>
                      </a:lnTo>
                      <a:lnTo>
                        <a:pt x="75823" y="64737"/>
                      </a:lnTo>
                      <a:cubicBezTo>
                        <a:pt x="72415" y="62336"/>
                        <a:pt x="68183" y="61412"/>
                        <a:pt x="64084" y="62173"/>
                      </a:cubicBezTo>
                      <a:cubicBezTo>
                        <a:pt x="59985" y="62934"/>
                        <a:pt x="56367" y="65317"/>
                        <a:pt x="54048" y="68781"/>
                      </a:cubicBezTo>
                      <a:lnTo>
                        <a:pt x="33791" y="99060"/>
                      </a:lnTo>
                      <a:cubicBezTo>
                        <a:pt x="32103" y="101583"/>
                        <a:pt x="31195" y="104547"/>
                        <a:pt x="31179" y="107583"/>
                      </a:cubicBezTo>
                      <a:lnTo>
                        <a:pt x="30956" y="142631"/>
                      </a:lnTo>
                      <a:lnTo>
                        <a:pt x="27793" y="144711"/>
                      </a:lnTo>
                      <a:cubicBezTo>
                        <a:pt x="11871" y="118423"/>
                        <a:pt x="11354" y="85595"/>
                        <a:pt x="26441" y="58819"/>
                      </a:cubicBezTo>
                      <a:cubicBezTo>
                        <a:pt x="41527" y="32043"/>
                        <a:pt x="69874" y="15478"/>
                        <a:pt x="100608" y="15478"/>
                      </a:cubicBezTo>
                      <a:close/>
                      <a:moveTo>
                        <a:pt x="37041" y="157171"/>
                      </a:moveTo>
                      <a:lnTo>
                        <a:pt x="39479" y="155575"/>
                      </a:lnTo>
                      <a:cubicBezTo>
                        <a:pt x="43802" y="152723"/>
                        <a:pt x="46413" y="147897"/>
                        <a:pt x="46434" y="142718"/>
                      </a:cubicBezTo>
                      <a:lnTo>
                        <a:pt x="46638" y="107670"/>
                      </a:lnTo>
                      <a:lnTo>
                        <a:pt x="66914" y="77391"/>
                      </a:lnTo>
                      <a:cubicBezTo>
                        <a:pt x="67013" y="77467"/>
                        <a:pt x="67117" y="77538"/>
                        <a:pt x="67223" y="77603"/>
                      </a:cubicBezTo>
                      <a:lnTo>
                        <a:pt x="86252" y="90054"/>
                      </a:lnTo>
                      <a:cubicBezTo>
                        <a:pt x="89441" y="92304"/>
                        <a:pt x="93364" y="93262"/>
                        <a:pt x="97232" y="92733"/>
                      </a:cubicBezTo>
                      <a:lnTo>
                        <a:pt x="127695" y="88603"/>
                      </a:lnTo>
                      <a:cubicBezTo>
                        <a:pt x="131451" y="88101"/>
                        <a:pt x="134893" y="86239"/>
                        <a:pt x="137368" y="83369"/>
                      </a:cubicBezTo>
                      <a:lnTo>
                        <a:pt x="158815" y="58449"/>
                      </a:lnTo>
                      <a:cubicBezTo>
                        <a:pt x="161214" y="55639"/>
                        <a:pt x="162528" y="52064"/>
                        <a:pt x="162520" y="48369"/>
                      </a:cubicBezTo>
                      <a:lnTo>
                        <a:pt x="162520" y="42246"/>
                      </a:lnTo>
                      <a:cubicBezTo>
                        <a:pt x="183841" y="64802"/>
                        <a:pt x="191172" y="97187"/>
                        <a:pt x="181645" y="126727"/>
                      </a:cubicBezTo>
                      <a:lnTo>
                        <a:pt x="166032" y="112449"/>
                      </a:lnTo>
                      <a:cubicBezTo>
                        <a:pt x="161600" y="108381"/>
                        <a:pt x="155214" y="107249"/>
                        <a:pt x="149654" y="109546"/>
                      </a:cubicBezTo>
                      <a:lnTo>
                        <a:pt x="120188" y="121784"/>
                      </a:lnTo>
                      <a:cubicBezTo>
                        <a:pt x="115177" y="123887"/>
                        <a:pt x="111627" y="128453"/>
                        <a:pt x="110823" y="133828"/>
                      </a:cubicBezTo>
                      <a:lnTo>
                        <a:pt x="108511" y="149490"/>
                      </a:lnTo>
                      <a:cubicBezTo>
                        <a:pt x="107361" y="157295"/>
                        <a:pt x="112266" y="164717"/>
                        <a:pt x="119897" y="166719"/>
                      </a:cubicBezTo>
                      <a:lnTo>
                        <a:pt x="140657" y="172194"/>
                      </a:lnTo>
                      <a:lnTo>
                        <a:pt x="142940" y="174487"/>
                      </a:lnTo>
                      <a:cubicBezTo>
                        <a:pt x="107997" y="194536"/>
                        <a:pt x="63779" y="187306"/>
                        <a:pt x="37041" y="157171"/>
                      </a:cubicBezTo>
                      <a:close/>
                      <a:moveTo>
                        <a:pt x="155749" y="165422"/>
                      </a:moveTo>
                      <a:lnTo>
                        <a:pt x="151589" y="161253"/>
                      </a:lnTo>
                      <a:cubicBezTo>
                        <a:pt x="149648" y="159305"/>
                        <a:pt x="147224" y="157910"/>
                        <a:pt x="144566" y="157209"/>
                      </a:cubicBezTo>
                      <a:lnTo>
                        <a:pt x="123825" y="151734"/>
                      </a:lnTo>
                      <a:lnTo>
                        <a:pt x="126137" y="136072"/>
                      </a:lnTo>
                      <a:lnTo>
                        <a:pt x="155594" y="123825"/>
                      </a:lnTo>
                      <a:lnTo>
                        <a:pt x="175096" y="141702"/>
                      </a:lnTo>
                      <a:cubicBezTo>
                        <a:pt x="170126" y="150708"/>
                        <a:pt x="163572" y="158743"/>
                        <a:pt x="155749" y="165422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05" name="TextBox 105"/>
              <p:cNvSpPr txBox="1"/>
              <p:nvPr/>
            </p:nvSpPr>
            <p:spPr>
              <a:xfrm>
                <a:off x="8555355" y="4064318"/>
                <a:ext cx="138580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智能检索 + 回退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8562975" y="4319588"/>
                <a:ext cx="102417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DUAL-TOOL STRATEGY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8178165" y="4534852"/>
                <a:ext cx="28480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文档优先 → web_search 联网回退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8179118" y="471439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失败禁止重试 · 不编造答案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8001000" y="5029200"/>
              <a:ext cx="3200400" cy="1083469"/>
              <a:chOff x="8001000" y="5029200"/>
              <a:chExt cx="3200400" cy="1083469"/>
            </a:xfrm>
          </p:grpSpPr>
          <p:sp>
            <p:nvSpPr>
              <p:cNvPr id="110" name="Rectangle 110"/>
              <p:cNvSpPr/>
              <p:nvPr/>
            </p:nvSpPr>
            <p:spPr>
              <a:xfrm>
                <a:off x="8001000" y="5029200"/>
                <a:ext cx="3200400" cy="1047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" name="Rectangle 111"/>
              <p:cNvSpPr/>
              <p:nvPr/>
            </p:nvSpPr>
            <p:spPr>
              <a:xfrm>
                <a:off x="8001000" y="5029200"/>
                <a:ext cx="38100" cy="10477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grpSp>
            <p:nvGrpSpPr>
              <p:cNvPr id="114" name="Group 114"/>
              <p:cNvGrpSpPr/>
              <p:nvPr/>
            </p:nvGrpSpPr>
            <p:grpSpPr>
              <a:xfrm>
                <a:off x="8229764" y="5245806"/>
                <a:ext cx="171069" cy="233538"/>
                <a:chOff x="8229764" y="5245806"/>
                <a:chExt cx="171069" cy="233538"/>
              </a:xfrm>
            </p:grpSpPr>
            <p:sp>
              <p:nvSpPr>
                <p:cNvPr id="112" name="Freeform 112"/>
                <p:cNvSpPr/>
                <p:nvPr/>
              </p:nvSpPr>
              <p:spPr>
                <a:xfrm>
                  <a:off x="8237934" y="5254228"/>
                  <a:ext cx="154781" cy="216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216694">
                      <a:moveTo>
                        <a:pt x="46434" y="216694"/>
                      </a:moveTo>
                      <a:lnTo>
                        <a:pt x="61912" y="139303"/>
                      </a:lnTo>
                      <a:lnTo>
                        <a:pt x="0" y="116086"/>
                      </a:lnTo>
                      <a:lnTo>
                        <a:pt x="108347" y="0"/>
                      </a:lnTo>
                      <a:lnTo>
                        <a:pt x="92869" y="77391"/>
                      </a:lnTo>
                      <a:lnTo>
                        <a:pt x="154781" y="100608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3" name="Freeform 113"/>
                <p:cNvSpPr/>
                <p:nvPr/>
              </p:nvSpPr>
              <p:spPr>
                <a:xfrm>
                  <a:off x="8229764" y="5245806"/>
                  <a:ext cx="171069" cy="233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069" h="233538">
                      <a:moveTo>
                        <a:pt x="170488" y="107260"/>
                      </a:moveTo>
                      <a:cubicBezTo>
                        <a:pt x="169892" y="104741"/>
                        <a:pt x="168077" y="102686"/>
                        <a:pt x="165651" y="101784"/>
                      </a:cubicBezTo>
                      <a:lnTo>
                        <a:pt x="109920" y="80879"/>
                      </a:lnTo>
                      <a:lnTo>
                        <a:pt x="124102" y="9941"/>
                      </a:lnTo>
                      <a:cubicBezTo>
                        <a:pt x="124761" y="6555"/>
                        <a:pt x="123100" y="3141"/>
                        <a:pt x="120029" y="1571"/>
                      </a:cubicBezTo>
                      <a:cubicBezTo>
                        <a:pt x="116957" y="0"/>
                        <a:pt x="113217" y="652"/>
                        <a:pt x="110858" y="3169"/>
                      </a:cubicBezTo>
                      <a:lnTo>
                        <a:pt x="2511" y="119255"/>
                      </a:lnTo>
                      <a:cubicBezTo>
                        <a:pt x="724" y="121139"/>
                        <a:pt x="0" y="123793"/>
                        <a:pt x="584" y="126323"/>
                      </a:cubicBezTo>
                      <a:cubicBezTo>
                        <a:pt x="1168" y="128853"/>
                        <a:pt x="2981" y="130922"/>
                        <a:pt x="5413" y="131831"/>
                      </a:cubicBezTo>
                      <a:lnTo>
                        <a:pt x="61164" y="152736"/>
                      </a:lnTo>
                      <a:lnTo>
                        <a:pt x="47020" y="223597"/>
                      </a:lnTo>
                      <a:cubicBezTo>
                        <a:pt x="46361" y="226983"/>
                        <a:pt x="48022" y="230397"/>
                        <a:pt x="51093" y="231968"/>
                      </a:cubicBezTo>
                      <a:cubicBezTo>
                        <a:pt x="54165" y="233538"/>
                        <a:pt x="57905" y="232886"/>
                        <a:pt x="60264" y="230369"/>
                      </a:cubicBezTo>
                      <a:lnTo>
                        <a:pt x="168611" y="114283"/>
                      </a:lnTo>
                      <a:cubicBezTo>
                        <a:pt x="170365" y="112400"/>
                        <a:pt x="171069" y="109767"/>
                        <a:pt x="170488" y="107260"/>
                      </a:cubicBezTo>
                      <a:close/>
                      <a:moveTo>
                        <a:pt x="67539" y="199964"/>
                      </a:moveTo>
                      <a:lnTo>
                        <a:pt x="77667" y="149293"/>
                      </a:lnTo>
                      <a:cubicBezTo>
                        <a:pt x="78416" y="145581"/>
                        <a:pt x="76369" y="141873"/>
                        <a:pt x="72830" y="140528"/>
                      </a:cubicBezTo>
                      <a:lnTo>
                        <a:pt x="21714" y="121326"/>
                      </a:lnTo>
                      <a:lnTo>
                        <a:pt x="103574" y="33623"/>
                      </a:lnTo>
                      <a:lnTo>
                        <a:pt x="93455" y="84294"/>
                      </a:lnTo>
                      <a:cubicBezTo>
                        <a:pt x="92706" y="88005"/>
                        <a:pt x="94753" y="91714"/>
                        <a:pt x="98292" y="93059"/>
                      </a:cubicBezTo>
                      <a:lnTo>
                        <a:pt x="149370" y="112213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15" name="TextBox 115"/>
              <p:cNvSpPr txBox="1"/>
              <p:nvPr/>
            </p:nvSpPr>
            <p:spPr>
              <a:xfrm>
                <a:off x="8555355" y="5264468"/>
                <a:ext cx="17922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流式 · 可溯源 · 记忆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8562975" y="5519738"/>
                <a:ext cx="16242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STREAMING + TRACEABLE + MEMORY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8178165" y="5735002"/>
                <a:ext cx="25539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values 模式实时输出 · 文件名+页码标注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8179118" y="5914549"/>
                <a:ext cx="26315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BufferWindow k=4 · session_state 持久化</a:t>
                </a: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762000" y="6457950"/>
            <a:ext cx="10679430" cy="276225"/>
            <a:chOff x="762000" y="6457950"/>
            <a:chExt cx="10679430" cy="276225"/>
          </a:xfrm>
        </p:grpSpPr>
        <p:sp>
          <p:nvSpPr>
            <p:cNvPr id="121" name="Rectangle 121"/>
            <p:cNvSpPr/>
            <p:nvPr/>
          </p:nvSpPr>
          <p:spPr>
            <a:xfrm>
              <a:off x="762000" y="645795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04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03835"/>
            <a:ext cx="3646361" cy="548640"/>
            <a:chOff x="762000" y="203835"/>
            <a:chExt cx="3646361" cy="548640"/>
          </a:xfrm>
        </p:grpSpPr>
        <p:sp>
          <p:nvSpPr>
            <p:cNvPr id="3" name="Rectangle 3"/>
            <p:cNvSpPr/>
            <p:nvPr/>
          </p:nvSpPr>
          <p:spPr>
            <a:xfrm>
              <a:off x="762000" y="285750"/>
              <a:ext cx="38100" cy="24765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03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系统架构总览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1070" y="569595"/>
              <a:ext cx="34672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THREE-TIER ARCHITECTURE — PRESENTATION · AGENT · STORAGE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904875"/>
            <a:ext cx="10668000" cy="1619250"/>
            <a:chOff x="762000" y="904875"/>
            <a:chExt cx="10668000" cy="1619250"/>
          </a:xfrm>
        </p:grpSpPr>
        <p:sp>
          <p:nvSpPr>
            <p:cNvPr id="7" name="Rectangle 7"/>
            <p:cNvSpPr/>
            <p:nvPr/>
          </p:nvSpPr>
          <p:spPr>
            <a:xfrm>
              <a:off x="762000" y="904875"/>
              <a:ext cx="10668000" cy="1619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904875"/>
              <a:ext cx="47625" cy="16192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9625" y="9048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3462" y="992981"/>
              <a:ext cx="15801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展示层 PRESENTATION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0820" y="1017270"/>
              <a:ext cx="1835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Web UI — 用户交互界面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00745" y="1575792"/>
              <a:ext cx="170259" cy="157162"/>
              <a:chOff x="1200745" y="1575792"/>
              <a:chExt cx="170259" cy="15716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207294" y="1582341"/>
                <a:ext cx="157162" cy="8513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130">
                    <a:moveTo>
                      <a:pt x="157162" y="13097"/>
                    </a:moveTo>
                    <a:lnTo>
                      <a:pt x="157162" y="85130"/>
                    </a:lnTo>
                    <a:lnTo>
                      <a:pt x="0" y="85130"/>
                    </a:ln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144066" y="0"/>
                    </a:lnTo>
                    <a:cubicBezTo>
                      <a:pt x="151299" y="0"/>
                      <a:pt x="157162" y="5864"/>
                      <a:pt x="157162" y="1309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200745" y="1575792"/>
                <a:ext cx="17025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57162">
                    <a:moveTo>
                      <a:pt x="150614" y="0"/>
                    </a:moveTo>
                    <a:lnTo>
                      <a:pt x="19645" y="0"/>
                    </a:lnTo>
                    <a:cubicBezTo>
                      <a:pt x="8796" y="0"/>
                      <a:pt x="0" y="8796"/>
                      <a:pt x="0" y="19645"/>
                    </a:cubicBezTo>
                    <a:lnTo>
                      <a:pt x="0" y="111323"/>
                    </a:lnTo>
                    <a:cubicBezTo>
                      <a:pt x="0" y="122173"/>
                      <a:pt x="8796" y="130969"/>
                      <a:pt x="19645" y="130969"/>
                    </a:cubicBezTo>
                    <a:lnTo>
                      <a:pt x="78581" y="130969"/>
                    </a:lnTo>
                    <a:lnTo>
                      <a:pt x="78581" y="144066"/>
                    </a:lnTo>
                    <a:lnTo>
                      <a:pt x="58936" y="144066"/>
                    </a:lnTo>
                    <a:cubicBezTo>
                      <a:pt x="55319" y="144066"/>
                      <a:pt x="52388" y="146997"/>
                      <a:pt x="52388" y="150614"/>
                    </a:cubicBezTo>
                    <a:cubicBezTo>
                      <a:pt x="52388" y="154231"/>
                      <a:pt x="55319" y="157162"/>
                      <a:pt x="58936" y="157162"/>
                    </a:cubicBezTo>
                    <a:lnTo>
                      <a:pt x="111323" y="157162"/>
                    </a:lnTo>
                    <a:cubicBezTo>
                      <a:pt x="114940" y="157162"/>
                      <a:pt x="117872" y="154231"/>
                      <a:pt x="117872" y="150614"/>
                    </a:cubicBezTo>
                    <a:cubicBezTo>
                      <a:pt x="117872" y="146997"/>
                      <a:pt x="114940" y="144066"/>
                      <a:pt x="111323" y="144066"/>
                    </a:cubicBezTo>
                    <a:lnTo>
                      <a:pt x="91678" y="144066"/>
                    </a:lnTo>
                    <a:lnTo>
                      <a:pt x="91678" y="130969"/>
                    </a:lnTo>
                    <a:lnTo>
                      <a:pt x="150614" y="130969"/>
                    </a:lnTo>
                    <a:cubicBezTo>
                      <a:pt x="161464" y="130969"/>
                      <a:pt x="170259" y="122173"/>
                      <a:pt x="170259" y="111323"/>
                    </a:cubicBezTo>
                    <a:lnTo>
                      <a:pt x="170259" y="19645"/>
                    </a:lnTo>
                    <a:cubicBezTo>
                      <a:pt x="170259" y="8796"/>
                      <a:pt x="161464" y="0"/>
                      <a:pt x="150614" y="0"/>
                    </a:cubicBezTo>
                    <a:close/>
                    <a:moveTo>
                      <a:pt x="19645" y="13097"/>
                    </a:moveTo>
                    <a:lnTo>
                      <a:pt x="150614" y="13097"/>
                    </a:lnTo>
                    <a:cubicBezTo>
                      <a:pt x="154231" y="13097"/>
                      <a:pt x="157162" y="16029"/>
                      <a:pt x="157162" y="19645"/>
                    </a:cubicBezTo>
                    <a:lnTo>
                      <a:pt x="157162" y="85130"/>
                    </a:lnTo>
                    <a:lnTo>
                      <a:pt x="13097" y="85130"/>
                    </a:lnTo>
                    <a:lnTo>
                      <a:pt x="13097" y="19645"/>
                    </a:lnTo>
                    <a:cubicBezTo>
                      <a:pt x="13097" y="16029"/>
                      <a:pt x="16029" y="13097"/>
                      <a:pt x="19645" y="13097"/>
                    </a:cubicBezTo>
                    <a:close/>
                    <a:moveTo>
                      <a:pt x="150614" y="117872"/>
                    </a:moveTo>
                    <a:lnTo>
                      <a:pt x="19645" y="117872"/>
                    </a:lnTo>
                    <a:cubicBezTo>
                      <a:pt x="16029" y="117872"/>
                      <a:pt x="13097" y="114940"/>
                      <a:pt x="13097" y="111323"/>
                    </a:cubicBezTo>
                    <a:lnTo>
                      <a:pt x="13097" y="98227"/>
                    </a:lnTo>
                    <a:lnTo>
                      <a:pt x="157162" y="98227"/>
                    </a:lnTo>
                    <a:lnTo>
                      <a:pt x="157162" y="111323"/>
                    </a:lnTo>
                    <a:cubicBezTo>
                      <a:pt x="157162" y="114940"/>
                      <a:pt x="154231" y="117872"/>
                      <a:pt x="150614" y="11787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0660" y="1546860"/>
              <a:ext cx="15594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Streamlit Web 界面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5618" y="157114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文件上传 · 聊天界面 · 侧边栏设置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5422" y="1739741"/>
              <a:ext cx="26667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st.file_uploader + st.chat_message + st.sidebar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38750" y="1381125"/>
              <a:ext cx="4000500" cy="4953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377786" y="1581352"/>
              <a:ext cx="197518" cy="145325"/>
              <a:chOff x="5377786" y="1581352"/>
              <a:chExt cx="197518" cy="1453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398294" y="1588889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11323" y="72033"/>
                    </a:moveTo>
                    <a:cubicBezTo>
                      <a:pt x="111323" y="90116"/>
                      <a:pt x="96664" y="104775"/>
                      <a:pt x="78581" y="104775"/>
                    </a:cubicBezTo>
                    <a:cubicBezTo>
                      <a:pt x="60498" y="104775"/>
                      <a:pt x="45839" y="90116"/>
                      <a:pt x="45839" y="72033"/>
                    </a:cubicBezTo>
                    <a:cubicBezTo>
                      <a:pt x="45839" y="53950"/>
                      <a:pt x="60498" y="39291"/>
                      <a:pt x="78581" y="39291"/>
                    </a:cubicBezTo>
                    <a:cubicBezTo>
                      <a:pt x="96664" y="39291"/>
                      <a:pt x="111323" y="53950"/>
                      <a:pt x="111323" y="72033"/>
                    </a:cubicBezTo>
                    <a:close/>
                    <a:moveTo>
                      <a:pt x="26194" y="0"/>
                    </a:move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ubicBezTo>
                      <a:pt x="40660" y="52388"/>
                      <a:pt x="52388" y="40660"/>
                      <a:pt x="52388" y="26194"/>
                    </a:cubicBezTo>
                    <a:cubicBezTo>
                      <a:pt x="52388" y="11727"/>
                      <a:pt x="40660" y="0"/>
                      <a:pt x="26194" y="0"/>
                    </a:cubicBezTo>
                    <a:close/>
                    <a:moveTo>
                      <a:pt x="130969" y="0"/>
                    </a:moveTo>
                    <a:cubicBezTo>
                      <a:pt x="116502" y="0"/>
                      <a:pt x="104775" y="11727"/>
                      <a:pt x="104775" y="26194"/>
                    </a:cubicBezTo>
                    <a:cubicBezTo>
                      <a:pt x="104775" y="40660"/>
                      <a:pt x="116502" y="52388"/>
                      <a:pt x="130969" y="52388"/>
                    </a:cubicBezTo>
                    <a:cubicBezTo>
                      <a:pt x="145435" y="52388"/>
                      <a:pt x="157162" y="40660"/>
                      <a:pt x="157162" y="26194"/>
                    </a:cubicBezTo>
                    <a:cubicBezTo>
                      <a:pt x="157162" y="11727"/>
                      <a:pt x="145435" y="0"/>
                      <a:pt x="130969" y="0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377786" y="1581352"/>
                <a:ext cx="197518" cy="145325"/>
              </a:xfrm>
              <a:custGeom>
                <a:avLst/>
                <a:gdLst/>
                <a:ahLst/>
                <a:cxnLst/>
                <a:rect l="l" t="t" r="r" b="b"/>
                <a:pathLst>
                  <a:path w="197518" h="145325">
                    <a:moveTo>
                      <a:pt x="194696" y="84808"/>
                    </a:moveTo>
                    <a:cubicBezTo>
                      <a:pt x="191803" y="86978"/>
                      <a:pt x="187698" y="86392"/>
                      <a:pt x="185528" y="83499"/>
                    </a:cubicBezTo>
                    <a:cubicBezTo>
                      <a:pt x="177524" y="72740"/>
                      <a:pt x="164886" y="66421"/>
                      <a:pt x="151477" y="66473"/>
                    </a:cubicBezTo>
                    <a:cubicBezTo>
                      <a:pt x="147860" y="66473"/>
                      <a:pt x="144928" y="63541"/>
                      <a:pt x="144928" y="59924"/>
                    </a:cubicBezTo>
                    <a:cubicBezTo>
                      <a:pt x="144928" y="56308"/>
                      <a:pt x="147860" y="53376"/>
                      <a:pt x="151477" y="53376"/>
                    </a:cubicBezTo>
                    <a:cubicBezTo>
                      <a:pt x="161685" y="53375"/>
                      <a:pt x="170192" y="45555"/>
                      <a:pt x="171051" y="35382"/>
                    </a:cubicBezTo>
                    <a:cubicBezTo>
                      <a:pt x="171909" y="25209"/>
                      <a:pt x="164832" y="16075"/>
                      <a:pt x="154768" y="14363"/>
                    </a:cubicBezTo>
                    <a:cubicBezTo>
                      <a:pt x="144704" y="12652"/>
                      <a:pt x="135006" y="18935"/>
                      <a:pt x="132453" y="28819"/>
                    </a:cubicBezTo>
                    <a:cubicBezTo>
                      <a:pt x="131549" y="32323"/>
                      <a:pt x="127976" y="34430"/>
                      <a:pt x="124472" y="33526"/>
                    </a:cubicBezTo>
                    <a:cubicBezTo>
                      <a:pt x="120969" y="32622"/>
                      <a:pt x="118862" y="29049"/>
                      <a:pt x="119766" y="25545"/>
                    </a:cubicBezTo>
                    <a:cubicBezTo>
                      <a:pt x="123263" y="12013"/>
                      <a:pt x="134964" y="2193"/>
                      <a:pt x="148898" y="1096"/>
                    </a:cubicBezTo>
                    <a:cubicBezTo>
                      <a:pt x="162832" y="0"/>
                      <a:pt x="175925" y="7869"/>
                      <a:pt x="181496" y="20688"/>
                    </a:cubicBezTo>
                    <a:cubicBezTo>
                      <a:pt x="187066" y="33506"/>
                      <a:pt x="183886" y="48448"/>
                      <a:pt x="173578" y="57886"/>
                    </a:cubicBezTo>
                    <a:cubicBezTo>
                      <a:pt x="182482" y="61742"/>
                      <a:pt x="190223" y="67860"/>
                      <a:pt x="196031" y="75632"/>
                    </a:cubicBezTo>
                    <a:cubicBezTo>
                      <a:pt x="197073" y="77025"/>
                      <a:pt x="197518" y="78776"/>
                      <a:pt x="197267" y="80497"/>
                    </a:cubicBezTo>
                    <a:cubicBezTo>
                      <a:pt x="197017" y="82219"/>
                      <a:pt x="196092" y="83770"/>
                      <a:pt x="194696" y="84808"/>
                    </a:cubicBezTo>
                    <a:close/>
                    <a:moveTo>
                      <a:pt x="150593" y="135231"/>
                    </a:moveTo>
                    <a:cubicBezTo>
                      <a:pt x="151837" y="137261"/>
                      <a:pt x="151882" y="139806"/>
                      <a:pt x="150711" y="141878"/>
                    </a:cubicBezTo>
                    <a:cubicBezTo>
                      <a:pt x="149539" y="143950"/>
                      <a:pt x="147335" y="145224"/>
                      <a:pt x="144954" y="145203"/>
                    </a:cubicBezTo>
                    <a:cubicBezTo>
                      <a:pt x="142574" y="145183"/>
                      <a:pt x="140392" y="143872"/>
                      <a:pt x="139256" y="141780"/>
                    </a:cubicBezTo>
                    <a:cubicBezTo>
                      <a:pt x="130862" y="127572"/>
                      <a:pt x="115587" y="118855"/>
                      <a:pt x="99085" y="118855"/>
                    </a:cubicBezTo>
                    <a:cubicBezTo>
                      <a:pt x="82583" y="118855"/>
                      <a:pt x="67308" y="127572"/>
                      <a:pt x="58914" y="141780"/>
                    </a:cubicBezTo>
                    <a:cubicBezTo>
                      <a:pt x="57799" y="143911"/>
                      <a:pt x="55606" y="145260"/>
                      <a:pt x="53201" y="145292"/>
                    </a:cubicBezTo>
                    <a:cubicBezTo>
                      <a:pt x="50795" y="145325"/>
                      <a:pt x="48566" y="144036"/>
                      <a:pt x="47394" y="141936"/>
                    </a:cubicBezTo>
                    <a:cubicBezTo>
                      <a:pt x="46222" y="139835"/>
                      <a:pt x="46295" y="137261"/>
                      <a:pt x="47586" y="135231"/>
                    </a:cubicBezTo>
                    <a:cubicBezTo>
                      <a:pt x="53934" y="124323"/>
                      <a:pt x="63615" y="115739"/>
                      <a:pt x="75204" y="110740"/>
                    </a:cubicBezTo>
                    <a:cubicBezTo>
                      <a:pt x="61833" y="100503"/>
                      <a:pt x="56472" y="82883"/>
                      <a:pt x="61877" y="66934"/>
                    </a:cubicBezTo>
                    <a:cubicBezTo>
                      <a:pt x="67281" y="50984"/>
                      <a:pt x="82249" y="40253"/>
                      <a:pt x="99089" y="40253"/>
                    </a:cubicBezTo>
                    <a:cubicBezTo>
                      <a:pt x="115929" y="40253"/>
                      <a:pt x="130897" y="50984"/>
                      <a:pt x="136301" y="66934"/>
                    </a:cubicBezTo>
                    <a:cubicBezTo>
                      <a:pt x="141706" y="82883"/>
                      <a:pt x="136346" y="100503"/>
                      <a:pt x="122975" y="110740"/>
                    </a:cubicBezTo>
                    <a:cubicBezTo>
                      <a:pt x="134564" y="115739"/>
                      <a:pt x="144244" y="124323"/>
                      <a:pt x="150593" y="135231"/>
                    </a:cubicBezTo>
                    <a:close/>
                    <a:moveTo>
                      <a:pt x="99089" y="105763"/>
                    </a:moveTo>
                    <a:cubicBezTo>
                      <a:pt x="113556" y="105763"/>
                      <a:pt x="125283" y="94036"/>
                      <a:pt x="125283" y="79570"/>
                    </a:cubicBezTo>
                    <a:cubicBezTo>
                      <a:pt x="125283" y="65103"/>
                      <a:pt x="113556" y="53376"/>
                      <a:pt x="99089" y="53376"/>
                    </a:cubicBezTo>
                    <a:cubicBezTo>
                      <a:pt x="84623" y="53376"/>
                      <a:pt x="72895" y="65103"/>
                      <a:pt x="72895" y="79570"/>
                    </a:cubicBezTo>
                    <a:cubicBezTo>
                      <a:pt x="72895" y="94036"/>
                      <a:pt x="84623" y="105763"/>
                      <a:pt x="99089" y="105763"/>
                    </a:cubicBezTo>
                    <a:close/>
                    <a:moveTo>
                      <a:pt x="53250" y="59924"/>
                    </a:moveTo>
                    <a:cubicBezTo>
                      <a:pt x="53250" y="56308"/>
                      <a:pt x="50318" y="53376"/>
                      <a:pt x="46702" y="53376"/>
                    </a:cubicBezTo>
                    <a:cubicBezTo>
                      <a:pt x="36493" y="53375"/>
                      <a:pt x="27986" y="45555"/>
                      <a:pt x="27128" y="35382"/>
                    </a:cubicBezTo>
                    <a:cubicBezTo>
                      <a:pt x="26269" y="25209"/>
                      <a:pt x="33346" y="16075"/>
                      <a:pt x="43410" y="14363"/>
                    </a:cubicBezTo>
                    <a:cubicBezTo>
                      <a:pt x="53475" y="12652"/>
                      <a:pt x="63173" y="18935"/>
                      <a:pt x="65725" y="28819"/>
                    </a:cubicBezTo>
                    <a:cubicBezTo>
                      <a:pt x="66629" y="32323"/>
                      <a:pt x="70202" y="34430"/>
                      <a:pt x="73706" y="33526"/>
                    </a:cubicBezTo>
                    <a:cubicBezTo>
                      <a:pt x="77209" y="32622"/>
                      <a:pt x="79317" y="29049"/>
                      <a:pt x="78412" y="25545"/>
                    </a:cubicBezTo>
                    <a:cubicBezTo>
                      <a:pt x="74915" y="12013"/>
                      <a:pt x="63214" y="2193"/>
                      <a:pt x="49280" y="1096"/>
                    </a:cubicBezTo>
                    <a:cubicBezTo>
                      <a:pt x="35347" y="0"/>
                      <a:pt x="22253" y="7869"/>
                      <a:pt x="16683" y="20688"/>
                    </a:cubicBezTo>
                    <a:cubicBezTo>
                      <a:pt x="11112" y="33506"/>
                      <a:pt x="14292" y="48448"/>
                      <a:pt x="24601" y="57886"/>
                    </a:cubicBezTo>
                    <a:cubicBezTo>
                      <a:pt x="15705" y="61745"/>
                      <a:pt x="7973" y="67863"/>
                      <a:pt x="2172" y="75632"/>
                    </a:cubicBezTo>
                    <a:cubicBezTo>
                      <a:pt x="0" y="78526"/>
                      <a:pt x="585" y="82632"/>
                      <a:pt x="3478" y="84804"/>
                    </a:cubicBezTo>
                    <a:cubicBezTo>
                      <a:pt x="6371" y="86977"/>
                      <a:pt x="10478" y="86392"/>
                      <a:pt x="12650" y="83499"/>
                    </a:cubicBezTo>
                    <a:cubicBezTo>
                      <a:pt x="20654" y="72740"/>
                      <a:pt x="33292" y="66421"/>
                      <a:pt x="46702" y="66473"/>
                    </a:cubicBezTo>
                    <a:cubicBezTo>
                      <a:pt x="50318" y="66473"/>
                      <a:pt x="53250" y="63541"/>
                      <a:pt x="53250" y="59924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661660" y="15468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会话状态管理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26618" y="1571149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session_state 持久化 · 文件去重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66422" y="1739741"/>
              <a:ext cx="19131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uploaded_files[name_size] 去重 key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199906" y="2152406"/>
              <a:ext cx="171963" cy="171963"/>
              <a:chOff x="1199906" y="2152406"/>
              <a:chExt cx="171963" cy="17196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06786" y="2159270"/>
                <a:ext cx="158251" cy="158259"/>
              </a:xfrm>
              <a:custGeom>
                <a:avLst/>
                <a:gdLst/>
                <a:ahLst/>
                <a:cxnLst/>
                <a:rect l="l" t="t" r="r" b="b"/>
                <a:pathLst>
                  <a:path w="158251" h="158259">
                    <a:moveTo>
                      <a:pt x="144459" y="75160"/>
                    </a:moveTo>
                    <a:lnTo>
                      <a:pt x="158194" y="57970"/>
                    </a:lnTo>
                    <a:cubicBezTo>
                      <a:pt x="156341" y="51006"/>
                      <a:pt x="153569" y="44320"/>
                      <a:pt x="149951" y="38087"/>
                    </a:cubicBezTo>
                    <a:lnTo>
                      <a:pt x="128096" y="35632"/>
                    </a:lnTo>
                    <a:cubicBezTo>
                      <a:pt x="126350" y="33665"/>
                      <a:pt x="124488" y="31803"/>
                      <a:pt x="122521" y="30057"/>
                    </a:cubicBezTo>
                    <a:lnTo>
                      <a:pt x="120066" y="8194"/>
                    </a:lnTo>
                    <a:cubicBezTo>
                      <a:pt x="113827" y="4597"/>
                      <a:pt x="107138" y="1845"/>
                      <a:pt x="100175" y="8"/>
                    </a:cubicBezTo>
                    <a:lnTo>
                      <a:pt x="82985" y="13735"/>
                    </a:lnTo>
                    <a:cubicBezTo>
                      <a:pt x="80357" y="13580"/>
                      <a:pt x="77722" y="13580"/>
                      <a:pt x="75094" y="13735"/>
                    </a:cubicBezTo>
                    <a:lnTo>
                      <a:pt x="57905" y="0"/>
                    </a:lnTo>
                    <a:cubicBezTo>
                      <a:pt x="50963" y="1858"/>
                      <a:pt x="44299" y="4630"/>
                      <a:pt x="38087" y="8243"/>
                    </a:cubicBezTo>
                    <a:lnTo>
                      <a:pt x="35632" y="30098"/>
                    </a:lnTo>
                    <a:cubicBezTo>
                      <a:pt x="33665" y="31844"/>
                      <a:pt x="31803" y="33706"/>
                      <a:pt x="30057" y="35673"/>
                    </a:cubicBezTo>
                    <a:lnTo>
                      <a:pt x="8194" y="38128"/>
                    </a:lnTo>
                    <a:cubicBezTo>
                      <a:pt x="4597" y="44367"/>
                      <a:pt x="1845" y="51056"/>
                      <a:pt x="8" y="58019"/>
                    </a:cubicBezTo>
                    <a:lnTo>
                      <a:pt x="13735" y="75209"/>
                    </a:lnTo>
                    <a:cubicBezTo>
                      <a:pt x="13580" y="77837"/>
                      <a:pt x="13580" y="80472"/>
                      <a:pt x="13735" y="83100"/>
                    </a:cubicBezTo>
                    <a:lnTo>
                      <a:pt x="0" y="100289"/>
                    </a:lnTo>
                    <a:cubicBezTo>
                      <a:pt x="1853" y="107253"/>
                      <a:pt x="4625" y="113940"/>
                      <a:pt x="8243" y="120172"/>
                    </a:cubicBezTo>
                    <a:lnTo>
                      <a:pt x="30098" y="122628"/>
                    </a:lnTo>
                    <a:cubicBezTo>
                      <a:pt x="31844" y="124595"/>
                      <a:pt x="33706" y="126456"/>
                      <a:pt x="35673" y="128202"/>
                    </a:cubicBezTo>
                    <a:lnTo>
                      <a:pt x="38128" y="150066"/>
                    </a:lnTo>
                    <a:cubicBezTo>
                      <a:pt x="44367" y="153662"/>
                      <a:pt x="51056" y="156415"/>
                      <a:pt x="58019" y="158251"/>
                    </a:cubicBezTo>
                    <a:lnTo>
                      <a:pt x="75209" y="144524"/>
                    </a:lnTo>
                    <a:cubicBezTo>
                      <a:pt x="77837" y="144680"/>
                      <a:pt x="80472" y="144680"/>
                      <a:pt x="83100" y="144524"/>
                    </a:cubicBezTo>
                    <a:lnTo>
                      <a:pt x="100289" y="158259"/>
                    </a:lnTo>
                    <a:cubicBezTo>
                      <a:pt x="107253" y="156407"/>
                      <a:pt x="113940" y="153635"/>
                      <a:pt x="120172" y="150017"/>
                    </a:cubicBezTo>
                    <a:lnTo>
                      <a:pt x="122628" y="128161"/>
                    </a:lnTo>
                    <a:cubicBezTo>
                      <a:pt x="124595" y="126415"/>
                      <a:pt x="126456" y="124554"/>
                      <a:pt x="128202" y="122587"/>
                    </a:cubicBezTo>
                    <a:lnTo>
                      <a:pt x="150066" y="120131"/>
                    </a:lnTo>
                    <a:cubicBezTo>
                      <a:pt x="153662" y="113892"/>
                      <a:pt x="156415" y="107203"/>
                      <a:pt x="158251" y="100240"/>
                    </a:cubicBezTo>
                    <a:lnTo>
                      <a:pt x="144524" y="83051"/>
                    </a:lnTo>
                    <a:cubicBezTo>
                      <a:pt x="144658" y="80421"/>
                      <a:pt x="144636" y="77786"/>
                      <a:pt x="144459" y="75160"/>
                    </a:cubicBezTo>
                    <a:close/>
                    <a:moveTo>
                      <a:pt x="79089" y="111847"/>
                    </a:moveTo>
                    <a:cubicBezTo>
                      <a:pt x="61006" y="111847"/>
                      <a:pt x="46347" y="97188"/>
                      <a:pt x="46347" y="79105"/>
                    </a:cubicBezTo>
                    <a:cubicBezTo>
                      <a:pt x="46347" y="61022"/>
                      <a:pt x="61006" y="46363"/>
                      <a:pt x="79089" y="46363"/>
                    </a:cubicBezTo>
                    <a:cubicBezTo>
                      <a:pt x="97172" y="46363"/>
                      <a:pt x="111831" y="61022"/>
                      <a:pt x="111831" y="79105"/>
                    </a:cubicBezTo>
                    <a:cubicBezTo>
                      <a:pt x="111831" y="97188"/>
                      <a:pt x="97172" y="111847"/>
                      <a:pt x="79089" y="111847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99906" y="2152406"/>
                <a:ext cx="171963" cy="171963"/>
              </a:xfrm>
              <a:custGeom>
                <a:avLst/>
                <a:gdLst/>
                <a:ahLst/>
                <a:cxnLst/>
                <a:rect l="l" t="t" r="r" b="b"/>
                <a:pathLst>
                  <a:path w="171963" h="171963">
                    <a:moveTo>
                      <a:pt x="85969" y="46679"/>
                    </a:moveTo>
                    <a:cubicBezTo>
                      <a:pt x="64270" y="46679"/>
                      <a:pt x="46679" y="64270"/>
                      <a:pt x="46679" y="85969"/>
                    </a:cubicBezTo>
                    <a:cubicBezTo>
                      <a:pt x="46679" y="107669"/>
                      <a:pt x="64270" y="125260"/>
                      <a:pt x="85969" y="125260"/>
                    </a:cubicBezTo>
                    <a:cubicBezTo>
                      <a:pt x="107669" y="125260"/>
                      <a:pt x="125260" y="107669"/>
                      <a:pt x="125260" y="85969"/>
                    </a:cubicBezTo>
                    <a:cubicBezTo>
                      <a:pt x="125237" y="64279"/>
                      <a:pt x="107660" y="46701"/>
                      <a:pt x="85969" y="46679"/>
                    </a:cubicBezTo>
                    <a:close/>
                    <a:moveTo>
                      <a:pt x="85969" y="112163"/>
                    </a:moveTo>
                    <a:cubicBezTo>
                      <a:pt x="71503" y="112163"/>
                      <a:pt x="59776" y="100436"/>
                      <a:pt x="59776" y="85969"/>
                    </a:cubicBezTo>
                    <a:cubicBezTo>
                      <a:pt x="59776" y="71503"/>
                      <a:pt x="71503" y="59776"/>
                      <a:pt x="85969" y="59776"/>
                    </a:cubicBezTo>
                    <a:cubicBezTo>
                      <a:pt x="100436" y="59776"/>
                      <a:pt x="112163" y="71503"/>
                      <a:pt x="112163" y="85969"/>
                    </a:cubicBezTo>
                    <a:cubicBezTo>
                      <a:pt x="112163" y="100436"/>
                      <a:pt x="100436" y="112163"/>
                      <a:pt x="85969" y="112163"/>
                    </a:cubicBezTo>
                    <a:close/>
                    <a:moveTo>
                      <a:pt x="158002" y="87737"/>
                    </a:moveTo>
                    <a:cubicBezTo>
                      <a:pt x="158035" y="86559"/>
                      <a:pt x="158035" y="85380"/>
                      <a:pt x="158002" y="84201"/>
                    </a:cubicBezTo>
                    <a:lnTo>
                      <a:pt x="170215" y="68943"/>
                    </a:lnTo>
                    <a:cubicBezTo>
                      <a:pt x="171514" y="67319"/>
                      <a:pt x="171963" y="65174"/>
                      <a:pt x="171427" y="63164"/>
                    </a:cubicBezTo>
                    <a:cubicBezTo>
                      <a:pt x="169421" y="55640"/>
                      <a:pt x="166426" y="48415"/>
                      <a:pt x="162521" y="41677"/>
                    </a:cubicBezTo>
                    <a:cubicBezTo>
                      <a:pt x="161483" y="39890"/>
                      <a:pt x="159662" y="38698"/>
                      <a:pt x="157609" y="38460"/>
                    </a:cubicBezTo>
                    <a:lnTo>
                      <a:pt x="138193" y="36300"/>
                    </a:lnTo>
                    <a:cubicBezTo>
                      <a:pt x="137386" y="35448"/>
                      <a:pt x="136567" y="34630"/>
                      <a:pt x="135738" y="33844"/>
                    </a:cubicBezTo>
                    <a:lnTo>
                      <a:pt x="133446" y="14379"/>
                    </a:lnTo>
                    <a:cubicBezTo>
                      <a:pt x="133207" y="12324"/>
                      <a:pt x="132011" y="10503"/>
                      <a:pt x="130220" y="9467"/>
                    </a:cubicBezTo>
                    <a:cubicBezTo>
                      <a:pt x="123484" y="5565"/>
                      <a:pt x="116258" y="2575"/>
                      <a:pt x="108733" y="578"/>
                    </a:cubicBezTo>
                    <a:cubicBezTo>
                      <a:pt x="106724" y="41"/>
                      <a:pt x="104579" y="491"/>
                      <a:pt x="102954" y="1789"/>
                    </a:cubicBezTo>
                    <a:lnTo>
                      <a:pt x="87737" y="13937"/>
                    </a:lnTo>
                    <a:cubicBezTo>
                      <a:pt x="86559" y="13937"/>
                      <a:pt x="85380" y="13937"/>
                      <a:pt x="84201" y="13937"/>
                    </a:cubicBezTo>
                    <a:lnTo>
                      <a:pt x="68943" y="1748"/>
                    </a:lnTo>
                    <a:cubicBezTo>
                      <a:pt x="67319" y="450"/>
                      <a:pt x="65174" y="0"/>
                      <a:pt x="63164" y="537"/>
                    </a:cubicBezTo>
                    <a:cubicBezTo>
                      <a:pt x="55640" y="2543"/>
                      <a:pt x="48415" y="5537"/>
                      <a:pt x="41677" y="9443"/>
                    </a:cubicBezTo>
                    <a:cubicBezTo>
                      <a:pt x="39890" y="10480"/>
                      <a:pt x="38698" y="12301"/>
                      <a:pt x="38460" y="14354"/>
                    </a:cubicBezTo>
                    <a:lnTo>
                      <a:pt x="36300" y="33803"/>
                    </a:lnTo>
                    <a:cubicBezTo>
                      <a:pt x="35448" y="34616"/>
                      <a:pt x="34630" y="35435"/>
                      <a:pt x="33844" y="36259"/>
                    </a:cubicBezTo>
                    <a:lnTo>
                      <a:pt x="14379" y="38493"/>
                    </a:lnTo>
                    <a:cubicBezTo>
                      <a:pt x="12324" y="38732"/>
                      <a:pt x="10503" y="39928"/>
                      <a:pt x="9467" y="41718"/>
                    </a:cubicBezTo>
                    <a:cubicBezTo>
                      <a:pt x="5566" y="48456"/>
                      <a:pt x="2574" y="55682"/>
                      <a:pt x="570" y="63205"/>
                    </a:cubicBezTo>
                    <a:cubicBezTo>
                      <a:pt x="35" y="65216"/>
                      <a:pt x="488" y="67361"/>
                      <a:pt x="1789" y="68984"/>
                    </a:cubicBezTo>
                    <a:lnTo>
                      <a:pt x="13937" y="84201"/>
                    </a:lnTo>
                    <a:cubicBezTo>
                      <a:pt x="13937" y="85380"/>
                      <a:pt x="13937" y="86559"/>
                      <a:pt x="13937" y="87737"/>
                    </a:cubicBezTo>
                    <a:lnTo>
                      <a:pt x="1748" y="102995"/>
                    </a:lnTo>
                    <a:cubicBezTo>
                      <a:pt x="450" y="104620"/>
                      <a:pt x="0" y="106765"/>
                      <a:pt x="537" y="108774"/>
                    </a:cubicBezTo>
                    <a:cubicBezTo>
                      <a:pt x="2543" y="116299"/>
                      <a:pt x="5537" y="123524"/>
                      <a:pt x="9443" y="130261"/>
                    </a:cubicBezTo>
                    <a:cubicBezTo>
                      <a:pt x="10480" y="132049"/>
                      <a:pt x="12301" y="133241"/>
                      <a:pt x="14354" y="133478"/>
                    </a:cubicBezTo>
                    <a:lnTo>
                      <a:pt x="33770" y="135639"/>
                    </a:lnTo>
                    <a:cubicBezTo>
                      <a:pt x="34583" y="136491"/>
                      <a:pt x="35402" y="137309"/>
                      <a:pt x="36226" y="138095"/>
                    </a:cubicBezTo>
                    <a:lnTo>
                      <a:pt x="38493" y="157560"/>
                    </a:lnTo>
                    <a:cubicBezTo>
                      <a:pt x="38732" y="159615"/>
                      <a:pt x="39928" y="161436"/>
                      <a:pt x="41718" y="162472"/>
                    </a:cubicBezTo>
                    <a:cubicBezTo>
                      <a:pt x="48456" y="166373"/>
                      <a:pt x="55682" y="169365"/>
                      <a:pt x="63205" y="171369"/>
                    </a:cubicBezTo>
                    <a:cubicBezTo>
                      <a:pt x="65216" y="171904"/>
                      <a:pt x="67361" y="171451"/>
                      <a:pt x="68984" y="170150"/>
                    </a:cubicBezTo>
                    <a:lnTo>
                      <a:pt x="84201" y="158002"/>
                    </a:lnTo>
                    <a:cubicBezTo>
                      <a:pt x="85380" y="158035"/>
                      <a:pt x="86559" y="158035"/>
                      <a:pt x="87737" y="158002"/>
                    </a:cubicBezTo>
                    <a:lnTo>
                      <a:pt x="102995" y="170215"/>
                    </a:lnTo>
                    <a:cubicBezTo>
                      <a:pt x="104620" y="171514"/>
                      <a:pt x="106765" y="171963"/>
                      <a:pt x="108774" y="171427"/>
                    </a:cubicBezTo>
                    <a:cubicBezTo>
                      <a:pt x="116300" y="169424"/>
                      <a:pt x="123526" y="166429"/>
                      <a:pt x="130261" y="162521"/>
                    </a:cubicBezTo>
                    <a:cubicBezTo>
                      <a:pt x="132049" y="161483"/>
                      <a:pt x="133241" y="159662"/>
                      <a:pt x="133478" y="157609"/>
                    </a:cubicBezTo>
                    <a:lnTo>
                      <a:pt x="135639" y="138193"/>
                    </a:lnTo>
                    <a:cubicBezTo>
                      <a:pt x="136491" y="137386"/>
                      <a:pt x="137309" y="136567"/>
                      <a:pt x="138095" y="135738"/>
                    </a:cubicBezTo>
                    <a:lnTo>
                      <a:pt x="157560" y="133446"/>
                    </a:lnTo>
                    <a:cubicBezTo>
                      <a:pt x="159615" y="133207"/>
                      <a:pt x="161436" y="132011"/>
                      <a:pt x="162472" y="130220"/>
                    </a:cubicBezTo>
                    <a:cubicBezTo>
                      <a:pt x="166373" y="123482"/>
                      <a:pt x="169365" y="116257"/>
                      <a:pt x="171369" y="108733"/>
                    </a:cubicBezTo>
                    <a:cubicBezTo>
                      <a:pt x="171904" y="106723"/>
                      <a:pt x="171451" y="104578"/>
                      <a:pt x="170150" y="102954"/>
                    </a:cubicBezTo>
                    <a:close/>
                    <a:moveTo>
                      <a:pt x="144823" y="82417"/>
                    </a:moveTo>
                    <a:cubicBezTo>
                      <a:pt x="144963" y="84783"/>
                      <a:pt x="144963" y="87156"/>
                      <a:pt x="144823" y="89522"/>
                    </a:cubicBezTo>
                    <a:cubicBezTo>
                      <a:pt x="144726" y="91142"/>
                      <a:pt x="145234" y="92741"/>
                      <a:pt x="146248" y="94008"/>
                    </a:cubicBezTo>
                    <a:lnTo>
                      <a:pt x="157863" y="108521"/>
                    </a:lnTo>
                    <a:cubicBezTo>
                      <a:pt x="156530" y="112756"/>
                      <a:pt x="154824" y="116865"/>
                      <a:pt x="152763" y="120799"/>
                    </a:cubicBezTo>
                    <a:lnTo>
                      <a:pt x="134264" y="122894"/>
                    </a:lnTo>
                    <a:cubicBezTo>
                      <a:pt x="132653" y="123073"/>
                      <a:pt x="131166" y="123843"/>
                      <a:pt x="130089" y="125055"/>
                    </a:cubicBezTo>
                    <a:cubicBezTo>
                      <a:pt x="128514" y="126827"/>
                      <a:pt x="126836" y="128506"/>
                      <a:pt x="125064" y="130081"/>
                    </a:cubicBezTo>
                    <a:cubicBezTo>
                      <a:pt x="123851" y="131157"/>
                      <a:pt x="123081" y="132645"/>
                      <a:pt x="122903" y="134256"/>
                    </a:cubicBezTo>
                    <a:lnTo>
                      <a:pt x="120848" y="152739"/>
                    </a:lnTo>
                    <a:cubicBezTo>
                      <a:pt x="116915" y="154800"/>
                      <a:pt x="112806" y="156507"/>
                      <a:pt x="108570" y="157839"/>
                    </a:cubicBezTo>
                    <a:lnTo>
                      <a:pt x="94049" y="146223"/>
                    </a:lnTo>
                    <a:cubicBezTo>
                      <a:pt x="92887" y="145295"/>
                      <a:pt x="91443" y="144790"/>
                      <a:pt x="89956" y="144791"/>
                    </a:cubicBezTo>
                    <a:lnTo>
                      <a:pt x="89563" y="144791"/>
                    </a:lnTo>
                    <a:cubicBezTo>
                      <a:pt x="87197" y="144930"/>
                      <a:pt x="84824" y="144930"/>
                      <a:pt x="82458" y="144791"/>
                    </a:cubicBezTo>
                    <a:cubicBezTo>
                      <a:pt x="80838" y="144698"/>
                      <a:pt x="79241" y="145205"/>
                      <a:pt x="77972" y="146215"/>
                    </a:cubicBezTo>
                    <a:lnTo>
                      <a:pt x="63418" y="157839"/>
                    </a:lnTo>
                    <a:cubicBezTo>
                      <a:pt x="59182" y="156506"/>
                      <a:pt x="55074" y="154799"/>
                      <a:pt x="51140" y="152739"/>
                    </a:cubicBezTo>
                    <a:lnTo>
                      <a:pt x="49044" y="134264"/>
                    </a:lnTo>
                    <a:cubicBezTo>
                      <a:pt x="48866" y="132653"/>
                      <a:pt x="48096" y="131166"/>
                      <a:pt x="46883" y="130089"/>
                    </a:cubicBezTo>
                    <a:cubicBezTo>
                      <a:pt x="45111" y="128514"/>
                      <a:pt x="43433" y="126836"/>
                      <a:pt x="41857" y="125064"/>
                    </a:cubicBezTo>
                    <a:cubicBezTo>
                      <a:pt x="40781" y="123851"/>
                      <a:pt x="39294" y="123081"/>
                      <a:pt x="37683" y="122903"/>
                    </a:cubicBezTo>
                    <a:lnTo>
                      <a:pt x="19200" y="120840"/>
                    </a:lnTo>
                    <a:cubicBezTo>
                      <a:pt x="17139" y="116907"/>
                      <a:pt x="15432" y="112798"/>
                      <a:pt x="14100" y="108562"/>
                    </a:cubicBezTo>
                    <a:lnTo>
                      <a:pt x="25716" y="94040"/>
                    </a:lnTo>
                    <a:cubicBezTo>
                      <a:pt x="26730" y="92773"/>
                      <a:pt x="27237" y="91175"/>
                      <a:pt x="27140" y="89555"/>
                    </a:cubicBezTo>
                    <a:cubicBezTo>
                      <a:pt x="27001" y="87188"/>
                      <a:pt x="27001" y="84816"/>
                      <a:pt x="27140" y="82450"/>
                    </a:cubicBezTo>
                    <a:cubicBezTo>
                      <a:pt x="27237" y="80830"/>
                      <a:pt x="26730" y="79231"/>
                      <a:pt x="25716" y="77964"/>
                    </a:cubicBezTo>
                    <a:lnTo>
                      <a:pt x="14100" y="63418"/>
                    </a:lnTo>
                    <a:cubicBezTo>
                      <a:pt x="15433" y="59182"/>
                      <a:pt x="17140" y="55074"/>
                      <a:pt x="19200" y="51140"/>
                    </a:cubicBezTo>
                    <a:lnTo>
                      <a:pt x="37675" y="49044"/>
                    </a:lnTo>
                    <a:cubicBezTo>
                      <a:pt x="39286" y="48866"/>
                      <a:pt x="40773" y="48096"/>
                      <a:pt x="41849" y="46883"/>
                    </a:cubicBezTo>
                    <a:cubicBezTo>
                      <a:pt x="43425" y="45111"/>
                      <a:pt x="45103" y="43433"/>
                      <a:pt x="46875" y="41857"/>
                    </a:cubicBezTo>
                    <a:cubicBezTo>
                      <a:pt x="48092" y="40781"/>
                      <a:pt x="48865" y="39290"/>
                      <a:pt x="49044" y="37675"/>
                    </a:cubicBezTo>
                    <a:lnTo>
                      <a:pt x="51099" y="19200"/>
                    </a:lnTo>
                    <a:cubicBezTo>
                      <a:pt x="55032" y="17139"/>
                      <a:pt x="59141" y="15432"/>
                      <a:pt x="63377" y="14100"/>
                    </a:cubicBezTo>
                    <a:lnTo>
                      <a:pt x="77898" y="25716"/>
                    </a:lnTo>
                    <a:cubicBezTo>
                      <a:pt x="79166" y="26730"/>
                      <a:pt x="80764" y="27237"/>
                      <a:pt x="82384" y="27140"/>
                    </a:cubicBezTo>
                    <a:cubicBezTo>
                      <a:pt x="84750" y="27001"/>
                      <a:pt x="87123" y="27001"/>
                      <a:pt x="89489" y="27140"/>
                    </a:cubicBezTo>
                    <a:cubicBezTo>
                      <a:pt x="91109" y="27233"/>
                      <a:pt x="92706" y="26726"/>
                      <a:pt x="93975" y="25716"/>
                    </a:cubicBezTo>
                    <a:lnTo>
                      <a:pt x="108521" y="14100"/>
                    </a:lnTo>
                    <a:cubicBezTo>
                      <a:pt x="112756" y="15433"/>
                      <a:pt x="116865" y="17140"/>
                      <a:pt x="120799" y="19200"/>
                    </a:cubicBezTo>
                    <a:lnTo>
                      <a:pt x="122894" y="37675"/>
                    </a:lnTo>
                    <a:cubicBezTo>
                      <a:pt x="123073" y="39286"/>
                      <a:pt x="123843" y="40773"/>
                      <a:pt x="125055" y="41849"/>
                    </a:cubicBezTo>
                    <a:cubicBezTo>
                      <a:pt x="126827" y="43425"/>
                      <a:pt x="128506" y="45103"/>
                      <a:pt x="130081" y="46875"/>
                    </a:cubicBezTo>
                    <a:cubicBezTo>
                      <a:pt x="131157" y="48087"/>
                      <a:pt x="132645" y="48857"/>
                      <a:pt x="134256" y="49036"/>
                    </a:cubicBezTo>
                    <a:lnTo>
                      <a:pt x="152739" y="51091"/>
                    </a:lnTo>
                    <a:cubicBezTo>
                      <a:pt x="154800" y="55024"/>
                      <a:pt x="156507" y="59133"/>
                      <a:pt x="157839" y="63369"/>
                    </a:cubicBezTo>
                    <a:lnTo>
                      <a:pt x="146223" y="77890"/>
                    </a:lnTo>
                    <a:cubicBezTo>
                      <a:pt x="145199" y="79168"/>
                      <a:pt x="144691" y="80783"/>
                      <a:pt x="144799" y="8241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70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设置面板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54618" y="2152174"/>
              <a:ext cx="2020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Top-K 滑块 · 模型信息 · 清空按钮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38750" y="1971675"/>
              <a:ext cx="4000500" cy="4381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387664" y="2153239"/>
              <a:ext cx="181328" cy="176930"/>
              <a:chOff x="5387664" y="2153239"/>
              <a:chExt cx="181328" cy="17693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5392308" y="2153251"/>
                <a:ext cx="163151" cy="167236"/>
              </a:xfrm>
              <a:custGeom>
                <a:avLst/>
                <a:gdLst/>
                <a:ahLst/>
                <a:cxnLst/>
                <a:rect l="l" t="t" r="r" b="b"/>
                <a:pathLst>
                  <a:path w="163151" h="167236">
                    <a:moveTo>
                      <a:pt x="163148" y="85124"/>
                    </a:moveTo>
                    <a:cubicBezTo>
                      <a:pt x="163151" y="113212"/>
                      <a:pt x="148163" y="139166"/>
                      <a:pt x="123833" y="153201"/>
                    </a:cubicBezTo>
                    <a:cubicBezTo>
                      <a:pt x="99503" y="167236"/>
                      <a:pt x="69532" y="167218"/>
                      <a:pt x="45219" y="153154"/>
                    </a:cubicBezTo>
                    <a:lnTo>
                      <a:pt x="45219" y="153154"/>
                    </a:lnTo>
                    <a:lnTo>
                      <a:pt x="14613" y="163361"/>
                    </a:lnTo>
                    <a:cubicBezTo>
                      <a:pt x="12260" y="164146"/>
                      <a:pt x="9665" y="163534"/>
                      <a:pt x="7911" y="161780"/>
                    </a:cubicBezTo>
                    <a:cubicBezTo>
                      <a:pt x="6157" y="160025"/>
                      <a:pt x="5544" y="157431"/>
                      <a:pt x="6329" y="155077"/>
                    </a:cubicBezTo>
                    <a:lnTo>
                      <a:pt x="16536" y="124472"/>
                    </a:lnTo>
                    <a:lnTo>
                      <a:pt x="16536" y="124472"/>
                    </a:lnTo>
                    <a:cubicBezTo>
                      <a:pt x="0" y="95869"/>
                      <a:pt x="3121" y="59977"/>
                      <a:pt x="24346" y="34658"/>
                    </a:cubicBezTo>
                    <a:cubicBezTo>
                      <a:pt x="45571" y="9339"/>
                      <a:pt x="80367" y="0"/>
                      <a:pt x="111418" y="11289"/>
                    </a:cubicBezTo>
                    <a:cubicBezTo>
                      <a:pt x="142468" y="22579"/>
                      <a:pt x="163141" y="52085"/>
                      <a:pt x="163148" y="8512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387664" y="2153239"/>
                <a:ext cx="181328" cy="176930"/>
              </a:xfrm>
              <a:custGeom>
                <a:avLst/>
                <a:gdLst/>
                <a:ahLst/>
                <a:cxnLst/>
                <a:rect l="l" t="t" r="r" b="b"/>
                <a:pathLst>
                  <a:path w="181328" h="176930">
                    <a:moveTo>
                      <a:pt x="89211" y="7"/>
                    </a:moveTo>
                    <a:cubicBezTo>
                      <a:pt x="59315" y="0"/>
                      <a:pt x="31606" y="15676"/>
                      <a:pt x="16214" y="41305"/>
                    </a:cubicBezTo>
                    <a:cubicBezTo>
                      <a:pt x="821" y="66934"/>
                      <a:pt x="0" y="98759"/>
                      <a:pt x="14051" y="125147"/>
                    </a:cubicBezTo>
                    <a:lnTo>
                      <a:pt x="4761" y="153019"/>
                    </a:lnTo>
                    <a:cubicBezTo>
                      <a:pt x="3191" y="157726"/>
                      <a:pt x="4416" y="162915"/>
                      <a:pt x="7924" y="166423"/>
                    </a:cubicBezTo>
                    <a:cubicBezTo>
                      <a:pt x="11432" y="169931"/>
                      <a:pt x="16622" y="171156"/>
                      <a:pt x="21328" y="169586"/>
                    </a:cubicBezTo>
                    <a:lnTo>
                      <a:pt x="49200" y="160296"/>
                    </a:lnTo>
                    <a:cubicBezTo>
                      <a:pt x="80474" y="176930"/>
                      <a:pt x="118781" y="172460"/>
                      <a:pt x="145384" y="149071"/>
                    </a:cubicBezTo>
                    <a:cubicBezTo>
                      <a:pt x="171988" y="125682"/>
                      <a:pt x="181328" y="88264"/>
                      <a:pt x="168837" y="55117"/>
                    </a:cubicBezTo>
                    <a:cubicBezTo>
                      <a:pt x="156346" y="21969"/>
                      <a:pt x="124634" y="21"/>
                      <a:pt x="89211" y="7"/>
                    </a:cubicBezTo>
                    <a:close/>
                    <a:moveTo>
                      <a:pt x="89211" y="157169"/>
                    </a:moveTo>
                    <a:cubicBezTo>
                      <a:pt x="76548" y="157178"/>
                      <a:pt x="64107" y="153843"/>
                      <a:pt x="53145" y="147502"/>
                    </a:cubicBezTo>
                    <a:cubicBezTo>
                      <a:pt x="52150" y="146925"/>
                      <a:pt x="51021" y="146620"/>
                      <a:pt x="49871" y="146618"/>
                    </a:cubicBezTo>
                    <a:cubicBezTo>
                      <a:pt x="49167" y="146618"/>
                      <a:pt x="48467" y="146734"/>
                      <a:pt x="47800" y="146962"/>
                    </a:cubicBezTo>
                    <a:lnTo>
                      <a:pt x="17178" y="157169"/>
                    </a:lnTo>
                    <a:lnTo>
                      <a:pt x="27385" y="126555"/>
                    </a:lnTo>
                    <a:cubicBezTo>
                      <a:pt x="27981" y="124776"/>
                      <a:pt x="27784" y="122826"/>
                      <a:pt x="26845" y="121202"/>
                    </a:cubicBezTo>
                    <a:cubicBezTo>
                      <a:pt x="10520" y="92976"/>
                      <a:pt x="15190" y="57304"/>
                      <a:pt x="38232" y="34234"/>
                    </a:cubicBezTo>
                    <a:cubicBezTo>
                      <a:pt x="61274" y="11163"/>
                      <a:pt x="96940" y="6447"/>
                      <a:pt x="125186" y="22737"/>
                    </a:cubicBezTo>
                    <a:cubicBezTo>
                      <a:pt x="153432" y="39027"/>
                      <a:pt x="167212" y="72259"/>
                      <a:pt x="158783" y="103757"/>
                    </a:cubicBezTo>
                    <a:cubicBezTo>
                      <a:pt x="150354" y="135256"/>
                      <a:pt x="121817" y="157164"/>
                      <a:pt x="89211" y="157169"/>
                    </a:cubicBezTo>
                    <a:close/>
                    <a:moveTo>
                      <a:pt x="99034" y="85136"/>
                    </a:moveTo>
                    <a:cubicBezTo>
                      <a:pt x="99034" y="90561"/>
                      <a:pt x="94636" y="94959"/>
                      <a:pt x="89211" y="94959"/>
                    </a:cubicBezTo>
                    <a:cubicBezTo>
                      <a:pt x="83786" y="94959"/>
                      <a:pt x="79388" y="90561"/>
                      <a:pt x="79388" y="85136"/>
                    </a:cubicBezTo>
                    <a:cubicBezTo>
                      <a:pt x="79388" y="79711"/>
                      <a:pt x="83786" y="75314"/>
                      <a:pt x="89211" y="75314"/>
                    </a:cubicBezTo>
                    <a:cubicBezTo>
                      <a:pt x="94636" y="75314"/>
                      <a:pt x="99034" y="79711"/>
                      <a:pt x="99034" y="85136"/>
                    </a:cubicBezTo>
                    <a:close/>
                    <a:moveTo>
                      <a:pt x="63017" y="85136"/>
                    </a:moveTo>
                    <a:cubicBezTo>
                      <a:pt x="63017" y="90561"/>
                      <a:pt x="58619" y="94959"/>
                      <a:pt x="53194" y="94959"/>
                    </a:cubicBezTo>
                    <a:cubicBezTo>
                      <a:pt x="47770" y="94959"/>
                      <a:pt x="43372" y="90561"/>
                      <a:pt x="43372" y="85136"/>
                    </a:cubicBezTo>
                    <a:cubicBezTo>
                      <a:pt x="43372" y="79711"/>
                      <a:pt x="47770" y="75314"/>
                      <a:pt x="53194" y="75314"/>
                    </a:cubicBezTo>
                    <a:cubicBezTo>
                      <a:pt x="58619" y="75314"/>
                      <a:pt x="63017" y="79711"/>
                      <a:pt x="63017" y="85136"/>
                    </a:cubicBezTo>
                    <a:close/>
                    <a:moveTo>
                      <a:pt x="135050" y="85136"/>
                    </a:moveTo>
                    <a:cubicBezTo>
                      <a:pt x="135050" y="90561"/>
                      <a:pt x="130652" y="94959"/>
                      <a:pt x="125227" y="94959"/>
                    </a:cubicBezTo>
                    <a:cubicBezTo>
                      <a:pt x="119802" y="94959"/>
                      <a:pt x="115405" y="90561"/>
                      <a:pt x="115405" y="85136"/>
                    </a:cubicBezTo>
                    <a:cubicBezTo>
                      <a:pt x="115405" y="79711"/>
                      <a:pt x="119802" y="75314"/>
                      <a:pt x="125227" y="75314"/>
                    </a:cubicBezTo>
                    <a:cubicBezTo>
                      <a:pt x="130652" y="75314"/>
                      <a:pt x="135050" y="79711"/>
                      <a:pt x="135050" y="8513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5661660" y="21278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聊天展示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45618" y="2152174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流式渲染 · 检索来源展开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781050" y="2524125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1A73E8"/>
            </a:solidFill>
            <a:custDash>
              <a:ds d="266666" sp="200000"/>
            </a:custDash>
          </a:ln>
        </p:spPr>
      </p:sp>
      <p:grpSp>
        <p:nvGrpSpPr>
          <p:cNvPr id="77" name="Group 77"/>
          <p:cNvGrpSpPr/>
          <p:nvPr/>
        </p:nvGrpSpPr>
        <p:grpSpPr>
          <a:xfrm>
            <a:off x="762000" y="2695575"/>
            <a:ext cx="10668000" cy="1762125"/>
            <a:chOff x="762000" y="2695575"/>
            <a:chExt cx="10668000" cy="1762125"/>
          </a:xfrm>
        </p:grpSpPr>
        <p:sp>
          <p:nvSpPr>
            <p:cNvPr id="40" name="Rectangle 40"/>
            <p:cNvSpPr/>
            <p:nvPr/>
          </p:nvSpPr>
          <p:spPr>
            <a:xfrm>
              <a:off x="762000" y="2695575"/>
              <a:ext cx="10668000" cy="1762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2695575"/>
              <a:ext cx="47625" cy="1762125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09625" y="2695575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33462" y="2783681"/>
              <a:ext cx="9815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代理层 AGENT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60320" y="2807970"/>
              <a:ext cx="2327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LangGraph ReAct Agent — 工具编排与推理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7750" y="3171825"/>
              <a:ext cx="285750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87642" y="3350104"/>
              <a:ext cx="196459" cy="170293"/>
              <a:chOff x="1187642" y="3350104"/>
              <a:chExt cx="196459" cy="17029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4162" y="3359944"/>
                <a:ext cx="183397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83397" h="150614">
                    <a:moveTo>
                      <a:pt x="183391" y="75307"/>
                    </a:moveTo>
                    <a:cubicBezTo>
                      <a:pt x="183397" y="91962"/>
                      <a:pt x="172900" y="106811"/>
                      <a:pt x="157198" y="112363"/>
                    </a:cubicBezTo>
                    <a:lnTo>
                      <a:pt x="157198" y="112363"/>
                    </a:lnTo>
                    <a:lnTo>
                      <a:pt x="157198" y="117872"/>
                    </a:lnTo>
                    <a:cubicBezTo>
                      <a:pt x="157198" y="135955"/>
                      <a:pt x="142538" y="150614"/>
                      <a:pt x="124455" y="150614"/>
                    </a:cubicBezTo>
                    <a:cubicBezTo>
                      <a:pt x="106372" y="150614"/>
                      <a:pt x="91713" y="135955"/>
                      <a:pt x="91713" y="117872"/>
                    </a:cubicBezTo>
                    <a:cubicBezTo>
                      <a:pt x="91713" y="135955"/>
                      <a:pt x="77054" y="150614"/>
                      <a:pt x="58971" y="150614"/>
                    </a:cubicBezTo>
                    <a:cubicBezTo>
                      <a:pt x="40888" y="150614"/>
                      <a:pt x="26229" y="135955"/>
                      <a:pt x="26229" y="117872"/>
                    </a:cubicBezTo>
                    <a:lnTo>
                      <a:pt x="26229" y="112363"/>
                    </a:lnTo>
                    <a:lnTo>
                      <a:pt x="26229" y="112363"/>
                    </a:lnTo>
                    <a:cubicBezTo>
                      <a:pt x="10512" y="106823"/>
                      <a:pt x="0" y="91971"/>
                      <a:pt x="0" y="75307"/>
                    </a:cubicBezTo>
                    <a:cubicBezTo>
                      <a:pt x="0" y="58643"/>
                      <a:pt x="10512" y="43791"/>
                      <a:pt x="26229" y="38251"/>
                    </a:cubicBezTo>
                    <a:lnTo>
                      <a:pt x="26229" y="32742"/>
                    </a:lnTo>
                    <a:cubicBezTo>
                      <a:pt x="26229" y="14659"/>
                      <a:pt x="40888" y="0"/>
                      <a:pt x="58971" y="0"/>
                    </a:cubicBezTo>
                    <a:cubicBezTo>
                      <a:pt x="77054" y="0"/>
                      <a:pt x="91713" y="14659"/>
                      <a:pt x="91713" y="32742"/>
                    </a:cubicBezTo>
                    <a:cubicBezTo>
                      <a:pt x="91713" y="14659"/>
                      <a:pt x="106372" y="0"/>
                      <a:pt x="124455" y="0"/>
                    </a:cubicBezTo>
                    <a:cubicBezTo>
                      <a:pt x="142538" y="0"/>
                      <a:pt x="157198" y="14659"/>
                      <a:pt x="157198" y="32742"/>
                    </a:cubicBezTo>
                    <a:lnTo>
                      <a:pt x="157198" y="38251"/>
                    </a:lnTo>
                    <a:cubicBezTo>
                      <a:pt x="172900" y="43803"/>
                      <a:pt x="183397" y="58652"/>
                      <a:pt x="183391" y="75307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642" y="3350104"/>
                <a:ext cx="196459" cy="170293"/>
              </a:xfrm>
              <a:custGeom>
                <a:avLst/>
                <a:gdLst/>
                <a:ahLst/>
                <a:cxnLst/>
                <a:rect l="l" t="t" r="r" b="b"/>
                <a:pathLst>
                  <a:path w="196459" h="170293">
                    <a:moveTo>
                      <a:pt x="196459" y="85146"/>
                    </a:moveTo>
                    <a:cubicBezTo>
                      <a:pt x="196442" y="67443"/>
                      <a:pt x="186251" y="51326"/>
                      <a:pt x="170266" y="43719"/>
                    </a:cubicBezTo>
                    <a:lnTo>
                      <a:pt x="170266" y="42582"/>
                    </a:lnTo>
                    <a:cubicBezTo>
                      <a:pt x="170250" y="25257"/>
                      <a:pt x="158889" y="9987"/>
                      <a:pt x="142300" y="4994"/>
                    </a:cubicBezTo>
                    <a:cubicBezTo>
                      <a:pt x="125711" y="0"/>
                      <a:pt x="107809" y="6461"/>
                      <a:pt x="98233" y="20898"/>
                    </a:cubicBezTo>
                    <a:cubicBezTo>
                      <a:pt x="88656" y="6461"/>
                      <a:pt x="70754" y="0"/>
                      <a:pt x="54165" y="4994"/>
                    </a:cubicBezTo>
                    <a:cubicBezTo>
                      <a:pt x="37576" y="9987"/>
                      <a:pt x="26215" y="25257"/>
                      <a:pt x="26200" y="42582"/>
                    </a:cubicBezTo>
                    <a:lnTo>
                      <a:pt x="26200" y="43719"/>
                    </a:lnTo>
                    <a:cubicBezTo>
                      <a:pt x="10200" y="51306"/>
                      <a:pt x="0" y="67430"/>
                      <a:pt x="0" y="85138"/>
                    </a:cubicBezTo>
                    <a:cubicBezTo>
                      <a:pt x="0" y="102846"/>
                      <a:pt x="10200" y="118970"/>
                      <a:pt x="26200" y="126557"/>
                    </a:cubicBezTo>
                    <a:lnTo>
                      <a:pt x="26200" y="127711"/>
                    </a:lnTo>
                    <a:cubicBezTo>
                      <a:pt x="26215" y="145036"/>
                      <a:pt x="37576" y="160305"/>
                      <a:pt x="54165" y="165299"/>
                    </a:cubicBezTo>
                    <a:cubicBezTo>
                      <a:pt x="70754" y="170293"/>
                      <a:pt x="88656" y="163832"/>
                      <a:pt x="98233" y="149395"/>
                    </a:cubicBezTo>
                    <a:cubicBezTo>
                      <a:pt x="107809" y="163832"/>
                      <a:pt x="125711" y="170293"/>
                      <a:pt x="142300" y="165299"/>
                    </a:cubicBezTo>
                    <a:cubicBezTo>
                      <a:pt x="158889" y="160305"/>
                      <a:pt x="170250" y="145036"/>
                      <a:pt x="170266" y="127711"/>
                    </a:cubicBezTo>
                    <a:lnTo>
                      <a:pt x="170266" y="126557"/>
                    </a:lnTo>
                    <a:cubicBezTo>
                      <a:pt x="186248" y="118956"/>
                      <a:pt x="196439" y="102845"/>
                      <a:pt x="196459" y="85146"/>
                    </a:cubicBezTo>
                    <a:close/>
                    <a:moveTo>
                      <a:pt x="65491" y="153905"/>
                    </a:moveTo>
                    <a:cubicBezTo>
                      <a:pt x="52115" y="153903"/>
                      <a:pt x="40890" y="143825"/>
                      <a:pt x="39452" y="130527"/>
                    </a:cubicBezTo>
                    <a:cubicBezTo>
                      <a:pt x="41570" y="130829"/>
                      <a:pt x="43706" y="130982"/>
                      <a:pt x="45845" y="130985"/>
                    </a:cubicBezTo>
                    <a:lnTo>
                      <a:pt x="52394" y="130985"/>
                    </a:lnTo>
                    <a:cubicBezTo>
                      <a:pt x="56010" y="130985"/>
                      <a:pt x="58942" y="128054"/>
                      <a:pt x="58942" y="124437"/>
                    </a:cubicBezTo>
                    <a:cubicBezTo>
                      <a:pt x="58942" y="120820"/>
                      <a:pt x="56010" y="117889"/>
                      <a:pt x="52394" y="117889"/>
                    </a:cubicBezTo>
                    <a:lnTo>
                      <a:pt x="45845" y="117889"/>
                    </a:lnTo>
                    <a:cubicBezTo>
                      <a:pt x="29883" y="117907"/>
                      <a:pt x="16234" y="106413"/>
                      <a:pt x="13536" y="90681"/>
                    </a:cubicBezTo>
                    <a:cubicBezTo>
                      <a:pt x="10838" y="74948"/>
                      <a:pt x="19878" y="59563"/>
                      <a:pt x="34934" y="54262"/>
                    </a:cubicBezTo>
                    <a:cubicBezTo>
                      <a:pt x="37548" y="53337"/>
                      <a:pt x="39296" y="50864"/>
                      <a:pt x="39297" y="48090"/>
                    </a:cubicBezTo>
                    <a:lnTo>
                      <a:pt x="39297" y="42582"/>
                    </a:lnTo>
                    <a:cubicBezTo>
                      <a:pt x="39297" y="28115"/>
                      <a:pt x="51024" y="16388"/>
                      <a:pt x="65491" y="16388"/>
                    </a:cubicBezTo>
                    <a:cubicBezTo>
                      <a:pt x="79957" y="16388"/>
                      <a:pt x="91684" y="28115"/>
                      <a:pt x="91684" y="42582"/>
                    </a:cubicBezTo>
                    <a:lnTo>
                      <a:pt x="91684" y="98456"/>
                    </a:lnTo>
                    <a:cubicBezTo>
                      <a:pt x="84493" y="91989"/>
                      <a:pt x="75162" y="88413"/>
                      <a:pt x="65491" y="88421"/>
                    </a:cubicBezTo>
                    <a:cubicBezTo>
                      <a:pt x="61874" y="88421"/>
                      <a:pt x="58942" y="91352"/>
                      <a:pt x="58942" y="94969"/>
                    </a:cubicBezTo>
                    <a:cubicBezTo>
                      <a:pt x="58942" y="98586"/>
                      <a:pt x="61874" y="101517"/>
                      <a:pt x="65491" y="101517"/>
                    </a:cubicBezTo>
                    <a:cubicBezTo>
                      <a:pt x="79957" y="101517"/>
                      <a:pt x="91684" y="113245"/>
                      <a:pt x="91684" y="127711"/>
                    </a:cubicBezTo>
                    <a:cubicBezTo>
                      <a:pt x="91684" y="142178"/>
                      <a:pt x="79957" y="153905"/>
                      <a:pt x="65491" y="153905"/>
                    </a:cubicBezTo>
                    <a:close/>
                    <a:moveTo>
                      <a:pt x="150620" y="117889"/>
                    </a:moveTo>
                    <a:lnTo>
                      <a:pt x="144072" y="117889"/>
                    </a:lnTo>
                    <a:cubicBezTo>
                      <a:pt x="140455" y="117889"/>
                      <a:pt x="137523" y="120820"/>
                      <a:pt x="137523" y="124437"/>
                    </a:cubicBezTo>
                    <a:cubicBezTo>
                      <a:pt x="137523" y="128054"/>
                      <a:pt x="140455" y="130985"/>
                      <a:pt x="144072" y="130985"/>
                    </a:cubicBezTo>
                    <a:lnTo>
                      <a:pt x="150620" y="130985"/>
                    </a:lnTo>
                    <a:cubicBezTo>
                      <a:pt x="152759" y="130982"/>
                      <a:pt x="154895" y="130829"/>
                      <a:pt x="157013" y="130527"/>
                    </a:cubicBezTo>
                    <a:cubicBezTo>
                      <a:pt x="155497" y="144546"/>
                      <a:pt x="143155" y="154850"/>
                      <a:pt x="129091" y="153837"/>
                    </a:cubicBezTo>
                    <a:cubicBezTo>
                      <a:pt x="115026" y="152825"/>
                      <a:pt x="104287" y="140860"/>
                      <a:pt x="104794" y="126768"/>
                    </a:cubicBezTo>
                    <a:cubicBezTo>
                      <a:pt x="105302" y="112677"/>
                      <a:pt x="116874" y="101515"/>
                      <a:pt x="130975" y="101517"/>
                    </a:cubicBezTo>
                    <a:cubicBezTo>
                      <a:pt x="134591" y="101517"/>
                      <a:pt x="137523" y="98586"/>
                      <a:pt x="137523" y="94969"/>
                    </a:cubicBezTo>
                    <a:cubicBezTo>
                      <a:pt x="137523" y="91352"/>
                      <a:pt x="134591" y="88421"/>
                      <a:pt x="130975" y="88421"/>
                    </a:cubicBezTo>
                    <a:cubicBezTo>
                      <a:pt x="121303" y="88413"/>
                      <a:pt x="111972" y="91989"/>
                      <a:pt x="104781" y="98456"/>
                    </a:cubicBezTo>
                    <a:lnTo>
                      <a:pt x="104781" y="42582"/>
                    </a:lnTo>
                    <a:cubicBezTo>
                      <a:pt x="104781" y="28115"/>
                      <a:pt x="116508" y="16388"/>
                      <a:pt x="130975" y="16388"/>
                    </a:cubicBezTo>
                    <a:cubicBezTo>
                      <a:pt x="145441" y="16388"/>
                      <a:pt x="157169" y="28115"/>
                      <a:pt x="157169" y="42582"/>
                    </a:cubicBezTo>
                    <a:lnTo>
                      <a:pt x="157169" y="48090"/>
                    </a:lnTo>
                    <a:cubicBezTo>
                      <a:pt x="157169" y="50864"/>
                      <a:pt x="158917" y="53337"/>
                      <a:pt x="161532" y="54262"/>
                    </a:cubicBezTo>
                    <a:cubicBezTo>
                      <a:pt x="176588" y="59563"/>
                      <a:pt x="185628" y="74948"/>
                      <a:pt x="182930" y="90681"/>
                    </a:cubicBezTo>
                    <a:cubicBezTo>
                      <a:pt x="180232" y="106413"/>
                      <a:pt x="166582" y="117907"/>
                      <a:pt x="150620" y="117889"/>
                    </a:cubicBezTo>
                    <a:close/>
                    <a:moveTo>
                      <a:pt x="163717" y="75324"/>
                    </a:moveTo>
                    <a:cubicBezTo>
                      <a:pt x="163717" y="78940"/>
                      <a:pt x="160785" y="81872"/>
                      <a:pt x="157169" y="81872"/>
                    </a:cubicBezTo>
                    <a:lnTo>
                      <a:pt x="153894" y="81872"/>
                    </a:lnTo>
                    <a:cubicBezTo>
                      <a:pt x="137620" y="81872"/>
                      <a:pt x="124426" y="68679"/>
                      <a:pt x="124426" y="52404"/>
                    </a:cubicBezTo>
                    <a:lnTo>
                      <a:pt x="124426" y="49130"/>
                    </a:lnTo>
                    <a:cubicBezTo>
                      <a:pt x="124426" y="45513"/>
                      <a:pt x="127358" y="42582"/>
                      <a:pt x="130975" y="42582"/>
                    </a:cubicBezTo>
                    <a:cubicBezTo>
                      <a:pt x="134591" y="42582"/>
                      <a:pt x="137523" y="45513"/>
                      <a:pt x="137523" y="49130"/>
                    </a:cubicBezTo>
                    <a:lnTo>
                      <a:pt x="137523" y="52404"/>
                    </a:lnTo>
                    <a:cubicBezTo>
                      <a:pt x="137523" y="61446"/>
                      <a:pt x="144853" y="68775"/>
                      <a:pt x="153894" y="68775"/>
                    </a:cubicBezTo>
                    <a:lnTo>
                      <a:pt x="157169" y="68775"/>
                    </a:lnTo>
                    <a:cubicBezTo>
                      <a:pt x="160785" y="68775"/>
                      <a:pt x="163717" y="71707"/>
                      <a:pt x="163717" y="75324"/>
                    </a:cubicBezTo>
                    <a:close/>
                    <a:moveTo>
                      <a:pt x="42571" y="81872"/>
                    </a:moveTo>
                    <a:lnTo>
                      <a:pt x="39297" y="81872"/>
                    </a:lnTo>
                    <a:cubicBezTo>
                      <a:pt x="35680" y="81872"/>
                      <a:pt x="32748" y="78940"/>
                      <a:pt x="32748" y="75324"/>
                    </a:cubicBezTo>
                    <a:cubicBezTo>
                      <a:pt x="32748" y="71707"/>
                      <a:pt x="35680" y="68775"/>
                      <a:pt x="39297" y="68775"/>
                    </a:cubicBezTo>
                    <a:lnTo>
                      <a:pt x="42571" y="68775"/>
                    </a:lnTo>
                    <a:cubicBezTo>
                      <a:pt x="51612" y="68775"/>
                      <a:pt x="58942" y="61446"/>
                      <a:pt x="58942" y="52404"/>
                    </a:cubicBezTo>
                    <a:lnTo>
                      <a:pt x="58942" y="49130"/>
                    </a:lnTo>
                    <a:cubicBezTo>
                      <a:pt x="58942" y="45513"/>
                      <a:pt x="61874" y="42582"/>
                      <a:pt x="65491" y="42582"/>
                    </a:cubicBezTo>
                    <a:cubicBezTo>
                      <a:pt x="69107" y="42582"/>
                      <a:pt x="72039" y="45513"/>
                      <a:pt x="72039" y="49130"/>
                    </a:cubicBezTo>
                    <a:lnTo>
                      <a:pt x="72039" y="52404"/>
                    </a:lnTo>
                    <a:cubicBezTo>
                      <a:pt x="72039" y="68679"/>
                      <a:pt x="58846" y="81872"/>
                      <a:pt x="42571" y="81872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470660" y="3337560"/>
              <a:ext cx="13914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ReAct Agent 核心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74470" y="357949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create_react_agent · ChatOpenAI · stream_mode="values"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0957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241296" y="3345915"/>
              <a:ext cx="178352" cy="178383"/>
              <a:chOff x="4241296" y="3345915"/>
              <a:chExt cx="178352" cy="17838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4255294" y="3359944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30969" y="65484"/>
                    </a:moveTo>
                    <a:cubicBezTo>
                      <a:pt x="130969" y="101650"/>
                      <a:pt x="101650" y="130969"/>
                      <a:pt x="65484" y="130969"/>
                    </a:cubicBezTo>
                    <a:cubicBezTo>
                      <a:pt x="29318" y="130969"/>
                      <a:pt x="0" y="101650"/>
                      <a:pt x="0" y="65484"/>
                    </a:cubicBezTo>
                    <a:cubicBezTo>
                      <a:pt x="0" y="29318"/>
                      <a:pt x="29318" y="0"/>
                      <a:pt x="65484" y="0"/>
                    </a:cubicBezTo>
                    <a:cubicBezTo>
                      <a:pt x="101650" y="0"/>
                      <a:pt x="130969" y="29318"/>
                      <a:pt x="130969" y="6548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241296" y="3345915"/>
                <a:ext cx="178352" cy="178383"/>
              </a:xfrm>
              <a:custGeom>
                <a:avLst/>
                <a:gdLst/>
                <a:ahLst/>
                <a:cxnLst/>
                <a:rect l="l" t="t" r="r" b="b"/>
                <a:pathLst>
                  <a:path w="178352" h="178383">
                    <a:moveTo>
                      <a:pt x="175793" y="166558"/>
                    </a:moveTo>
                    <a:lnTo>
                      <a:pt x="134816" y="125581"/>
                    </a:lnTo>
                    <a:cubicBezTo>
                      <a:pt x="159537" y="95932"/>
                      <a:pt x="156565" y="52083"/>
                      <a:pt x="128069" y="26042"/>
                    </a:cubicBezTo>
                    <a:cubicBezTo>
                      <a:pt x="99573" y="0"/>
                      <a:pt x="55634" y="978"/>
                      <a:pt x="28326" y="28263"/>
                    </a:cubicBezTo>
                    <a:cubicBezTo>
                      <a:pt x="1017" y="55547"/>
                      <a:pt x="0" y="99485"/>
                      <a:pt x="26016" y="128004"/>
                    </a:cubicBezTo>
                    <a:cubicBezTo>
                      <a:pt x="52033" y="156523"/>
                      <a:pt x="95879" y="159534"/>
                      <a:pt x="125550" y="134839"/>
                    </a:cubicBezTo>
                    <a:lnTo>
                      <a:pt x="166527" y="175824"/>
                    </a:lnTo>
                    <a:cubicBezTo>
                      <a:pt x="169086" y="178383"/>
                      <a:pt x="173234" y="178383"/>
                      <a:pt x="175793" y="175824"/>
                    </a:cubicBezTo>
                    <a:cubicBezTo>
                      <a:pt x="178352" y="173265"/>
                      <a:pt x="178352" y="169117"/>
                      <a:pt x="175793" y="166558"/>
                    </a:cubicBezTo>
                    <a:close/>
                    <a:moveTo>
                      <a:pt x="20546" y="79513"/>
                    </a:moveTo>
                    <a:cubicBezTo>
                      <a:pt x="20546" y="46964"/>
                      <a:pt x="46932" y="20577"/>
                      <a:pt x="79482" y="20577"/>
                    </a:cubicBezTo>
                    <a:cubicBezTo>
                      <a:pt x="112031" y="20577"/>
                      <a:pt x="138418" y="46964"/>
                      <a:pt x="138418" y="79513"/>
                    </a:cubicBezTo>
                    <a:cubicBezTo>
                      <a:pt x="138418" y="112062"/>
                      <a:pt x="112031" y="138449"/>
                      <a:pt x="79482" y="138449"/>
                    </a:cubicBezTo>
                    <a:cubicBezTo>
                      <a:pt x="46947" y="138413"/>
                      <a:pt x="20582" y="112048"/>
                      <a:pt x="20546" y="79513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520565" y="3353752"/>
              <a:ext cx="7176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64518" y="33618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22470" y="3579495"/>
              <a:ext cx="23871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优先调用 · k=4 · 返回[来源:文件名(页码)]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715250" y="3171825"/>
              <a:ext cx="3429000" cy="571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67103" y="3352118"/>
              <a:ext cx="171401" cy="171536"/>
              <a:chOff x="7867103" y="3352118"/>
              <a:chExt cx="171401" cy="17153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867103" y="3352118"/>
                <a:ext cx="157486" cy="150017"/>
              </a:xfrm>
              <a:custGeom>
                <a:avLst/>
                <a:gdLst/>
                <a:ahLst/>
                <a:cxnLst/>
                <a:rect l="l" t="t" r="r" b="b"/>
                <a:pathLst>
                  <a:path w="157486" h="150017">
                    <a:moveTo>
                      <a:pt x="157486" y="119730"/>
                    </a:moveTo>
                    <a:cubicBezTo>
                      <a:pt x="151838" y="131771"/>
                      <a:pt x="143239" y="142189"/>
                      <a:pt x="132487" y="150017"/>
                    </a:cubicBezTo>
                    <a:lnTo>
                      <a:pt x="124826" y="142347"/>
                    </a:lnTo>
                    <a:cubicBezTo>
                      <a:pt x="124005" y="141523"/>
                      <a:pt x="122979" y="140933"/>
                      <a:pt x="121854" y="140636"/>
                    </a:cubicBezTo>
                    <a:lnTo>
                      <a:pt x="104280" y="136003"/>
                    </a:lnTo>
                    <a:cubicBezTo>
                      <a:pt x="101055" y="135155"/>
                      <a:pt x="98982" y="132018"/>
                      <a:pt x="99467" y="128718"/>
                    </a:cubicBezTo>
                    <a:lnTo>
                      <a:pt x="101415" y="115458"/>
                    </a:lnTo>
                    <a:cubicBezTo>
                      <a:pt x="101750" y="113183"/>
                      <a:pt x="103254" y="111250"/>
                      <a:pt x="105377" y="110366"/>
                    </a:cubicBezTo>
                    <a:lnTo>
                      <a:pt x="130310" y="100003"/>
                    </a:lnTo>
                    <a:cubicBezTo>
                      <a:pt x="132662" y="99027"/>
                      <a:pt x="135366" y="99503"/>
                      <a:pt x="137243" y="101223"/>
                    </a:cubicBezTo>
                    <a:close/>
                    <a:moveTo>
                      <a:pt x="112376" y="67580"/>
                    </a:moveTo>
                    <a:lnTo>
                      <a:pt x="130523" y="46462"/>
                    </a:lnTo>
                    <a:cubicBezTo>
                      <a:pt x="131543" y="45278"/>
                      <a:pt x="132106" y="43768"/>
                      <a:pt x="132111" y="42205"/>
                    </a:cubicBezTo>
                    <a:lnTo>
                      <a:pt x="132111" y="22560"/>
                    </a:lnTo>
                    <a:cubicBezTo>
                      <a:pt x="100744" y="0"/>
                      <a:pt x="57631" y="3590"/>
                      <a:pt x="30427" y="31026"/>
                    </a:cubicBezTo>
                    <a:cubicBezTo>
                      <a:pt x="3223" y="58462"/>
                      <a:pt x="0" y="101604"/>
                      <a:pt x="22826" y="132778"/>
                    </a:cubicBezTo>
                    <a:lnTo>
                      <a:pt x="30946" y="127441"/>
                    </a:lnTo>
                    <a:cubicBezTo>
                      <a:pt x="32772" y="126235"/>
                      <a:pt x="33875" y="124195"/>
                      <a:pt x="33884" y="122006"/>
                    </a:cubicBezTo>
                    <a:lnTo>
                      <a:pt x="34056" y="92350"/>
                    </a:lnTo>
                    <a:cubicBezTo>
                      <a:pt x="34065" y="91065"/>
                      <a:pt x="34449" y="89810"/>
                      <a:pt x="35161" y="88740"/>
                    </a:cubicBezTo>
                    <a:lnTo>
                      <a:pt x="52302" y="63119"/>
                    </a:lnTo>
                    <a:cubicBezTo>
                      <a:pt x="53295" y="61645"/>
                      <a:pt x="54845" y="60638"/>
                      <a:pt x="56595" y="60329"/>
                    </a:cubicBezTo>
                    <a:cubicBezTo>
                      <a:pt x="58346" y="60020"/>
                      <a:pt x="60147" y="60437"/>
                      <a:pt x="61584" y="61482"/>
                    </a:cubicBezTo>
                    <a:lnTo>
                      <a:pt x="77800" y="72123"/>
                    </a:lnTo>
                    <a:cubicBezTo>
                      <a:pt x="79165" y="73107"/>
                      <a:pt x="80855" y="73531"/>
                      <a:pt x="82523" y="73310"/>
                    </a:cubicBezTo>
                    <a:lnTo>
                      <a:pt x="108275" y="69823"/>
                    </a:lnTo>
                    <a:cubicBezTo>
                      <a:pt x="109871" y="69605"/>
                      <a:pt x="111331" y="68807"/>
                      <a:pt x="112376" y="6758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868245" y="3353395"/>
                <a:ext cx="170259" cy="170259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170259">
                    <a:moveTo>
                      <a:pt x="85130" y="0"/>
                    </a:moveTo>
                    <a:cubicBezTo>
                      <a:pt x="38114" y="0"/>
                      <a:pt x="0" y="38114"/>
                      <a:pt x="0" y="85130"/>
                    </a:cubicBezTo>
                    <a:cubicBezTo>
                      <a:pt x="0" y="132146"/>
                      <a:pt x="38114" y="170259"/>
                      <a:pt x="85130" y="170259"/>
                    </a:cubicBezTo>
                    <a:cubicBezTo>
                      <a:pt x="132146" y="170259"/>
                      <a:pt x="170259" y="132146"/>
                      <a:pt x="170259" y="85130"/>
                    </a:cubicBezTo>
                    <a:cubicBezTo>
                      <a:pt x="170210" y="38134"/>
                      <a:pt x="132125" y="50"/>
                      <a:pt x="85130" y="0"/>
                    </a:cubicBezTo>
                    <a:close/>
                    <a:moveTo>
                      <a:pt x="85130" y="13097"/>
                    </a:moveTo>
                    <a:cubicBezTo>
                      <a:pt x="99086" y="13082"/>
                      <a:pt x="112742" y="17145"/>
                      <a:pt x="124420" y="24786"/>
                    </a:cubicBezTo>
                    <a:lnTo>
                      <a:pt x="124420" y="40928"/>
                    </a:lnTo>
                    <a:lnTo>
                      <a:pt x="106273" y="61997"/>
                    </a:lnTo>
                    <a:lnTo>
                      <a:pt x="80513" y="65484"/>
                    </a:lnTo>
                    <a:lnTo>
                      <a:pt x="80259" y="65304"/>
                    </a:lnTo>
                    <a:lnTo>
                      <a:pt x="64158" y="54778"/>
                    </a:lnTo>
                    <a:cubicBezTo>
                      <a:pt x="61274" y="52746"/>
                      <a:pt x="57693" y="51964"/>
                      <a:pt x="54225" y="52608"/>
                    </a:cubicBezTo>
                    <a:cubicBezTo>
                      <a:pt x="50757" y="53252"/>
                      <a:pt x="47695" y="55268"/>
                      <a:pt x="45733" y="58199"/>
                    </a:cubicBezTo>
                    <a:lnTo>
                      <a:pt x="28592" y="83820"/>
                    </a:lnTo>
                    <a:cubicBezTo>
                      <a:pt x="27164" y="85955"/>
                      <a:pt x="26396" y="88463"/>
                      <a:pt x="26382" y="91031"/>
                    </a:cubicBezTo>
                    <a:lnTo>
                      <a:pt x="26194" y="120688"/>
                    </a:lnTo>
                    <a:lnTo>
                      <a:pt x="23517" y="122448"/>
                    </a:lnTo>
                    <a:cubicBezTo>
                      <a:pt x="10045" y="100204"/>
                      <a:pt x="9607" y="72426"/>
                      <a:pt x="22373" y="49770"/>
                    </a:cubicBezTo>
                    <a:cubicBezTo>
                      <a:pt x="35138" y="27114"/>
                      <a:pt x="59125" y="13097"/>
                      <a:pt x="85130" y="13097"/>
                    </a:cubicBezTo>
                    <a:close/>
                    <a:moveTo>
                      <a:pt x="31342" y="132991"/>
                    </a:moveTo>
                    <a:lnTo>
                      <a:pt x="33405" y="131640"/>
                    </a:lnTo>
                    <a:cubicBezTo>
                      <a:pt x="37064" y="129227"/>
                      <a:pt x="39273" y="125144"/>
                      <a:pt x="39291" y="120761"/>
                    </a:cubicBezTo>
                    <a:lnTo>
                      <a:pt x="39463" y="91105"/>
                    </a:lnTo>
                    <a:lnTo>
                      <a:pt x="56619" y="65484"/>
                    </a:lnTo>
                    <a:cubicBezTo>
                      <a:pt x="56703" y="65549"/>
                      <a:pt x="56791" y="65609"/>
                      <a:pt x="56881" y="65664"/>
                    </a:cubicBezTo>
                    <a:lnTo>
                      <a:pt x="72982" y="76199"/>
                    </a:lnTo>
                    <a:cubicBezTo>
                      <a:pt x="75681" y="78104"/>
                      <a:pt x="79001" y="78914"/>
                      <a:pt x="82273" y="78467"/>
                    </a:cubicBezTo>
                    <a:lnTo>
                      <a:pt x="108049" y="74971"/>
                    </a:lnTo>
                    <a:cubicBezTo>
                      <a:pt x="111228" y="74547"/>
                      <a:pt x="114140" y="72972"/>
                      <a:pt x="116235" y="70543"/>
                    </a:cubicBezTo>
                    <a:lnTo>
                      <a:pt x="134382" y="49457"/>
                    </a:lnTo>
                    <a:cubicBezTo>
                      <a:pt x="136412" y="47079"/>
                      <a:pt x="137524" y="44054"/>
                      <a:pt x="137517" y="40928"/>
                    </a:cubicBezTo>
                    <a:lnTo>
                      <a:pt x="137517" y="35746"/>
                    </a:lnTo>
                    <a:cubicBezTo>
                      <a:pt x="155558" y="54833"/>
                      <a:pt x="161761" y="82235"/>
                      <a:pt x="153700" y="107231"/>
                    </a:cubicBezTo>
                    <a:lnTo>
                      <a:pt x="140489" y="95149"/>
                    </a:lnTo>
                    <a:cubicBezTo>
                      <a:pt x="136739" y="91707"/>
                      <a:pt x="131335" y="90749"/>
                      <a:pt x="126630" y="92693"/>
                    </a:cubicBezTo>
                    <a:lnTo>
                      <a:pt x="101697" y="103048"/>
                    </a:lnTo>
                    <a:cubicBezTo>
                      <a:pt x="97457" y="104828"/>
                      <a:pt x="94453" y="108691"/>
                      <a:pt x="93774" y="113239"/>
                    </a:cubicBezTo>
                    <a:lnTo>
                      <a:pt x="91817" y="126491"/>
                    </a:lnTo>
                    <a:cubicBezTo>
                      <a:pt x="90844" y="133096"/>
                      <a:pt x="94994" y="139376"/>
                      <a:pt x="101452" y="141070"/>
                    </a:cubicBezTo>
                    <a:lnTo>
                      <a:pt x="119018" y="145703"/>
                    </a:lnTo>
                    <a:lnTo>
                      <a:pt x="120950" y="147643"/>
                    </a:lnTo>
                    <a:cubicBezTo>
                      <a:pt x="91382" y="164607"/>
                      <a:pt x="53967" y="158490"/>
                      <a:pt x="31342" y="132991"/>
                    </a:cubicBezTo>
                    <a:close/>
                    <a:moveTo>
                      <a:pt x="131787" y="139973"/>
                    </a:moveTo>
                    <a:lnTo>
                      <a:pt x="128268" y="136445"/>
                    </a:lnTo>
                    <a:cubicBezTo>
                      <a:pt x="126626" y="134797"/>
                      <a:pt x="124574" y="133616"/>
                      <a:pt x="122325" y="133023"/>
                    </a:cubicBezTo>
                    <a:lnTo>
                      <a:pt x="104775" y="128390"/>
                    </a:lnTo>
                    <a:lnTo>
                      <a:pt x="106731" y="115138"/>
                    </a:lnTo>
                    <a:lnTo>
                      <a:pt x="131656" y="104775"/>
                    </a:lnTo>
                    <a:lnTo>
                      <a:pt x="148158" y="119902"/>
                    </a:lnTo>
                    <a:cubicBezTo>
                      <a:pt x="143952" y="127522"/>
                      <a:pt x="138407" y="134321"/>
                      <a:pt x="131787" y="13997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40065" y="3353752"/>
              <a:ext cx="8646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79268" y="33618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联网回退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41970" y="3579495"/>
              <a:ext cx="22251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html/lite · 失败后禁止重试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47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190450" y="4037226"/>
              <a:ext cx="189754" cy="174408"/>
              <a:chOff x="1190450" y="4037226"/>
              <a:chExt cx="189754" cy="17440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256456" y="4085133"/>
                <a:ext cx="117036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117036" h="120050">
                    <a:moveTo>
                      <a:pt x="114352" y="111504"/>
                    </a:moveTo>
                    <a:cubicBezTo>
                      <a:pt x="114843" y="113219"/>
                      <a:pt x="114365" y="115067"/>
                      <a:pt x="113103" y="116328"/>
                    </a:cubicBezTo>
                    <a:cubicBezTo>
                      <a:pt x="111841" y="117590"/>
                      <a:pt x="109994" y="118069"/>
                      <a:pt x="108278" y="117577"/>
                    </a:cubicBezTo>
                    <a:lnTo>
                      <a:pt x="83828" y="110595"/>
                    </a:lnTo>
                    <a:cubicBezTo>
                      <a:pt x="68650" y="118859"/>
                      <a:pt x="50611" y="120050"/>
                      <a:pt x="34478" y="113852"/>
                    </a:cubicBezTo>
                    <a:cubicBezTo>
                      <a:pt x="18345" y="107655"/>
                      <a:pt x="5742" y="94693"/>
                      <a:pt x="0" y="78393"/>
                    </a:cubicBezTo>
                    <a:lnTo>
                      <a:pt x="0" y="78393"/>
                    </a:lnTo>
                    <a:cubicBezTo>
                      <a:pt x="1064" y="78450"/>
                      <a:pt x="2136" y="78483"/>
                      <a:pt x="3217" y="78483"/>
                    </a:cubicBezTo>
                    <a:cubicBezTo>
                      <a:pt x="22332" y="78484"/>
                      <a:pt x="40261" y="69215"/>
                      <a:pt x="51311" y="53618"/>
                    </a:cubicBezTo>
                    <a:cubicBezTo>
                      <a:pt x="62361" y="38021"/>
                      <a:pt x="65161" y="18033"/>
                      <a:pt x="58821" y="0"/>
                    </a:cubicBezTo>
                    <a:lnTo>
                      <a:pt x="58821" y="0"/>
                    </a:lnTo>
                    <a:cubicBezTo>
                      <a:pt x="79018" y="1102"/>
                      <a:pt x="97239" y="12485"/>
                      <a:pt x="107087" y="30152"/>
                    </a:cubicBezTo>
                    <a:cubicBezTo>
                      <a:pt x="116936" y="47819"/>
                      <a:pt x="117036" y="69303"/>
                      <a:pt x="107353" y="8706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90450" y="4037226"/>
                <a:ext cx="189754" cy="174408"/>
              </a:xfrm>
              <a:custGeom>
                <a:avLst/>
                <a:gdLst/>
                <a:ahLst/>
                <a:cxnLst/>
                <a:rect l="l" t="t" r="r" b="b"/>
                <a:pathLst>
                  <a:path w="189754" h="174408">
                    <a:moveTo>
                      <a:pt x="180383" y="135664"/>
                    </a:moveTo>
                    <a:cubicBezTo>
                      <a:pt x="189754" y="116614"/>
                      <a:pt x="189309" y="94204"/>
                      <a:pt x="179189" y="75542"/>
                    </a:cubicBezTo>
                    <a:cubicBezTo>
                      <a:pt x="169069" y="56879"/>
                      <a:pt x="150530" y="44281"/>
                      <a:pt x="129453" y="41743"/>
                    </a:cubicBezTo>
                    <a:cubicBezTo>
                      <a:pt x="120074" y="19881"/>
                      <a:pt x="99578" y="4824"/>
                      <a:pt x="75912" y="2412"/>
                    </a:cubicBezTo>
                    <a:cubicBezTo>
                      <a:pt x="52245" y="0"/>
                      <a:pt x="29133" y="10612"/>
                      <a:pt x="15537" y="30132"/>
                    </a:cubicBezTo>
                    <a:cubicBezTo>
                      <a:pt x="1941" y="49653"/>
                      <a:pt x="0" y="75011"/>
                      <a:pt x="10467" y="96373"/>
                    </a:cubicBezTo>
                    <a:lnTo>
                      <a:pt x="4197" y="118327"/>
                    </a:lnTo>
                    <a:cubicBezTo>
                      <a:pt x="3058" y="122326"/>
                      <a:pt x="4175" y="126629"/>
                      <a:pt x="7115" y="129570"/>
                    </a:cubicBezTo>
                    <a:cubicBezTo>
                      <a:pt x="10056" y="132510"/>
                      <a:pt x="14359" y="133627"/>
                      <a:pt x="18358" y="132488"/>
                    </a:cubicBezTo>
                    <a:lnTo>
                      <a:pt x="40312" y="126218"/>
                    </a:lnTo>
                    <a:cubicBezTo>
                      <a:pt x="46937" y="129470"/>
                      <a:pt x="54062" y="131582"/>
                      <a:pt x="61390" y="132463"/>
                    </a:cubicBezTo>
                    <a:cubicBezTo>
                      <a:pt x="68448" y="149001"/>
                      <a:pt x="81997" y="161909"/>
                      <a:pt x="98857" y="168158"/>
                    </a:cubicBezTo>
                    <a:cubicBezTo>
                      <a:pt x="115718" y="174408"/>
                      <a:pt x="134406" y="173450"/>
                      <a:pt x="150538" y="165508"/>
                    </a:cubicBezTo>
                    <a:lnTo>
                      <a:pt x="172492" y="171778"/>
                    </a:lnTo>
                    <a:cubicBezTo>
                      <a:pt x="176492" y="172918"/>
                      <a:pt x="180795" y="171801"/>
                      <a:pt x="183735" y="168860"/>
                    </a:cubicBezTo>
                    <a:cubicBezTo>
                      <a:pt x="186676" y="165920"/>
                      <a:pt x="187792" y="161617"/>
                      <a:pt x="186653" y="157617"/>
                    </a:cubicBezTo>
                    <a:close/>
                    <a:moveTo>
                      <a:pt x="41016" y="112662"/>
                    </a:moveTo>
                    <a:cubicBezTo>
                      <a:pt x="40407" y="112662"/>
                      <a:pt x="39801" y="112745"/>
                      <a:pt x="39215" y="112908"/>
                    </a:cubicBezTo>
                    <a:lnTo>
                      <a:pt x="17597" y="119088"/>
                    </a:lnTo>
                    <a:lnTo>
                      <a:pt x="23777" y="97470"/>
                    </a:lnTo>
                    <a:cubicBezTo>
                      <a:pt x="24240" y="95823"/>
                      <a:pt x="24040" y="94060"/>
                      <a:pt x="23220" y="92559"/>
                    </a:cubicBezTo>
                    <a:cubicBezTo>
                      <a:pt x="10773" y="69707"/>
                      <a:pt x="17002" y="41181"/>
                      <a:pt x="37842" y="25598"/>
                    </a:cubicBezTo>
                    <a:cubicBezTo>
                      <a:pt x="58682" y="10014"/>
                      <a:pt x="87804" y="12105"/>
                      <a:pt x="106205" y="30505"/>
                    </a:cubicBezTo>
                    <a:cubicBezTo>
                      <a:pt x="124605" y="48905"/>
                      <a:pt x="126696" y="78028"/>
                      <a:pt x="111112" y="98868"/>
                    </a:cubicBezTo>
                    <a:cubicBezTo>
                      <a:pt x="95528" y="119708"/>
                      <a:pt x="67003" y="125936"/>
                      <a:pt x="44151" y="113489"/>
                    </a:cubicBezTo>
                    <a:cubicBezTo>
                      <a:pt x="43193" y="112953"/>
                      <a:pt x="42114" y="112669"/>
                      <a:pt x="41016" y="112662"/>
                    </a:cubicBezTo>
                    <a:close/>
                    <a:moveTo>
                      <a:pt x="167073" y="136761"/>
                    </a:moveTo>
                    <a:lnTo>
                      <a:pt x="173253" y="158379"/>
                    </a:lnTo>
                    <a:lnTo>
                      <a:pt x="151635" y="152199"/>
                    </a:lnTo>
                    <a:cubicBezTo>
                      <a:pt x="149988" y="151735"/>
                      <a:pt x="148226" y="151935"/>
                      <a:pt x="146724" y="152755"/>
                    </a:cubicBezTo>
                    <a:cubicBezTo>
                      <a:pt x="121611" y="166418"/>
                      <a:pt x="90183" y="157446"/>
                      <a:pt x="76066" y="132586"/>
                    </a:cubicBezTo>
                    <a:cubicBezTo>
                      <a:pt x="94194" y="130698"/>
                      <a:pt x="110712" y="121335"/>
                      <a:pt x="121643" y="106751"/>
                    </a:cubicBezTo>
                    <a:cubicBezTo>
                      <a:pt x="132574" y="92167"/>
                      <a:pt x="136926" y="73685"/>
                      <a:pt x="133652" y="55756"/>
                    </a:cubicBezTo>
                    <a:cubicBezTo>
                      <a:pt x="149557" y="59505"/>
                      <a:pt x="162803" y="70461"/>
                      <a:pt x="169467" y="85381"/>
                    </a:cubicBezTo>
                    <a:cubicBezTo>
                      <a:pt x="176132" y="100302"/>
                      <a:pt x="175452" y="117477"/>
                      <a:pt x="167630" y="131825"/>
                    </a:cubicBezTo>
                    <a:cubicBezTo>
                      <a:pt x="166803" y="133333"/>
                      <a:pt x="166603" y="135106"/>
                      <a:pt x="167073" y="13676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471612" y="40314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对话记忆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54618" y="4047649"/>
              <a:ext cx="257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ConversationBufferWindowMemory · k=4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238750" y="3857625"/>
              <a:ext cx="4000500" cy="476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85197" y="4032647"/>
              <a:ext cx="183356" cy="183356"/>
              <a:chOff x="5385197" y="4032647"/>
              <a:chExt cx="183356" cy="18335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411391" y="4058841"/>
                <a:ext cx="130969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130969">
                    <a:moveTo>
                      <a:pt x="124420" y="0"/>
                    </a:moveTo>
                    <a:lnTo>
                      <a:pt x="6548" y="0"/>
                    </a:lnTo>
                    <a:cubicBezTo>
                      <a:pt x="2932" y="0"/>
                      <a:pt x="0" y="2932"/>
                      <a:pt x="0" y="6548"/>
                    </a:cubicBezTo>
                    <a:lnTo>
                      <a:pt x="0" y="124420"/>
                    </a:lnTo>
                    <a:cubicBezTo>
                      <a:pt x="0" y="128037"/>
                      <a:pt x="2932" y="130969"/>
                      <a:pt x="6548" y="130969"/>
                    </a:cubicBezTo>
                    <a:lnTo>
                      <a:pt x="124420" y="130969"/>
                    </a:lnTo>
                    <a:cubicBezTo>
                      <a:pt x="128037" y="130969"/>
                      <a:pt x="130969" y="128037"/>
                      <a:pt x="130969" y="124420"/>
                    </a:cubicBezTo>
                    <a:lnTo>
                      <a:pt x="130969" y="6548"/>
                    </a:lnTo>
                    <a:cubicBezTo>
                      <a:pt x="130969" y="2932"/>
                      <a:pt x="128037" y="0"/>
                      <a:pt x="124420" y="0"/>
                    </a:cubicBezTo>
                    <a:close/>
                    <a:moveTo>
                      <a:pt x="85130" y="85130"/>
                    </a:moveTo>
                    <a:lnTo>
                      <a:pt x="45839" y="85130"/>
                    </a:lnTo>
                    <a:lnTo>
                      <a:pt x="45839" y="45839"/>
                    </a:lnTo>
                    <a:lnTo>
                      <a:pt x="85130" y="45839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85197" y="4032647"/>
                <a:ext cx="183356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83356">
                    <a:moveTo>
                      <a:pt x="111323" y="65484"/>
                    </a:moveTo>
                    <a:lnTo>
                      <a:pt x="72033" y="65484"/>
                    </a:lnTo>
                    <a:cubicBezTo>
                      <a:pt x="68416" y="65484"/>
                      <a:pt x="65484" y="68416"/>
                      <a:pt x="65484" y="72033"/>
                    </a:cubicBezTo>
                    <a:lnTo>
                      <a:pt x="65484" y="111323"/>
                    </a:lnTo>
                    <a:cubicBezTo>
                      <a:pt x="65484" y="114940"/>
                      <a:pt x="68416" y="117872"/>
                      <a:pt x="72033" y="117872"/>
                    </a:cubicBezTo>
                    <a:lnTo>
                      <a:pt x="111323" y="117872"/>
                    </a:lnTo>
                    <a:cubicBezTo>
                      <a:pt x="114940" y="117872"/>
                      <a:pt x="117872" y="114940"/>
                      <a:pt x="117872" y="111323"/>
                    </a:cubicBezTo>
                    <a:lnTo>
                      <a:pt x="117872" y="72033"/>
                    </a:lnTo>
                    <a:cubicBezTo>
                      <a:pt x="117872" y="68416"/>
                      <a:pt x="114940" y="65484"/>
                      <a:pt x="111323" y="65484"/>
                    </a:cubicBezTo>
                    <a:close/>
                    <a:moveTo>
                      <a:pt x="104775" y="104775"/>
                    </a:moveTo>
                    <a:lnTo>
                      <a:pt x="78581" y="104775"/>
                    </a:lnTo>
                    <a:lnTo>
                      <a:pt x="78581" y="78581"/>
                    </a:lnTo>
                    <a:lnTo>
                      <a:pt x="104775" y="78581"/>
                    </a:lnTo>
                    <a:close/>
                    <a:moveTo>
                      <a:pt x="176808" y="104775"/>
                    </a:moveTo>
                    <a:lnTo>
                      <a:pt x="163711" y="104775"/>
                    </a:lnTo>
                    <a:lnTo>
                      <a:pt x="163711" y="78581"/>
                    </a:lnTo>
                    <a:lnTo>
                      <a:pt x="176808" y="78581"/>
                    </a:lnTo>
                    <a:cubicBezTo>
                      <a:pt x="180424" y="78581"/>
                      <a:pt x="183356" y="75649"/>
                      <a:pt x="183356" y="72033"/>
                    </a:cubicBezTo>
                    <a:cubicBezTo>
                      <a:pt x="183356" y="68416"/>
                      <a:pt x="180424" y="65484"/>
                      <a:pt x="176808" y="65484"/>
                    </a:cubicBezTo>
                    <a:lnTo>
                      <a:pt x="163711" y="65484"/>
                    </a:lnTo>
                    <a:lnTo>
                      <a:pt x="163711" y="32742"/>
                    </a:lnTo>
                    <a:cubicBezTo>
                      <a:pt x="163711" y="25509"/>
                      <a:pt x="157847" y="19645"/>
                      <a:pt x="150614" y="19645"/>
                    </a:cubicBezTo>
                    <a:lnTo>
                      <a:pt x="117872" y="19645"/>
                    </a:lnTo>
                    <a:lnTo>
                      <a:pt x="117872" y="6548"/>
                    </a:lnTo>
                    <a:cubicBezTo>
                      <a:pt x="117872" y="2932"/>
                      <a:pt x="114940" y="0"/>
                      <a:pt x="111323" y="0"/>
                    </a:cubicBezTo>
                    <a:cubicBezTo>
                      <a:pt x="107707" y="0"/>
                      <a:pt x="104775" y="2932"/>
                      <a:pt x="104775" y="6548"/>
                    </a:cubicBezTo>
                    <a:lnTo>
                      <a:pt x="104775" y="19645"/>
                    </a:lnTo>
                    <a:lnTo>
                      <a:pt x="78581" y="19645"/>
                    </a:lnTo>
                    <a:lnTo>
                      <a:pt x="78581" y="6548"/>
                    </a:lnTo>
                    <a:cubicBezTo>
                      <a:pt x="78581" y="2932"/>
                      <a:pt x="75649" y="0"/>
                      <a:pt x="72033" y="0"/>
                    </a:cubicBezTo>
                    <a:cubicBezTo>
                      <a:pt x="68416" y="0"/>
                      <a:pt x="65484" y="2932"/>
                      <a:pt x="65484" y="6548"/>
                    </a:cubicBezTo>
                    <a:lnTo>
                      <a:pt x="65484" y="19645"/>
                    </a:lnTo>
                    <a:lnTo>
                      <a:pt x="32742" y="19645"/>
                    </a:lnTo>
                    <a:cubicBezTo>
                      <a:pt x="25509" y="19645"/>
                      <a:pt x="19645" y="25509"/>
                      <a:pt x="19645" y="32742"/>
                    </a:cubicBezTo>
                    <a:lnTo>
                      <a:pt x="19645" y="65484"/>
                    </a:lnTo>
                    <a:lnTo>
                      <a:pt x="6548" y="65484"/>
                    </a:lnTo>
                    <a:cubicBezTo>
                      <a:pt x="2932" y="65484"/>
                      <a:pt x="0" y="68416"/>
                      <a:pt x="0" y="72033"/>
                    </a:cubicBezTo>
                    <a:cubicBezTo>
                      <a:pt x="0" y="75649"/>
                      <a:pt x="2932" y="78581"/>
                      <a:pt x="6548" y="78581"/>
                    </a:cubicBezTo>
                    <a:lnTo>
                      <a:pt x="19645" y="78581"/>
                    </a:lnTo>
                    <a:lnTo>
                      <a:pt x="19645" y="104775"/>
                    </a:lnTo>
                    <a:lnTo>
                      <a:pt x="6548" y="104775"/>
                    </a:lnTo>
                    <a:cubicBezTo>
                      <a:pt x="2932" y="104775"/>
                      <a:pt x="0" y="107707"/>
                      <a:pt x="0" y="111323"/>
                    </a:cubicBezTo>
                    <a:cubicBezTo>
                      <a:pt x="0" y="114940"/>
                      <a:pt x="2932" y="117872"/>
                      <a:pt x="6548" y="117872"/>
                    </a:cubicBezTo>
                    <a:lnTo>
                      <a:pt x="19645" y="117872"/>
                    </a:lnTo>
                    <a:lnTo>
                      <a:pt x="19645" y="150614"/>
                    </a:lnTo>
                    <a:cubicBezTo>
                      <a:pt x="19645" y="157847"/>
                      <a:pt x="25509" y="163711"/>
                      <a:pt x="32742" y="163711"/>
                    </a:cubicBezTo>
                    <a:lnTo>
                      <a:pt x="65484" y="163711"/>
                    </a:lnTo>
                    <a:lnTo>
                      <a:pt x="65484" y="176808"/>
                    </a:lnTo>
                    <a:cubicBezTo>
                      <a:pt x="65484" y="180424"/>
                      <a:pt x="68416" y="183356"/>
                      <a:pt x="72033" y="183356"/>
                    </a:cubicBezTo>
                    <a:cubicBezTo>
                      <a:pt x="75649" y="183356"/>
                      <a:pt x="78581" y="180424"/>
                      <a:pt x="78581" y="176808"/>
                    </a:cubicBezTo>
                    <a:lnTo>
                      <a:pt x="78581" y="163711"/>
                    </a:lnTo>
                    <a:lnTo>
                      <a:pt x="104775" y="163711"/>
                    </a:lnTo>
                    <a:lnTo>
                      <a:pt x="104775" y="176808"/>
                    </a:lnTo>
                    <a:cubicBezTo>
                      <a:pt x="104775" y="180424"/>
                      <a:pt x="107707" y="183356"/>
                      <a:pt x="111323" y="183356"/>
                    </a:cubicBezTo>
                    <a:cubicBezTo>
                      <a:pt x="114940" y="183356"/>
                      <a:pt x="117872" y="180424"/>
                      <a:pt x="117872" y="176808"/>
                    </a:cubicBezTo>
                    <a:lnTo>
                      <a:pt x="117872" y="163711"/>
                    </a:lnTo>
                    <a:lnTo>
                      <a:pt x="150614" y="163711"/>
                    </a:lnTo>
                    <a:cubicBezTo>
                      <a:pt x="157847" y="163711"/>
                      <a:pt x="163711" y="157847"/>
                      <a:pt x="163711" y="150614"/>
                    </a:cubicBezTo>
                    <a:lnTo>
                      <a:pt x="163711" y="117872"/>
                    </a:lnTo>
                    <a:lnTo>
                      <a:pt x="176808" y="117872"/>
                    </a:lnTo>
                    <a:cubicBezTo>
                      <a:pt x="180424" y="117872"/>
                      <a:pt x="183356" y="114940"/>
                      <a:pt x="183356" y="111323"/>
                    </a:cubicBezTo>
                    <a:cubicBezTo>
                      <a:pt x="183356" y="107707"/>
                      <a:pt x="180424" y="104775"/>
                      <a:pt x="176808" y="104775"/>
                    </a:cubicBezTo>
                    <a:close/>
                    <a:moveTo>
                      <a:pt x="150614" y="150614"/>
                    </a:moveTo>
                    <a:lnTo>
                      <a:pt x="32742" y="150614"/>
                    </a:lnTo>
                    <a:lnTo>
                      <a:pt x="32742" y="32742"/>
                    </a:lnTo>
                    <a:lnTo>
                      <a:pt x="150614" y="32742"/>
                    </a:lnTo>
                    <a:lnTo>
                      <a:pt x="150614" y="111217"/>
                    </a:lnTo>
                    <a:cubicBezTo>
                      <a:pt x="150614" y="111217"/>
                      <a:pt x="150614" y="111291"/>
                      <a:pt x="150614" y="111323"/>
                    </a:cubicBezTo>
                    <a:cubicBezTo>
                      <a:pt x="150614" y="111356"/>
                      <a:pt x="150614" y="111397"/>
                      <a:pt x="150614" y="111430"/>
                    </a:cubicBezTo>
                    <a:lnTo>
                      <a:pt x="150614" y="150614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62612" y="4031456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模型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45618" y="4047649"/>
              <a:ext cx="32881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DeepSeek-v4-pro · temperature=0.3 · /v1 endpoint</a:t>
              </a:r>
            </a:p>
          </p:txBody>
        </p:sp>
      </p:grpSp>
      <p:sp>
        <p:nvSpPr>
          <p:cNvPr id="78" name="Line 78"/>
          <p:cNvSpPr/>
          <p:nvPr/>
        </p:nvSpPr>
        <p:spPr>
          <a:xfrm>
            <a:off x="781050" y="4457700"/>
            <a:ext cx="9525" cy="171450"/>
          </a:xfrm>
          <a:custGeom>
            <a:avLst/>
            <a:gdLst/>
            <a:ahLst/>
            <a:cxnLst/>
            <a:rect l="l" t="t" r="r" b="b"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4288">
            <a:solidFill>
              <a:srgbClr val="6C3FD4"/>
            </a:solidFill>
            <a:custDash>
              <a:ds d="266666" sp="200000"/>
            </a:custDash>
          </a:ln>
        </p:spPr>
      </p:sp>
      <p:grpSp>
        <p:nvGrpSpPr>
          <p:cNvPr id="108" name="Group 108"/>
          <p:cNvGrpSpPr/>
          <p:nvPr/>
        </p:nvGrpSpPr>
        <p:grpSpPr>
          <a:xfrm>
            <a:off x="762000" y="4629150"/>
            <a:ext cx="10668000" cy="1638300"/>
            <a:chOff x="762000" y="4629150"/>
            <a:chExt cx="10668000" cy="1638300"/>
          </a:xfrm>
        </p:grpSpPr>
        <p:sp>
          <p:nvSpPr>
            <p:cNvPr id="79" name="Rectangle 79"/>
            <p:cNvSpPr/>
            <p:nvPr/>
          </p:nvSpPr>
          <p:spPr>
            <a:xfrm>
              <a:off x="762000" y="4629150"/>
              <a:ext cx="10668000" cy="16383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762000" y="4629150"/>
              <a:ext cx="47625" cy="16383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09625" y="4629150"/>
              <a:ext cx="10620375" cy="3238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33462" y="47172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存储层 STORAGE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465070" y="4741545"/>
              <a:ext cx="2837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ChromaDB + HuggingFace Embeddings + FileLoader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047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1266825" y="5317331"/>
              <a:ext cx="171450" cy="185738"/>
              <a:chOff x="1266825" y="5317331"/>
              <a:chExt cx="171450" cy="18573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1273969" y="5324475"/>
                <a:ext cx="1571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85725">
                    <a:moveTo>
                      <a:pt x="157162" y="42862"/>
                    </a:moveTo>
                    <a:cubicBezTo>
                      <a:pt x="157162" y="66535"/>
                      <a:pt x="121980" y="85725"/>
                      <a:pt x="78581" y="85725"/>
                    </a:cubicBezTo>
                    <a:cubicBezTo>
                      <a:pt x="35183" y="85725"/>
                      <a:pt x="0" y="66535"/>
                      <a:pt x="0" y="42862"/>
                    </a:cubicBezTo>
                    <a:cubicBezTo>
                      <a:pt x="0" y="19190"/>
                      <a:pt x="35183" y="0"/>
                      <a:pt x="78581" y="0"/>
                    </a:cubicBezTo>
                    <a:cubicBezTo>
                      <a:pt x="121980" y="0"/>
                      <a:pt x="157162" y="19190"/>
                      <a:pt x="157162" y="4286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266825" y="5317331"/>
                <a:ext cx="171450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5738">
                    <a:moveTo>
                      <a:pt x="85725" y="0"/>
                    </a:moveTo>
                    <a:cubicBezTo>
                      <a:pt x="37656" y="0"/>
                      <a:pt x="0" y="21967"/>
                      <a:pt x="0" y="50006"/>
                    </a:cubicBezTo>
                    <a:lnTo>
                      <a:pt x="0" y="135731"/>
                    </a:lnTo>
                    <a:cubicBezTo>
                      <a:pt x="0" y="163770"/>
                      <a:pt x="37656" y="185738"/>
                      <a:pt x="85725" y="185738"/>
                    </a:cubicBezTo>
                    <a:cubicBezTo>
                      <a:pt x="133794" y="185738"/>
                      <a:pt x="171450" y="163770"/>
                      <a:pt x="171450" y="135731"/>
                    </a:cubicBezTo>
                    <a:lnTo>
                      <a:pt x="171450" y="50006"/>
                    </a:lnTo>
                    <a:cubicBezTo>
                      <a:pt x="171450" y="21967"/>
                      <a:pt x="133794" y="0"/>
                      <a:pt x="85725" y="0"/>
                    </a:cubicBezTo>
                    <a:close/>
                    <a:moveTo>
                      <a:pt x="157162" y="92869"/>
                    </a:moveTo>
                    <a:cubicBezTo>
                      <a:pt x="157162" y="101459"/>
                      <a:pt x="150126" y="110219"/>
                      <a:pt x="137865" y="116907"/>
                    </a:cubicBezTo>
                    <a:cubicBezTo>
                      <a:pt x="124060" y="124435"/>
                      <a:pt x="105540" y="128588"/>
                      <a:pt x="85725" y="128588"/>
                    </a:cubicBezTo>
                    <a:cubicBezTo>
                      <a:pt x="65910" y="128588"/>
                      <a:pt x="47390" y="124435"/>
                      <a:pt x="33585" y="116907"/>
                    </a:cubicBezTo>
                    <a:cubicBezTo>
                      <a:pt x="21324" y="110219"/>
                      <a:pt x="14288" y="101459"/>
                      <a:pt x="14288" y="92869"/>
                    </a:cubicBezTo>
                    <a:lnTo>
                      <a:pt x="14288" y="78010"/>
                    </a:lnTo>
                    <a:cubicBezTo>
                      <a:pt x="29522" y="91404"/>
                      <a:pt x="55569" y="100012"/>
                      <a:pt x="85725" y="100012"/>
                    </a:cubicBezTo>
                    <a:cubicBezTo>
                      <a:pt x="115881" y="100012"/>
                      <a:pt x="141928" y="91369"/>
                      <a:pt x="157162" y="78010"/>
                    </a:cubicBezTo>
                    <a:close/>
                    <a:moveTo>
                      <a:pt x="33585" y="25968"/>
                    </a:moveTo>
                    <a:cubicBezTo>
                      <a:pt x="47390" y="18440"/>
                      <a:pt x="65910" y="14288"/>
                      <a:pt x="85725" y="14288"/>
                    </a:cubicBezTo>
                    <a:cubicBezTo>
                      <a:pt x="105540" y="14288"/>
                      <a:pt x="124060" y="18440"/>
                      <a:pt x="137865" y="25968"/>
                    </a:cubicBezTo>
                    <a:cubicBezTo>
                      <a:pt x="150126" y="32656"/>
                      <a:pt x="157162" y="41416"/>
                      <a:pt x="157162" y="50006"/>
                    </a:cubicBezTo>
                    <a:cubicBezTo>
                      <a:pt x="157162" y="58597"/>
                      <a:pt x="150126" y="67357"/>
                      <a:pt x="137865" y="74045"/>
                    </a:cubicBezTo>
                    <a:cubicBezTo>
                      <a:pt x="124060" y="81573"/>
                      <a:pt x="105540" y="85725"/>
                      <a:pt x="85725" y="85725"/>
                    </a:cubicBezTo>
                    <a:cubicBezTo>
                      <a:pt x="65910" y="85725"/>
                      <a:pt x="47390" y="81573"/>
                      <a:pt x="33585" y="74045"/>
                    </a:cubicBezTo>
                    <a:cubicBezTo>
                      <a:pt x="21324" y="67357"/>
                      <a:pt x="14288" y="58597"/>
                      <a:pt x="14288" y="50006"/>
                    </a:cubicBezTo>
                    <a:cubicBezTo>
                      <a:pt x="14288" y="41416"/>
                      <a:pt x="21324" y="32656"/>
                      <a:pt x="33585" y="25968"/>
                    </a:cubicBezTo>
                    <a:close/>
                    <a:moveTo>
                      <a:pt x="137865" y="159770"/>
                    </a:moveTo>
                    <a:cubicBezTo>
                      <a:pt x="124060" y="167298"/>
                      <a:pt x="105540" y="171450"/>
                      <a:pt x="85725" y="171450"/>
                    </a:cubicBezTo>
                    <a:cubicBezTo>
                      <a:pt x="65910" y="171450"/>
                      <a:pt x="47390" y="167298"/>
                      <a:pt x="33585" y="159770"/>
                    </a:cubicBezTo>
                    <a:cubicBezTo>
                      <a:pt x="21324" y="153082"/>
                      <a:pt x="14288" y="144322"/>
                      <a:pt x="14288" y="135731"/>
                    </a:cubicBezTo>
                    <a:lnTo>
                      <a:pt x="14288" y="120872"/>
                    </a:lnTo>
                    <a:cubicBezTo>
                      <a:pt x="29522" y="134267"/>
                      <a:pt x="55569" y="142875"/>
                      <a:pt x="85725" y="142875"/>
                    </a:cubicBezTo>
                    <a:cubicBezTo>
                      <a:pt x="115881" y="142875"/>
                      <a:pt x="141928" y="134231"/>
                      <a:pt x="157162" y="120872"/>
                    </a:cubicBezTo>
                    <a:lnTo>
                      <a:pt x="157162" y="135731"/>
                    </a:lnTo>
                    <a:cubicBezTo>
                      <a:pt x="157162" y="144322"/>
                      <a:pt x="150126" y="153082"/>
                      <a:pt x="137865" y="15977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546860" y="53378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225868" y="5590699"/>
              <a:ext cx="16044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· 相似度检索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25868" y="5781199"/>
              <a:ext cx="16499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source+chunk_index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26820" y="5979795"/>
              <a:ext cx="10369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476750" y="5105400"/>
              <a:ext cx="32385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4681538" y="5310188"/>
              <a:ext cx="200025" cy="200025"/>
              <a:chOff x="4681538" y="5310188"/>
              <a:chExt cx="200025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4710112" y="53387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35731" y="0"/>
                    </a:moveTo>
                    <a:lnTo>
                      <a:pt x="7144" y="0"/>
                    </a:lnTo>
                    <a:cubicBezTo>
                      <a:pt x="3198" y="0"/>
                      <a:pt x="0" y="3198"/>
                      <a:pt x="0" y="7144"/>
                    </a:cubicBezTo>
                    <a:lnTo>
                      <a:pt x="0" y="135731"/>
                    </a:lnTo>
                    <a:cubicBezTo>
                      <a:pt x="0" y="139677"/>
                      <a:pt x="3198" y="142875"/>
                      <a:pt x="7144" y="142875"/>
                    </a:cubicBezTo>
                    <a:lnTo>
                      <a:pt x="135731" y="142875"/>
                    </a:lnTo>
                    <a:cubicBezTo>
                      <a:pt x="139677" y="142875"/>
                      <a:pt x="142875" y="139677"/>
                      <a:pt x="142875" y="135731"/>
                    </a:cubicBezTo>
                    <a:lnTo>
                      <a:pt x="142875" y="7144"/>
                    </a:lnTo>
                    <a:cubicBezTo>
                      <a:pt x="142875" y="3198"/>
                      <a:pt x="139677" y="0"/>
                      <a:pt x="135731" y="0"/>
                    </a:cubicBezTo>
                    <a:close/>
                    <a:moveTo>
                      <a:pt x="92869" y="92869"/>
                    </a:moveTo>
                    <a:lnTo>
                      <a:pt x="50006" y="92869"/>
                    </a:lnTo>
                    <a:lnTo>
                      <a:pt x="50006" y="50006"/>
                    </a:lnTo>
                    <a:lnTo>
                      <a:pt x="92869" y="50006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681538" y="53101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121444" y="71438"/>
                    </a:moveTo>
                    <a:lnTo>
                      <a:pt x="78581" y="71438"/>
                    </a:lnTo>
                    <a:cubicBezTo>
                      <a:pt x="74636" y="71438"/>
                      <a:pt x="71438" y="74636"/>
                      <a:pt x="71438" y="78581"/>
                    </a:cubicBezTo>
                    <a:lnTo>
                      <a:pt x="71438" y="121444"/>
                    </a:lnTo>
                    <a:cubicBezTo>
                      <a:pt x="71438" y="125389"/>
                      <a:pt x="74636" y="128588"/>
                      <a:pt x="78581" y="128588"/>
                    </a:cubicBezTo>
                    <a:lnTo>
                      <a:pt x="121444" y="128588"/>
                    </a:lnTo>
                    <a:cubicBezTo>
                      <a:pt x="125389" y="128588"/>
                      <a:pt x="128588" y="125389"/>
                      <a:pt x="128588" y="121444"/>
                    </a:cubicBezTo>
                    <a:lnTo>
                      <a:pt x="128588" y="78581"/>
                    </a:lnTo>
                    <a:cubicBezTo>
                      <a:pt x="128588" y="74636"/>
                      <a:pt x="125389" y="71438"/>
                      <a:pt x="121444" y="71438"/>
                    </a:cubicBezTo>
                    <a:close/>
                    <a:moveTo>
                      <a:pt x="114300" y="114300"/>
                    </a:moveTo>
                    <a:lnTo>
                      <a:pt x="85725" y="114300"/>
                    </a:lnTo>
                    <a:lnTo>
                      <a:pt x="85725" y="85725"/>
                    </a:lnTo>
                    <a:lnTo>
                      <a:pt x="114300" y="85725"/>
                    </a:lnTo>
                    <a:close/>
                    <a:moveTo>
                      <a:pt x="192881" y="114300"/>
                    </a:moveTo>
                    <a:lnTo>
                      <a:pt x="178594" y="114300"/>
                    </a:lnTo>
                    <a:lnTo>
                      <a:pt x="178594" y="85725"/>
                    </a:lnTo>
                    <a:lnTo>
                      <a:pt x="192881" y="85725"/>
                    </a:lnTo>
                    <a:cubicBezTo>
                      <a:pt x="196827" y="85725"/>
                      <a:pt x="200025" y="82527"/>
                      <a:pt x="200025" y="78581"/>
                    </a:cubicBezTo>
                    <a:cubicBezTo>
                      <a:pt x="200025" y="74636"/>
                      <a:pt x="196827" y="71438"/>
                      <a:pt x="192881" y="71438"/>
                    </a:cubicBezTo>
                    <a:lnTo>
                      <a:pt x="178594" y="71438"/>
                    </a:lnTo>
                    <a:lnTo>
                      <a:pt x="178594" y="35719"/>
                    </a:lnTo>
                    <a:cubicBezTo>
                      <a:pt x="178594" y="27828"/>
                      <a:pt x="172197" y="21431"/>
                      <a:pt x="164306" y="21431"/>
                    </a:cubicBezTo>
                    <a:lnTo>
                      <a:pt x="128588" y="21431"/>
                    </a:lnTo>
                    <a:lnTo>
                      <a:pt x="128588" y="7144"/>
                    </a:lnTo>
                    <a:cubicBezTo>
                      <a:pt x="128588" y="3198"/>
                      <a:pt x="125389" y="0"/>
                      <a:pt x="121444" y="0"/>
                    </a:cubicBezTo>
                    <a:cubicBezTo>
                      <a:pt x="117498" y="0"/>
                      <a:pt x="114300" y="3198"/>
                      <a:pt x="114300" y="7144"/>
                    </a:cubicBezTo>
                    <a:lnTo>
                      <a:pt x="114300" y="21431"/>
                    </a:lnTo>
                    <a:lnTo>
                      <a:pt x="85725" y="21431"/>
                    </a:lnTo>
                    <a:lnTo>
                      <a:pt x="85725" y="7144"/>
                    </a:lnTo>
                    <a:cubicBezTo>
                      <a:pt x="85725" y="3198"/>
                      <a:pt x="82527" y="0"/>
                      <a:pt x="78581" y="0"/>
                    </a:cubicBezTo>
                    <a:cubicBezTo>
                      <a:pt x="74636" y="0"/>
                      <a:pt x="71438" y="3198"/>
                      <a:pt x="71438" y="7144"/>
                    </a:cubicBezTo>
                    <a:lnTo>
                      <a:pt x="71438" y="21431"/>
                    </a:lnTo>
                    <a:lnTo>
                      <a:pt x="35719" y="21431"/>
                    </a:lnTo>
                    <a:cubicBezTo>
                      <a:pt x="27828" y="21431"/>
                      <a:pt x="21431" y="27828"/>
                      <a:pt x="21431" y="35719"/>
                    </a:cubicBezTo>
                    <a:lnTo>
                      <a:pt x="21431" y="71438"/>
                    </a:lnTo>
                    <a:lnTo>
                      <a:pt x="7144" y="71438"/>
                    </a:lnTo>
                    <a:cubicBezTo>
                      <a:pt x="3198" y="71438"/>
                      <a:pt x="0" y="74636"/>
                      <a:pt x="0" y="78581"/>
                    </a:cubicBezTo>
                    <a:cubicBezTo>
                      <a:pt x="0" y="82527"/>
                      <a:pt x="3198" y="85725"/>
                      <a:pt x="7144" y="85725"/>
                    </a:cubicBezTo>
                    <a:lnTo>
                      <a:pt x="21431" y="85725"/>
                    </a:lnTo>
                    <a:lnTo>
                      <a:pt x="21431" y="114300"/>
                    </a:lnTo>
                    <a:lnTo>
                      <a:pt x="7144" y="114300"/>
                    </a:lnTo>
                    <a:cubicBezTo>
                      <a:pt x="3198" y="114300"/>
                      <a:pt x="0" y="117498"/>
                      <a:pt x="0" y="121444"/>
                    </a:cubicBezTo>
                    <a:cubicBezTo>
                      <a:pt x="0" y="125389"/>
                      <a:pt x="3198" y="128588"/>
                      <a:pt x="7144" y="128588"/>
                    </a:cubicBezTo>
                    <a:lnTo>
                      <a:pt x="21431" y="128588"/>
                    </a:lnTo>
                    <a:lnTo>
                      <a:pt x="21431" y="164306"/>
                    </a:lnTo>
                    <a:cubicBezTo>
                      <a:pt x="21431" y="172197"/>
                      <a:pt x="27828" y="178594"/>
                      <a:pt x="35719" y="178594"/>
                    </a:cubicBezTo>
                    <a:lnTo>
                      <a:pt x="71438" y="178594"/>
                    </a:lnTo>
                    <a:lnTo>
                      <a:pt x="71438" y="192881"/>
                    </a:lnTo>
                    <a:cubicBezTo>
                      <a:pt x="71438" y="196827"/>
                      <a:pt x="74636" y="200025"/>
                      <a:pt x="78581" y="200025"/>
                    </a:cubicBezTo>
                    <a:cubicBezTo>
                      <a:pt x="82527" y="200025"/>
                      <a:pt x="85725" y="196827"/>
                      <a:pt x="85725" y="192881"/>
                    </a:cubicBezTo>
                    <a:lnTo>
                      <a:pt x="85725" y="178594"/>
                    </a:lnTo>
                    <a:lnTo>
                      <a:pt x="114300" y="178594"/>
                    </a:lnTo>
                    <a:lnTo>
                      <a:pt x="114300" y="192881"/>
                    </a:lnTo>
                    <a:cubicBezTo>
                      <a:pt x="114300" y="196827"/>
                      <a:pt x="117498" y="200025"/>
                      <a:pt x="121444" y="200025"/>
                    </a:cubicBezTo>
                    <a:cubicBezTo>
                      <a:pt x="125389" y="200025"/>
                      <a:pt x="128588" y="196827"/>
                      <a:pt x="128588" y="192881"/>
                    </a:cubicBezTo>
                    <a:lnTo>
                      <a:pt x="128588" y="178594"/>
                    </a:lnTo>
                    <a:lnTo>
                      <a:pt x="164306" y="178594"/>
                    </a:lnTo>
                    <a:cubicBezTo>
                      <a:pt x="172197" y="178594"/>
                      <a:pt x="178594" y="172197"/>
                      <a:pt x="178594" y="164306"/>
                    </a:cubicBezTo>
                    <a:lnTo>
                      <a:pt x="178594" y="128588"/>
                    </a:lnTo>
                    <a:lnTo>
                      <a:pt x="192881" y="128588"/>
                    </a:lnTo>
                    <a:cubicBezTo>
                      <a:pt x="196827" y="128588"/>
                      <a:pt x="200025" y="125389"/>
                      <a:pt x="200025" y="121444"/>
                    </a:cubicBezTo>
                    <a:cubicBezTo>
                      <a:pt x="200025" y="117498"/>
                      <a:pt x="196827" y="114300"/>
                      <a:pt x="192881" y="114300"/>
                    </a:cubicBezTo>
                    <a:close/>
                    <a:moveTo>
                      <a:pt x="164306" y="164306"/>
                    </a:moveTo>
                    <a:lnTo>
                      <a:pt x="35719" y="164306"/>
                    </a:lnTo>
                    <a:lnTo>
                      <a:pt x="35719" y="35719"/>
                    </a:lnTo>
                    <a:lnTo>
                      <a:pt x="164306" y="35719"/>
                    </a:lnTo>
                    <a:lnTo>
                      <a:pt x="164306" y="121328"/>
                    </a:lnTo>
                    <a:cubicBezTo>
                      <a:pt x="164306" y="121328"/>
                      <a:pt x="164306" y="121408"/>
                      <a:pt x="164306" y="121444"/>
                    </a:cubicBezTo>
                    <a:cubicBezTo>
                      <a:pt x="164306" y="121479"/>
                      <a:pt x="164306" y="121524"/>
                      <a:pt x="164306" y="121560"/>
                    </a:cubicBezTo>
                    <a:lnTo>
                      <a:pt x="164306" y="164306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4975860" y="53378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HuggingFace Embedding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654868" y="5590699"/>
              <a:ext cx="25210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654868" y="5781199"/>
              <a:ext cx="20725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CPU 本地 · normalize_embeddings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655820" y="5979795"/>
              <a:ext cx="856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HF Mirror 回退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7905750" y="5105400"/>
              <a:ext cx="323850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8121253" y="5317330"/>
              <a:ext cx="175766" cy="171451"/>
              <a:chOff x="8121253" y="5317330"/>
              <a:chExt cx="175766" cy="171451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8231981" y="5324475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50006"/>
                    </a:moveTo>
                    <a:lnTo>
                      <a:pt x="0" y="500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121253" y="5317330"/>
                <a:ext cx="175766" cy="171451"/>
              </a:xfrm>
              <a:custGeom>
                <a:avLst/>
                <a:gdLst/>
                <a:ahLst/>
                <a:cxnLst/>
                <a:rect l="l" t="t" r="r" b="b"/>
                <a:pathLst>
                  <a:path w="175766" h="171451">
                    <a:moveTo>
                      <a:pt x="21431" y="107158"/>
                    </a:moveTo>
                    <a:lnTo>
                      <a:pt x="7144" y="107158"/>
                    </a:lnTo>
                    <a:cubicBezTo>
                      <a:pt x="3198" y="107158"/>
                      <a:pt x="0" y="110356"/>
                      <a:pt x="0" y="114301"/>
                    </a:cubicBezTo>
                    <a:lnTo>
                      <a:pt x="0" y="164308"/>
                    </a:lnTo>
                    <a:cubicBezTo>
                      <a:pt x="0" y="168253"/>
                      <a:pt x="3198" y="171451"/>
                      <a:pt x="7144" y="171451"/>
                    </a:cubicBezTo>
                    <a:lnTo>
                      <a:pt x="21431" y="171451"/>
                    </a:lnTo>
                    <a:cubicBezTo>
                      <a:pt x="39185" y="171451"/>
                      <a:pt x="53578" y="157059"/>
                      <a:pt x="53578" y="139305"/>
                    </a:cubicBezTo>
                    <a:cubicBezTo>
                      <a:pt x="53578" y="121550"/>
                      <a:pt x="39185" y="107158"/>
                      <a:pt x="21431" y="107158"/>
                    </a:cubicBezTo>
                    <a:close/>
                    <a:moveTo>
                      <a:pt x="21431" y="157164"/>
                    </a:moveTo>
                    <a:lnTo>
                      <a:pt x="14288" y="157164"/>
                    </a:lnTo>
                    <a:lnTo>
                      <a:pt x="14288" y="121445"/>
                    </a:lnTo>
                    <a:lnTo>
                      <a:pt x="21431" y="121445"/>
                    </a:lnTo>
                    <a:cubicBezTo>
                      <a:pt x="31295" y="121445"/>
                      <a:pt x="39291" y="129441"/>
                      <a:pt x="39291" y="139305"/>
                    </a:cubicBezTo>
                    <a:cubicBezTo>
                      <a:pt x="39291" y="149168"/>
                      <a:pt x="31295" y="157164"/>
                      <a:pt x="21431" y="157164"/>
                    </a:cubicBezTo>
                    <a:close/>
                    <a:moveTo>
                      <a:pt x="172816" y="152780"/>
                    </a:moveTo>
                    <a:cubicBezTo>
                      <a:pt x="175666" y="155507"/>
                      <a:pt x="175766" y="160028"/>
                      <a:pt x="173039" y="162879"/>
                    </a:cubicBezTo>
                    <a:cubicBezTo>
                      <a:pt x="168012" y="168291"/>
                      <a:pt x="160977" y="171392"/>
                      <a:pt x="153591" y="171451"/>
                    </a:cubicBezTo>
                    <a:cubicBezTo>
                      <a:pt x="137830" y="171451"/>
                      <a:pt x="125016" y="157030"/>
                      <a:pt x="125016" y="139305"/>
                    </a:cubicBezTo>
                    <a:cubicBezTo>
                      <a:pt x="125016" y="121579"/>
                      <a:pt x="137830" y="107158"/>
                      <a:pt x="153591" y="107158"/>
                    </a:cubicBezTo>
                    <a:cubicBezTo>
                      <a:pt x="160977" y="107218"/>
                      <a:pt x="168012" y="110318"/>
                      <a:pt x="173039" y="115730"/>
                    </a:cubicBezTo>
                    <a:cubicBezTo>
                      <a:pt x="175705" y="118590"/>
                      <a:pt x="175578" y="123061"/>
                      <a:pt x="172753" y="125763"/>
                    </a:cubicBezTo>
                    <a:cubicBezTo>
                      <a:pt x="169928" y="128466"/>
                      <a:pt x="165456" y="128396"/>
                      <a:pt x="162717" y="125606"/>
                    </a:cubicBezTo>
                    <a:cubicBezTo>
                      <a:pt x="160373" y="123028"/>
                      <a:pt x="157074" y="121523"/>
                      <a:pt x="153591" y="121445"/>
                    </a:cubicBezTo>
                    <a:cubicBezTo>
                      <a:pt x="145715" y="121445"/>
                      <a:pt x="139303" y="129482"/>
                      <a:pt x="139303" y="139305"/>
                    </a:cubicBezTo>
                    <a:cubicBezTo>
                      <a:pt x="139303" y="149127"/>
                      <a:pt x="145715" y="157164"/>
                      <a:pt x="153591" y="157164"/>
                    </a:cubicBezTo>
                    <a:cubicBezTo>
                      <a:pt x="157076" y="157092"/>
                      <a:pt x="160377" y="155587"/>
                      <a:pt x="162717" y="153003"/>
                    </a:cubicBezTo>
                    <a:cubicBezTo>
                      <a:pt x="165444" y="150153"/>
                      <a:pt x="169966" y="150053"/>
                      <a:pt x="172816" y="152780"/>
                    </a:cubicBezTo>
                    <a:close/>
                    <a:moveTo>
                      <a:pt x="89297" y="107158"/>
                    </a:moveTo>
                    <a:cubicBezTo>
                      <a:pt x="73545" y="107158"/>
                      <a:pt x="60722" y="121579"/>
                      <a:pt x="60722" y="139305"/>
                    </a:cubicBezTo>
                    <a:cubicBezTo>
                      <a:pt x="60722" y="157030"/>
                      <a:pt x="73545" y="171451"/>
                      <a:pt x="89297" y="171451"/>
                    </a:cubicBezTo>
                    <a:cubicBezTo>
                      <a:pt x="105049" y="171451"/>
                      <a:pt x="117872" y="157030"/>
                      <a:pt x="117872" y="139305"/>
                    </a:cubicBezTo>
                    <a:cubicBezTo>
                      <a:pt x="117872" y="121579"/>
                      <a:pt x="105049" y="107158"/>
                      <a:pt x="89297" y="107158"/>
                    </a:cubicBezTo>
                    <a:close/>
                    <a:moveTo>
                      <a:pt x="89297" y="157164"/>
                    </a:moveTo>
                    <a:cubicBezTo>
                      <a:pt x="81421" y="157164"/>
                      <a:pt x="75009" y="149127"/>
                      <a:pt x="75009" y="139305"/>
                    </a:cubicBezTo>
                    <a:cubicBezTo>
                      <a:pt x="75009" y="129482"/>
                      <a:pt x="81421" y="121445"/>
                      <a:pt x="89297" y="121445"/>
                    </a:cubicBezTo>
                    <a:cubicBezTo>
                      <a:pt x="97173" y="121445"/>
                      <a:pt x="103584" y="129482"/>
                      <a:pt x="103584" y="139305"/>
                    </a:cubicBezTo>
                    <a:cubicBezTo>
                      <a:pt x="103584" y="149127"/>
                      <a:pt x="97173" y="157164"/>
                      <a:pt x="89297" y="157164"/>
                    </a:cubicBezTo>
                    <a:close/>
                    <a:moveTo>
                      <a:pt x="17859" y="85726"/>
                    </a:moveTo>
                    <a:cubicBezTo>
                      <a:pt x="21805" y="85726"/>
                      <a:pt x="25003" y="82528"/>
                      <a:pt x="25003" y="78583"/>
                    </a:cubicBezTo>
                    <a:lnTo>
                      <a:pt x="25003" y="14289"/>
                    </a:lnTo>
                    <a:lnTo>
                      <a:pt x="103584" y="14289"/>
                    </a:lnTo>
                    <a:lnTo>
                      <a:pt x="103584" y="57151"/>
                    </a:lnTo>
                    <a:cubicBezTo>
                      <a:pt x="103584" y="61097"/>
                      <a:pt x="106783" y="64295"/>
                      <a:pt x="110728" y="64295"/>
                    </a:cubicBezTo>
                    <a:lnTo>
                      <a:pt x="153591" y="64295"/>
                    </a:lnTo>
                    <a:lnTo>
                      <a:pt x="153591" y="78583"/>
                    </a:lnTo>
                    <a:cubicBezTo>
                      <a:pt x="153591" y="82528"/>
                      <a:pt x="156789" y="85726"/>
                      <a:pt x="160734" y="85726"/>
                    </a:cubicBezTo>
                    <a:cubicBezTo>
                      <a:pt x="164680" y="85726"/>
                      <a:pt x="167878" y="82528"/>
                      <a:pt x="167878" y="78583"/>
                    </a:cubicBezTo>
                    <a:lnTo>
                      <a:pt x="167878" y="57151"/>
                    </a:lnTo>
                    <a:cubicBezTo>
                      <a:pt x="167880" y="55256"/>
                      <a:pt x="167128" y="53438"/>
                      <a:pt x="165789" y="52097"/>
                    </a:cubicBezTo>
                    <a:lnTo>
                      <a:pt x="115782" y="2091"/>
                    </a:lnTo>
                    <a:cubicBezTo>
                      <a:pt x="114441" y="752"/>
                      <a:pt x="112623" y="0"/>
                      <a:pt x="110728" y="1"/>
                    </a:cubicBezTo>
                    <a:lnTo>
                      <a:pt x="25003" y="1"/>
                    </a:lnTo>
                    <a:cubicBezTo>
                      <a:pt x="17112" y="1"/>
                      <a:pt x="10716" y="6398"/>
                      <a:pt x="10716" y="14289"/>
                    </a:cubicBezTo>
                    <a:lnTo>
                      <a:pt x="10716" y="78583"/>
                    </a:lnTo>
                    <a:cubicBezTo>
                      <a:pt x="10716" y="82528"/>
                      <a:pt x="13914" y="85726"/>
                      <a:pt x="17859" y="85726"/>
                    </a:cubicBezTo>
                    <a:close/>
                    <a:moveTo>
                      <a:pt x="117872" y="24388"/>
                    </a:moveTo>
                    <a:lnTo>
                      <a:pt x="143491" y="50008"/>
                    </a:lnTo>
                    <a:lnTo>
                      <a:pt x="117872" y="50008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8404860" y="5337810"/>
              <a:ext cx="15930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FileLoader 文件系统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083868" y="5590699"/>
              <a:ext cx="2007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7 种格式自动检测 · UUID 安全命名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83868" y="5781199"/>
              <a:ext cx="26315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中文感知 RecursiveCharacterTextSplitter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084820" y="59797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62000" y="6477000"/>
            <a:ext cx="10679430" cy="257175"/>
            <a:chOff x="762000" y="6477000"/>
            <a:chExt cx="10679430" cy="257175"/>
          </a:xfrm>
        </p:grpSpPr>
        <p:sp>
          <p:nvSpPr>
            <p:cNvPr id="109" name="Rectangle 109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05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77" grpId="0"/>
      <p:bldP spid="10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8"/>
          <p:cNvGrpSpPr/>
          <p:nvPr/>
        </p:nvGrpSpPr>
        <p:grpSpPr>
          <a:xfrm>
            <a:off x="762000" y="838200"/>
            <a:ext cx="10668000" cy="1657350"/>
            <a:chOff x="762000" y="838200"/>
            <a:chExt cx="10668000" cy="1657350"/>
          </a:xfrm>
        </p:grpSpPr>
        <p:sp>
          <p:nvSpPr>
            <p:cNvPr id="7" name="Rectangle 7"/>
            <p:cNvSpPr/>
            <p:nvPr/>
          </p:nvSpPr>
          <p:spPr>
            <a:xfrm>
              <a:off x="762000" y="838200"/>
              <a:ext cx="10668000" cy="13144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838200"/>
              <a:ext cx="2095500" cy="13144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86795" y="992505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2378" y="152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当前阶段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7496" y="1796891"/>
              <a:ext cx="4445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CURRENT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952750" y="971550"/>
              <a:ext cx="1905000" cy="285750"/>
            </a:xfrm>
            <a:prstGeom prst="rect">
              <a:avLst/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63272" y="1040606"/>
              <a:ext cx="10839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基础问答 Demo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2952750" y="1352550"/>
              <a:ext cx="8286750" cy="1143000"/>
              <a:chOff x="2952750" y="1352550"/>
              <a:chExt cx="8286750" cy="11430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2952750" y="1352550"/>
                <a:ext cx="2476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3083719" y="1462087"/>
                <a:ext cx="117178" cy="114301"/>
                <a:chOff x="3083719" y="1462087"/>
                <a:chExt cx="117178" cy="114301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157538" y="146685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33338" y="33338"/>
                      </a:moveTo>
                      <a:lnTo>
                        <a:pt x="0" y="333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083719" y="1462087"/>
                  <a:ext cx="117178" cy="114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178" h="114301">
                      <a:moveTo>
                        <a:pt x="14288" y="71438"/>
                      </a:moveTo>
                      <a:lnTo>
                        <a:pt x="4762" y="71438"/>
                      </a:lnTo>
                      <a:cubicBezTo>
                        <a:pt x="2132" y="71438"/>
                        <a:pt x="0" y="73571"/>
                        <a:pt x="0" y="76201"/>
                      </a:cubicBezTo>
                      <a:lnTo>
                        <a:pt x="0" y="109538"/>
                      </a:lnTo>
                      <a:cubicBezTo>
                        <a:pt x="0" y="112169"/>
                        <a:pt x="2132" y="114301"/>
                        <a:pt x="4762" y="114301"/>
                      </a:cubicBezTo>
                      <a:lnTo>
                        <a:pt x="14288" y="114301"/>
                      </a:lnTo>
                      <a:cubicBezTo>
                        <a:pt x="26124" y="114301"/>
                        <a:pt x="35719" y="104706"/>
                        <a:pt x="35719" y="92870"/>
                      </a:cubicBezTo>
                      <a:cubicBezTo>
                        <a:pt x="35719" y="81034"/>
                        <a:pt x="26124" y="71438"/>
                        <a:pt x="14288" y="71438"/>
                      </a:cubicBezTo>
                      <a:close/>
                      <a:moveTo>
                        <a:pt x="14288" y="104776"/>
                      </a:moveTo>
                      <a:lnTo>
                        <a:pt x="9525" y="104776"/>
                      </a:lnTo>
                      <a:lnTo>
                        <a:pt x="9525" y="80963"/>
                      </a:lnTo>
                      <a:lnTo>
                        <a:pt x="14288" y="80963"/>
                      </a:lnTo>
                      <a:cubicBezTo>
                        <a:pt x="20863" y="80963"/>
                        <a:pt x="26194" y="86294"/>
                        <a:pt x="26194" y="92870"/>
                      </a:cubicBezTo>
                      <a:cubicBezTo>
                        <a:pt x="26194" y="99445"/>
                        <a:pt x="20863" y="104776"/>
                        <a:pt x="14288" y="104776"/>
                      </a:cubicBezTo>
                      <a:close/>
                      <a:moveTo>
                        <a:pt x="115211" y="101853"/>
                      </a:moveTo>
                      <a:cubicBezTo>
                        <a:pt x="117111" y="103671"/>
                        <a:pt x="117178" y="106686"/>
                        <a:pt x="115360" y="108586"/>
                      </a:cubicBezTo>
                      <a:cubicBezTo>
                        <a:pt x="112008" y="112194"/>
                        <a:pt x="107318" y="114261"/>
                        <a:pt x="102394" y="114301"/>
                      </a:cubicBezTo>
                      <a:cubicBezTo>
                        <a:pt x="91886" y="114301"/>
                        <a:pt x="83344" y="104687"/>
                        <a:pt x="83344" y="92870"/>
                      </a:cubicBezTo>
                      <a:cubicBezTo>
                        <a:pt x="83344" y="81053"/>
                        <a:pt x="91886" y="71438"/>
                        <a:pt x="102394" y="71438"/>
                      </a:cubicBezTo>
                      <a:cubicBezTo>
                        <a:pt x="107318" y="71478"/>
                        <a:pt x="112008" y="73546"/>
                        <a:pt x="115360" y="77153"/>
                      </a:cubicBezTo>
                      <a:cubicBezTo>
                        <a:pt x="117137" y="79060"/>
                        <a:pt x="117052" y="82041"/>
                        <a:pt x="115169" y="83842"/>
                      </a:cubicBezTo>
                      <a:cubicBezTo>
                        <a:pt x="113285" y="85644"/>
                        <a:pt x="110304" y="85597"/>
                        <a:pt x="108478" y="83738"/>
                      </a:cubicBezTo>
                      <a:cubicBezTo>
                        <a:pt x="106916" y="82018"/>
                        <a:pt x="104716" y="81016"/>
                        <a:pt x="102394" y="80963"/>
                      </a:cubicBezTo>
                      <a:cubicBezTo>
                        <a:pt x="97143" y="80963"/>
                        <a:pt x="92869" y="86321"/>
                        <a:pt x="92869" y="92870"/>
                      </a:cubicBezTo>
                      <a:cubicBezTo>
                        <a:pt x="92869" y="99418"/>
                        <a:pt x="97143" y="104776"/>
                        <a:pt x="102394" y="104776"/>
                      </a:cubicBezTo>
                      <a:cubicBezTo>
                        <a:pt x="104717" y="104728"/>
                        <a:pt x="106918" y="103725"/>
                        <a:pt x="108478" y="102002"/>
                      </a:cubicBezTo>
                      <a:cubicBezTo>
                        <a:pt x="110296" y="100102"/>
                        <a:pt x="113310" y="100035"/>
                        <a:pt x="115211" y="101853"/>
                      </a:cubicBezTo>
                      <a:close/>
                      <a:moveTo>
                        <a:pt x="59531" y="71438"/>
                      </a:moveTo>
                      <a:cubicBezTo>
                        <a:pt x="49030" y="71438"/>
                        <a:pt x="40481" y="81053"/>
                        <a:pt x="40481" y="92870"/>
                      </a:cubicBezTo>
                      <a:cubicBezTo>
                        <a:pt x="40481" y="104687"/>
                        <a:pt x="49030" y="114301"/>
                        <a:pt x="59531" y="114301"/>
                      </a:cubicBezTo>
                      <a:cubicBezTo>
                        <a:pt x="70033" y="114301"/>
                        <a:pt x="78581" y="104687"/>
                        <a:pt x="78581" y="92870"/>
                      </a:cubicBezTo>
                      <a:cubicBezTo>
                        <a:pt x="78581" y="81053"/>
                        <a:pt x="70033" y="71438"/>
                        <a:pt x="59531" y="71438"/>
                      </a:cubicBezTo>
                      <a:close/>
                      <a:moveTo>
                        <a:pt x="59531" y="104776"/>
                      </a:moveTo>
                      <a:cubicBezTo>
                        <a:pt x="54281" y="104776"/>
                        <a:pt x="50006" y="99418"/>
                        <a:pt x="50006" y="92870"/>
                      </a:cubicBezTo>
                      <a:cubicBezTo>
                        <a:pt x="50006" y="86321"/>
                        <a:pt x="54281" y="80963"/>
                        <a:pt x="59531" y="80963"/>
                      </a:cubicBezTo>
                      <a:cubicBezTo>
                        <a:pt x="64782" y="80963"/>
                        <a:pt x="69056" y="86321"/>
                        <a:pt x="69056" y="92870"/>
                      </a:cubicBezTo>
                      <a:cubicBezTo>
                        <a:pt x="69056" y="99418"/>
                        <a:pt x="64782" y="104776"/>
                        <a:pt x="59531" y="104776"/>
                      </a:cubicBezTo>
                      <a:close/>
                      <a:moveTo>
                        <a:pt x="11906" y="57151"/>
                      </a:moveTo>
                      <a:cubicBezTo>
                        <a:pt x="14537" y="57151"/>
                        <a:pt x="16669" y="55019"/>
                        <a:pt x="16669" y="52388"/>
                      </a:cubicBezTo>
                      <a:lnTo>
                        <a:pt x="16669" y="9526"/>
                      </a:lnTo>
                      <a:lnTo>
                        <a:pt x="69056" y="9526"/>
                      </a:lnTo>
                      <a:lnTo>
                        <a:pt x="69056" y="38101"/>
                      </a:lnTo>
                      <a:cubicBezTo>
                        <a:pt x="69056" y="40731"/>
                        <a:pt x="71188" y="42863"/>
                        <a:pt x="73819" y="42863"/>
                      </a:cubicBezTo>
                      <a:lnTo>
                        <a:pt x="102394" y="42863"/>
                      </a:lnTo>
                      <a:lnTo>
                        <a:pt x="102394" y="52388"/>
                      </a:lnTo>
                      <a:cubicBezTo>
                        <a:pt x="102394" y="55019"/>
                        <a:pt x="104526" y="57151"/>
                        <a:pt x="107156" y="57151"/>
                      </a:cubicBezTo>
                      <a:cubicBezTo>
                        <a:pt x="109787" y="57151"/>
                        <a:pt x="111919" y="55019"/>
                        <a:pt x="111919" y="52388"/>
                      </a:cubicBezTo>
                      <a:lnTo>
                        <a:pt x="111919" y="38101"/>
                      </a:lnTo>
                      <a:cubicBezTo>
                        <a:pt x="111920" y="36838"/>
                        <a:pt x="111419" y="35625"/>
                        <a:pt x="110526" y="34732"/>
                      </a:cubicBezTo>
                      <a:lnTo>
                        <a:pt x="77188" y="1394"/>
                      </a:lnTo>
                      <a:cubicBezTo>
                        <a:pt x="76294" y="501"/>
                        <a:pt x="75082" y="0"/>
                        <a:pt x="73819" y="1"/>
                      </a:cubicBezTo>
                      <a:lnTo>
                        <a:pt x="16669" y="1"/>
                      </a:lnTo>
                      <a:cubicBezTo>
                        <a:pt x="11408" y="1"/>
                        <a:pt x="7144" y="4265"/>
                        <a:pt x="7144" y="9526"/>
                      </a:cubicBezTo>
                      <a:lnTo>
                        <a:pt x="7144" y="52388"/>
                      </a:lnTo>
                      <a:cubicBezTo>
                        <a:pt x="7144" y="55019"/>
                        <a:pt x="9276" y="57151"/>
                        <a:pt x="11906" y="57151"/>
                      </a:cubicBezTo>
                      <a:close/>
                      <a:moveTo>
                        <a:pt x="78581" y="16259"/>
                      </a:moveTo>
                      <a:lnTo>
                        <a:pt x="95661" y="33338"/>
                      </a:lnTo>
                      <a:lnTo>
                        <a:pt x="78581" y="33338"/>
                      </a:ln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3283268" y="1466374"/>
                <a:ext cx="2007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多格式文档上传与解析 (7 种格式)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524500" y="1352550"/>
                <a:ext cx="247650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5657850" y="1462088"/>
                <a:ext cx="114300" cy="123825"/>
                <a:chOff x="5657850" y="1462088"/>
                <a:chExt cx="114300" cy="123825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5662612" y="1466850"/>
                  <a:ext cx="1047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57150">
                      <a:moveTo>
                        <a:pt x="104775" y="28575"/>
                      </a:moveTo>
                      <a:cubicBezTo>
                        <a:pt x="104775" y="44357"/>
                        <a:pt x="81320" y="57150"/>
                        <a:pt x="52388" y="57150"/>
                      </a:cubicBezTo>
                      <a:cubicBezTo>
                        <a:pt x="23455" y="57150"/>
                        <a:pt x="0" y="44357"/>
                        <a:pt x="0" y="28575"/>
                      </a:cubicBezTo>
                      <a:cubicBezTo>
                        <a:pt x="0" y="12793"/>
                        <a:pt x="23455" y="0"/>
                        <a:pt x="52388" y="0"/>
                      </a:cubicBezTo>
                      <a:cubicBezTo>
                        <a:pt x="81320" y="0"/>
                        <a:pt x="104775" y="12793"/>
                        <a:pt x="104775" y="28575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5657850" y="1462088"/>
                  <a:ext cx="11430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23825">
                      <a:moveTo>
                        <a:pt x="57150" y="0"/>
                      </a:moveTo>
                      <a:cubicBezTo>
                        <a:pt x="25104" y="0"/>
                        <a:pt x="0" y="14645"/>
                        <a:pt x="0" y="33338"/>
                      </a:cubicBezTo>
                      <a:lnTo>
                        <a:pt x="0" y="90488"/>
                      </a:lnTo>
                      <a:cubicBezTo>
                        <a:pt x="0" y="109180"/>
                        <a:pt x="25104" y="123825"/>
                        <a:pt x="57150" y="123825"/>
                      </a:cubicBezTo>
                      <a:cubicBezTo>
                        <a:pt x="89196" y="123825"/>
                        <a:pt x="114300" y="109180"/>
                        <a:pt x="114300" y="90488"/>
                      </a:cubicBezTo>
                      <a:lnTo>
                        <a:pt x="114300" y="33338"/>
                      </a:lnTo>
                      <a:cubicBezTo>
                        <a:pt x="114300" y="14645"/>
                        <a:pt x="89196" y="0"/>
                        <a:pt x="57150" y="0"/>
                      </a:cubicBezTo>
                      <a:close/>
                      <a:moveTo>
                        <a:pt x="104775" y="61912"/>
                      </a:moveTo>
                      <a:cubicBezTo>
                        <a:pt x="104775" y="67639"/>
                        <a:pt x="100084" y="73479"/>
                        <a:pt x="91910" y="77938"/>
                      </a:cubicBezTo>
                      <a:cubicBezTo>
                        <a:pt x="82707" y="82957"/>
                        <a:pt x="70360" y="85725"/>
                        <a:pt x="57150" y="85725"/>
                      </a:cubicBezTo>
                      <a:cubicBezTo>
                        <a:pt x="43940" y="85725"/>
                        <a:pt x="31593" y="82957"/>
                        <a:pt x="22390" y="77938"/>
                      </a:cubicBezTo>
                      <a:cubicBezTo>
                        <a:pt x="14216" y="73479"/>
                        <a:pt x="9525" y="67639"/>
                        <a:pt x="9525" y="61912"/>
                      </a:cubicBezTo>
                      <a:lnTo>
                        <a:pt x="9525" y="52007"/>
                      </a:lnTo>
                      <a:cubicBezTo>
                        <a:pt x="19681" y="60936"/>
                        <a:pt x="37046" y="66675"/>
                        <a:pt x="57150" y="66675"/>
                      </a:cubicBezTo>
                      <a:cubicBezTo>
                        <a:pt x="77254" y="66675"/>
                        <a:pt x="94619" y="60912"/>
                        <a:pt x="104775" y="52007"/>
                      </a:cubicBezTo>
                      <a:close/>
                      <a:moveTo>
                        <a:pt x="22390" y="17312"/>
                      </a:moveTo>
                      <a:cubicBezTo>
                        <a:pt x="31593" y="12293"/>
                        <a:pt x="43940" y="9525"/>
                        <a:pt x="57150" y="9525"/>
                      </a:cubicBezTo>
                      <a:cubicBezTo>
                        <a:pt x="70360" y="9525"/>
                        <a:pt x="82707" y="12293"/>
                        <a:pt x="91910" y="17312"/>
                      </a:cubicBezTo>
                      <a:cubicBezTo>
                        <a:pt x="100084" y="21771"/>
                        <a:pt x="104775" y="27611"/>
                        <a:pt x="104775" y="33338"/>
                      </a:cubicBezTo>
                      <a:cubicBezTo>
                        <a:pt x="104775" y="39064"/>
                        <a:pt x="100084" y="44904"/>
                        <a:pt x="91910" y="49363"/>
                      </a:cubicBezTo>
                      <a:cubicBezTo>
                        <a:pt x="82707" y="54382"/>
                        <a:pt x="70360" y="57150"/>
                        <a:pt x="57150" y="57150"/>
                      </a:cubicBezTo>
                      <a:cubicBezTo>
                        <a:pt x="43940" y="57150"/>
                        <a:pt x="31593" y="54382"/>
                        <a:pt x="22390" y="49363"/>
                      </a:cubicBezTo>
                      <a:cubicBezTo>
                        <a:pt x="14216" y="44904"/>
                        <a:pt x="9525" y="39064"/>
                        <a:pt x="9525" y="33338"/>
                      </a:cubicBezTo>
                      <a:cubicBezTo>
                        <a:pt x="9525" y="27611"/>
                        <a:pt x="14216" y="21771"/>
                        <a:pt x="22390" y="17312"/>
                      </a:cubicBezTo>
                      <a:close/>
                      <a:moveTo>
                        <a:pt x="91910" y="106513"/>
                      </a:moveTo>
                      <a:cubicBezTo>
                        <a:pt x="82707" y="111532"/>
                        <a:pt x="70360" y="114300"/>
                        <a:pt x="57150" y="114300"/>
                      </a:cubicBezTo>
                      <a:cubicBezTo>
                        <a:pt x="43940" y="114300"/>
                        <a:pt x="31593" y="111532"/>
                        <a:pt x="22390" y="106513"/>
                      </a:cubicBezTo>
                      <a:cubicBezTo>
                        <a:pt x="14216" y="102054"/>
                        <a:pt x="9525" y="96214"/>
                        <a:pt x="9525" y="90488"/>
                      </a:cubicBezTo>
                      <a:lnTo>
                        <a:pt x="9525" y="80582"/>
                      </a:lnTo>
                      <a:cubicBezTo>
                        <a:pt x="19681" y="89511"/>
                        <a:pt x="37046" y="95250"/>
                        <a:pt x="57150" y="95250"/>
                      </a:cubicBezTo>
                      <a:cubicBezTo>
                        <a:pt x="77254" y="95250"/>
                        <a:pt x="94619" y="89487"/>
                        <a:pt x="104775" y="80582"/>
                      </a:cubicBezTo>
                      <a:lnTo>
                        <a:pt x="104775" y="90488"/>
                      </a:lnTo>
                      <a:cubicBezTo>
                        <a:pt x="104775" y="96214"/>
                        <a:pt x="100084" y="102054"/>
                        <a:pt x="91910" y="10651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5855018" y="1466374"/>
                <a:ext cx="1831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ChromaDB 向量存储与语义检索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2952750" y="1752600"/>
                <a:ext cx="2476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3071808" y="1859744"/>
                <a:ext cx="142879" cy="123849"/>
                <a:chOff x="3071808" y="1859744"/>
                <a:chExt cx="142879" cy="123849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3076549" y="1866900"/>
                  <a:ext cx="133379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79" h="109538">
                      <a:moveTo>
                        <a:pt x="133376" y="54769"/>
                      </a:moveTo>
                      <a:cubicBezTo>
                        <a:pt x="133379" y="66882"/>
                        <a:pt x="125746" y="77681"/>
                        <a:pt x="114326" y="81719"/>
                      </a:cubicBezTo>
                      <a:lnTo>
                        <a:pt x="114326" y="81719"/>
                      </a:lnTo>
                      <a:lnTo>
                        <a:pt x="114326" y="85725"/>
                      </a:lnTo>
                      <a:cubicBezTo>
                        <a:pt x="114326" y="98876"/>
                        <a:pt x="103664" y="109538"/>
                        <a:pt x="90513" y="109538"/>
                      </a:cubicBezTo>
                      <a:cubicBezTo>
                        <a:pt x="77362" y="109538"/>
                        <a:pt x="66701" y="98876"/>
                        <a:pt x="66701" y="85725"/>
                      </a:cubicBezTo>
                      <a:cubicBezTo>
                        <a:pt x="66701" y="98876"/>
                        <a:pt x="56039" y="109538"/>
                        <a:pt x="42888" y="109538"/>
                      </a:cubicBezTo>
                      <a:cubicBezTo>
                        <a:pt x="29737" y="109538"/>
                        <a:pt x="19076" y="98876"/>
                        <a:pt x="19076" y="85725"/>
                      </a:cubicBezTo>
                      <a:lnTo>
                        <a:pt x="19076" y="81719"/>
                      </a:lnTo>
                      <a:lnTo>
                        <a:pt x="19076" y="81719"/>
                      </a:lnTo>
                      <a:cubicBezTo>
                        <a:pt x="7645" y="77690"/>
                        <a:pt x="0" y="66888"/>
                        <a:pt x="0" y="54769"/>
                      </a:cubicBezTo>
                      <a:cubicBezTo>
                        <a:pt x="0" y="42649"/>
                        <a:pt x="7645" y="31848"/>
                        <a:pt x="19076" y="27819"/>
                      </a:cubicBezTo>
                      <a:lnTo>
                        <a:pt x="19076" y="23812"/>
                      </a:lnTo>
                      <a:cubicBezTo>
                        <a:pt x="19076" y="10661"/>
                        <a:pt x="29737" y="0"/>
                        <a:pt x="42888" y="0"/>
                      </a:cubicBezTo>
                      <a:cubicBezTo>
                        <a:pt x="56039" y="0"/>
                        <a:pt x="66701" y="10661"/>
                        <a:pt x="66701" y="23812"/>
                      </a:cubicBezTo>
                      <a:cubicBezTo>
                        <a:pt x="66701" y="10661"/>
                        <a:pt x="77362" y="0"/>
                        <a:pt x="90513" y="0"/>
                      </a:cubicBezTo>
                      <a:cubicBezTo>
                        <a:pt x="103664" y="0"/>
                        <a:pt x="114326" y="10661"/>
                        <a:pt x="114326" y="23812"/>
                      </a:cubicBezTo>
                      <a:lnTo>
                        <a:pt x="114326" y="27819"/>
                      </a:lnTo>
                      <a:cubicBezTo>
                        <a:pt x="125746" y="31857"/>
                        <a:pt x="133379" y="42656"/>
                        <a:pt x="133376" y="5476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3071808" y="1859744"/>
                  <a:ext cx="142879" cy="123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9" h="123849">
                      <a:moveTo>
                        <a:pt x="142879" y="61925"/>
                      </a:moveTo>
                      <a:cubicBezTo>
                        <a:pt x="142867" y="49050"/>
                        <a:pt x="135455" y="37328"/>
                        <a:pt x="123829" y="31796"/>
                      </a:cubicBezTo>
                      <a:lnTo>
                        <a:pt x="123829" y="30968"/>
                      </a:lnTo>
                      <a:cubicBezTo>
                        <a:pt x="123818" y="18369"/>
                        <a:pt x="115556" y="7264"/>
                        <a:pt x="103491" y="3632"/>
                      </a:cubicBezTo>
                      <a:cubicBezTo>
                        <a:pt x="91426" y="0"/>
                        <a:pt x="78407" y="4699"/>
                        <a:pt x="71442" y="15199"/>
                      </a:cubicBezTo>
                      <a:cubicBezTo>
                        <a:pt x="64477" y="4699"/>
                        <a:pt x="51458" y="0"/>
                        <a:pt x="39393" y="3632"/>
                      </a:cubicBezTo>
                      <a:cubicBezTo>
                        <a:pt x="27328" y="7264"/>
                        <a:pt x="19066" y="18369"/>
                        <a:pt x="19054" y="30968"/>
                      </a:cubicBezTo>
                      <a:lnTo>
                        <a:pt x="19054" y="31796"/>
                      </a:lnTo>
                      <a:cubicBezTo>
                        <a:pt x="7418" y="37313"/>
                        <a:pt x="0" y="49040"/>
                        <a:pt x="0" y="61919"/>
                      </a:cubicBezTo>
                      <a:cubicBezTo>
                        <a:pt x="0" y="74797"/>
                        <a:pt x="7418" y="86524"/>
                        <a:pt x="19054" y="92041"/>
                      </a:cubicBezTo>
                      <a:lnTo>
                        <a:pt x="19054" y="92881"/>
                      </a:lnTo>
                      <a:cubicBezTo>
                        <a:pt x="19066" y="105480"/>
                        <a:pt x="27328" y="116586"/>
                        <a:pt x="39393" y="120217"/>
                      </a:cubicBezTo>
                      <a:cubicBezTo>
                        <a:pt x="51458" y="123849"/>
                        <a:pt x="64477" y="119150"/>
                        <a:pt x="71442" y="108651"/>
                      </a:cubicBezTo>
                      <a:cubicBezTo>
                        <a:pt x="78407" y="119150"/>
                        <a:pt x="91426" y="123849"/>
                        <a:pt x="103491" y="120217"/>
                      </a:cubicBezTo>
                      <a:cubicBezTo>
                        <a:pt x="115556" y="116586"/>
                        <a:pt x="123818" y="105480"/>
                        <a:pt x="123829" y="92881"/>
                      </a:cubicBezTo>
                      <a:lnTo>
                        <a:pt x="123829" y="92041"/>
                      </a:lnTo>
                      <a:cubicBezTo>
                        <a:pt x="135453" y="86513"/>
                        <a:pt x="142865" y="74796"/>
                        <a:pt x="142879" y="61925"/>
                      </a:cubicBezTo>
                      <a:close/>
                      <a:moveTo>
                        <a:pt x="47629" y="111931"/>
                      </a:moveTo>
                      <a:cubicBezTo>
                        <a:pt x="37902" y="111929"/>
                        <a:pt x="29738" y="104600"/>
                        <a:pt x="28693" y="94929"/>
                      </a:cubicBezTo>
                      <a:cubicBezTo>
                        <a:pt x="30233" y="95148"/>
                        <a:pt x="31786" y="95260"/>
                        <a:pt x="33342" y="95262"/>
                      </a:cubicBezTo>
                      <a:lnTo>
                        <a:pt x="38104" y="95262"/>
                      </a:lnTo>
                      <a:cubicBezTo>
                        <a:pt x="40735" y="95262"/>
                        <a:pt x="42867" y="93130"/>
                        <a:pt x="42867" y="90500"/>
                      </a:cubicBezTo>
                      <a:cubicBezTo>
                        <a:pt x="42867" y="87869"/>
                        <a:pt x="40735" y="85737"/>
                        <a:pt x="38104" y="85737"/>
                      </a:cubicBezTo>
                      <a:lnTo>
                        <a:pt x="33342" y="85737"/>
                      </a:lnTo>
                      <a:cubicBezTo>
                        <a:pt x="21733" y="85751"/>
                        <a:pt x="11806" y="77391"/>
                        <a:pt x="9844" y="65950"/>
                      </a:cubicBezTo>
                      <a:cubicBezTo>
                        <a:pt x="7882" y="54508"/>
                        <a:pt x="14456" y="43319"/>
                        <a:pt x="25406" y="39463"/>
                      </a:cubicBezTo>
                      <a:cubicBezTo>
                        <a:pt x="27308" y="38790"/>
                        <a:pt x="28579" y="36992"/>
                        <a:pt x="28579" y="34975"/>
                      </a:cubicBezTo>
                      <a:lnTo>
                        <a:pt x="28579" y="30968"/>
                      </a:lnTo>
                      <a:cubicBezTo>
                        <a:pt x="28579" y="20447"/>
                        <a:pt x="37108" y="11918"/>
                        <a:pt x="47629" y="11918"/>
                      </a:cubicBezTo>
                      <a:cubicBezTo>
                        <a:pt x="58150" y="11918"/>
                        <a:pt x="66679" y="20447"/>
                        <a:pt x="66679" y="30968"/>
                      </a:cubicBezTo>
                      <a:lnTo>
                        <a:pt x="66679" y="71604"/>
                      </a:lnTo>
                      <a:cubicBezTo>
                        <a:pt x="61450" y="66901"/>
                        <a:pt x="54663" y="64301"/>
                        <a:pt x="47629" y="64306"/>
                      </a:cubicBezTo>
                      <a:cubicBezTo>
                        <a:pt x="44999" y="64306"/>
                        <a:pt x="42867" y="66438"/>
                        <a:pt x="42867" y="69068"/>
                      </a:cubicBezTo>
                      <a:cubicBezTo>
                        <a:pt x="42867" y="71699"/>
                        <a:pt x="44999" y="73831"/>
                        <a:pt x="47629" y="73831"/>
                      </a:cubicBezTo>
                      <a:cubicBezTo>
                        <a:pt x="58150" y="73831"/>
                        <a:pt x="66679" y="82360"/>
                        <a:pt x="66679" y="92881"/>
                      </a:cubicBezTo>
                      <a:cubicBezTo>
                        <a:pt x="66679" y="103402"/>
                        <a:pt x="58150" y="111931"/>
                        <a:pt x="47629" y="111931"/>
                      </a:cubicBezTo>
                      <a:close/>
                      <a:moveTo>
                        <a:pt x="109542" y="85737"/>
                      </a:moveTo>
                      <a:lnTo>
                        <a:pt x="104779" y="85737"/>
                      </a:lnTo>
                      <a:cubicBezTo>
                        <a:pt x="102149" y="85737"/>
                        <a:pt x="100017" y="87869"/>
                        <a:pt x="100017" y="90500"/>
                      </a:cubicBezTo>
                      <a:cubicBezTo>
                        <a:pt x="100017" y="93130"/>
                        <a:pt x="102149" y="95262"/>
                        <a:pt x="104779" y="95262"/>
                      </a:cubicBezTo>
                      <a:lnTo>
                        <a:pt x="109542" y="95262"/>
                      </a:lnTo>
                      <a:cubicBezTo>
                        <a:pt x="111098" y="95260"/>
                        <a:pt x="112651" y="95148"/>
                        <a:pt x="114191" y="94929"/>
                      </a:cubicBezTo>
                      <a:cubicBezTo>
                        <a:pt x="113089" y="105125"/>
                        <a:pt x="104113" y="112618"/>
                        <a:pt x="93884" y="111882"/>
                      </a:cubicBezTo>
                      <a:cubicBezTo>
                        <a:pt x="83655" y="111145"/>
                        <a:pt x="75845" y="102444"/>
                        <a:pt x="76214" y="92195"/>
                      </a:cubicBezTo>
                      <a:cubicBezTo>
                        <a:pt x="76583" y="81947"/>
                        <a:pt x="84999" y="73829"/>
                        <a:pt x="95254" y="73831"/>
                      </a:cubicBezTo>
                      <a:cubicBezTo>
                        <a:pt x="97885" y="73831"/>
                        <a:pt x="100017" y="71699"/>
                        <a:pt x="100017" y="69068"/>
                      </a:cubicBezTo>
                      <a:cubicBezTo>
                        <a:pt x="100017" y="66438"/>
                        <a:pt x="97885" y="64306"/>
                        <a:pt x="95254" y="64306"/>
                      </a:cubicBezTo>
                      <a:cubicBezTo>
                        <a:pt x="88221" y="64301"/>
                        <a:pt x="81434" y="66901"/>
                        <a:pt x="76204" y="71604"/>
                      </a:cubicBezTo>
                      <a:lnTo>
                        <a:pt x="76204" y="30968"/>
                      </a:lnTo>
                      <a:cubicBezTo>
                        <a:pt x="76204" y="20447"/>
                        <a:pt x="84733" y="11918"/>
                        <a:pt x="95254" y="11918"/>
                      </a:cubicBezTo>
                      <a:cubicBezTo>
                        <a:pt x="105775" y="11918"/>
                        <a:pt x="114304" y="20447"/>
                        <a:pt x="114304" y="30968"/>
                      </a:cubicBezTo>
                      <a:lnTo>
                        <a:pt x="114304" y="34975"/>
                      </a:lnTo>
                      <a:cubicBezTo>
                        <a:pt x="114305" y="36992"/>
                        <a:pt x="115576" y="38790"/>
                        <a:pt x="117477" y="39463"/>
                      </a:cubicBezTo>
                      <a:cubicBezTo>
                        <a:pt x="128427" y="43319"/>
                        <a:pt x="135002" y="54508"/>
                        <a:pt x="133040" y="65950"/>
                      </a:cubicBezTo>
                      <a:cubicBezTo>
                        <a:pt x="131078" y="77391"/>
                        <a:pt x="121151" y="85751"/>
                        <a:pt x="109542" y="85737"/>
                      </a:cubicBezTo>
                      <a:close/>
                      <a:moveTo>
                        <a:pt x="119067" y="54781"/>
                      </a:moveTo>
                      <a:cubicBezTo>
                        <a:pt x="119067" y="57411"/>
                        <a:pt x="116935" y="59543"/>
                        <a:pt x="114304" y="59543"/>
                      </a:cubicBezTo>
                      <a:lnTo>
                        <a:pt x="111923" y="59543"/>
                      </a:lnTo>
                      <a:cubicBezTo>
                        <a:pt x="100087" y="59543"/>
                        <a:pt x="90492" y="49948"/>
                        <a:pt x="90492" y="38112"/>
                      </a:cubicBezTo>
                      <a:lnTo>
                        <a:pt x="90492" y="35731"/>
                      </a:lnTo>
                      <a:cubicBezTo>
                        <a:pt x="90492" y="33101"/>
                        <a:pt x="92624" y="30968"/>
                        <a:pt x="95254" y="30968"/>
                      </a:cubicBezTo>
                      <a:cubicBezTo>
                        <a:pt x="97885" y="30968"/>
                        <a:pt x="100017" y="33101"/>
                        <a:pt x="100017" y="35731"/>
                      </a:cubicBezTo>
                      <a:lnTo>
                        <a:pt x="100017" y="38112"/>
                      </a:lnTo>
                      <a:cubicBezTo>
                        <a:pt x="100017" y="44688"/>
                        <a:pt x="105348" y="50018"/>
                        <a:pt x="111923" y="50018"/>
                      </a:cubicBezTo>
                      <a:lnTo>
                        <a:pt x="114304" y="50018"/>
                      </a:lnTo>
                      <a:cubicBezTo>
                        <a:pt x="116935" y="50018"/>
                        <a:pt x="119067" y="52151"/>
                        <a:pt x="119067" y="54781"/>
                      </a:cubicBezTo>
                      <a:close/>
                      <a:moveTo>
                        <a:pt x="30961" y="59543"/>
                      </a:moveTo>
                      <a:lnTo>
                        <a:pt x="28579" y="59543"/>
                      </a:lnTo>
                      <a:cubicBezTo>
                        <a:pt x="25949" y="59543"/>
                        <a:pt x="23817" y="57411"/>
                        <a:pt x="23817" y="54781"/>
                      </a:cubicBezTo>
                      <a:cubicBezTo>
                        <a:pt x="23817" y="52151"/>
                        <a:pt x="25949" y="50018"/>
                        <a:pt x="28579" y="50018"/>
                      </a:cubicBezTo>
                      <a:lnTo>
                        <a:pt x="30961" y="50018"/>
                      </a:lnTo>
                      <a:cubicBezTo>
                        <a:pt x="37536" y="50018"/>
                        <a:pt x="42867" y="44688"/>
                        <a:pt x="42867" y="38112"/>
                      </a:cubicBezTo>
                      <a:lnTo>
                        <a:pt x="42867" y="35731"/>
                      </a:lnTo>
                      <a:cubicBezTo>
                        <a:pt x="42867" y="33101"/>
                        <a:pt x="44999" y="30968"/>
                        <a:pt x="47629" y="30968"/>
                      </a:cubicBezTo>
                      <a:cubicBezTo>
                        <a:pt x="50260" y="30968"/>
                        <a:pt x="52392" y="33101"/>
                        <a:pt x="52392" y="35731"/>
                      </a:cubicBezTo>
                      <a:lnTo>
                        <a:pt x="52392" y="38112"/>
                      </a:lnTo>
                      <a:cubicBezTo>
                        <a:pt x="52392" y="49948"/>
                        <a:pt x="42797" y="59543"/>
                        <a:pt x="30961" y="59543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3283268" y="1866424"/>
                <a:ext cx="17604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LangGraph ReAct Agent 编排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5524500" y="1752600"/>
                <a:ext cx="247650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5652257" y="1861209"/>
                <a:ext cx="124656" cy="124754"/>
                <a:chOff x="5652257" y="1861209"/>
                <a:chExt cx="124656" cy="124754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5652257" y="1861209"/>
                  <a:ext cx="114535" cy="109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535" h="109103">
                      <a:moveTo>
                        <a:pt x="114535" y="87077"/>
                      </a:moveTo>
                      <a:cubicBezTo>
                        <a:pt x="110428" y="95833"/>
                        <a:pt x="104174" y="103410"/>
                        <a:pt x="96354" y="109103"/>
                      </a:cubicBezTo>
                      <a:lnTo>
                        <a:pt x="90782" y="103525"/>
                      </a:lnTo>
                      <a:cubicBezTo>
                        <a:pt x="90185" y="102926"/>
                        <a:pt x="89439" y="102496"/>
                        <a:pt x="88621" y="102281"/>
                      </a:cubicBezTo>
                      <a:lnTo>
                        <a:pt x="75840" y="98911"/>
                      </a:lnTo>
                      <a:cubicBezTo>
                        <a:pt x="73494" y="98294"/>
                        <a:pt x="71987" y="96013"/>
                        <a:pt x="72340" y="93613"/>
                      </a:cubicBezTo>
                      <a:lnTo>
                        <a:pt x="73756" y="83969"/>
                      </a:lnTo>
                      <a:cubicBezTo>
                        <a:pt x="74000" y="82315"/>
                        <a:pt x="75094" y="80909"/>
                        <a:pt x="76638" y="80266"/>
                      </a:cubicBezTo>
                      <a:lnTo>
                        <a:pt x="94771" y="72730"/>
                      </a:lnTo>
                      <a:cubicBezTo>
                        <a:pt x="96481" y="72020"/>
                        <a:pt x="98448" y="72366"/>
                        <a:pt x="99813" y="73617"/>
                      </a:cubicBezTo>
                      <a:close/>
                      <a:moveTo>
                        <a:pt x="81728" y="49149"/>
                      </a:moveTo>
                      <a:lnTo>
                        <a:pt x="94926" y="33790"/>
                      </a:lnTo>
                      <a:cubicBezTo>
                        <a:pt x="95668" y="32929"/>
                        <a:pt x="96077" y="31831"/>
                        <a:pt x="96081" y="30695"/>
                      </a:cubicBezTo>
                      <a:lnTo>
                        <a:pt x="96081" y="16407"/>
                      </a:lnTo>
                      <a:cubicBezTo>
                        <a:pt x="73268" y="0"/>
                        <a:pt x="41914" y="2611"/>
                        <a:pt x="22129" y="22564"/>
                      </a:cubicBezTo>
                      <a:cubicBezTo>
                        <a:pt x="2344" y="42518"/>
                        <a:pt x="0" y="73894"/>
                        <a:pt x="16600" y="96566"/>
                      </a:cubicBezTo>
                      <a:lnTo>
                        <a:pt x="22506" y="92685"/>
                      </a:lnTo>
                      <a:cubicBezTo>
                        <a:pt x="23834" y="91807"/>
                        <a:pt x="24636" y="90324"/>
                        <a:pt x="24643" y="88732"/>
                      </a:cubicBezTo>
                      <a:lnTo>
                        <a:pt x="24768" y="67163"/>
                      </a:lnTo>
                      <a:cubicBezTo>
                        <a:pt x="24775" y="66229"/>
                        <a:pt x="25054" y="65316"/>
                        <a:pt x="25572" y="64538"/>
                      </a:cubicBezTo>
                      <a:lnTo>
                        <a:pt x="38038" y="45905"/>
                      </a:lnTo>
                      <a:cubicBezTo>
                        <a:pt x="38760" y="44833"/>
                        <a:pt x="39887" y="44100"/>
                        <a:pt x="41160" y="43876"/>
                      </a:cubicBezTo>
                      <a:cubicBezTo>
                        <a:pt x="42433" y="43651"/>
                        <a:pt x="43743" y="43954"/>
                        <a:pt x="44789" y="44714"/>
                      </a:cubicBezTo>
                      <a:lnTo>
                        <a:pt x="56582" y="52453"/>
                      </a:lnTo>
                      <a:cubicBezTo>
                        <a:pt x="57575" y="53169"/>
                        <a:pt x="58803" y="53477"/>
                        <a:pt x="60017" y="53316"/>
                      </a:cubicBezTo>
                      <a:lnTo>
                        <a:pt x="78745" y="50780"/>
                      </a:lnTo>
                      <a:cubicBezTo>
                        <a:pt x="79906" y="50622"/>
                        <a:pt x="80968" y="50041"/>
                        <a:pt x="81728" y="49149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653088" y="1862138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61912" y="0"/>
                      </a:moveTo>
                      <a:cubicBezTo>
                        <a:pt x="27719" y="0"/>
                        <a:pt x="0" y="27719"/>
                        <a:pt x="0" y="61912"/>
                      </a:cubicBezTo>
                      <a:cubicBezTo>
                        <a:pt x="0" y="96106"/>
                        <a:pt x="27719" y="123825"/>
                        <a:pt x="61912" y="123825"/>
                      </a:cubicBezTo>
                      <a:cubicBezTo>
                        <a:pt x="96106" y="123825"/>
                        <a:pt x="123825" y="96106"/>
                        <a:pt x="123825" y="61912"/>
                      </a:cubicBezTo>
                      <a:cubicBezTo>
                        <a:pt x="123789" y="27734"/>
                        <a:pt x="96091" y="36"/>
                        <a:pt x="61913" y="0"/>
                      </a:cubicBezTo>
                      <a:close/>
                      <a:moveTo>
                        <a:pt x="61912" y="9525"/>
                      </a:moveTo>
                      <a:cubicBezTo>
                        <a:pt x="72062" y="9514"/>
                        <a:pt x="81994" y="12469"/>
                        <a:pt x="90488" y="18026"/>
                      </a:cubicBezTo>
                      <a:lnTo>
                        <a:pt x="90488" y="29766"/>
                      </a:lnTo>
                      <a:lnTo>
                        <a:pt x="77289" y="45089"/>
                      </a:lnTo>
                      <a:lnTo>
                        <a:pt x="58555" y="47625"/>
                      </a:lnTo>
                      <a:lnTo>
                        <a:pt x="58370" y="47494"/>
                      </a:lnTo>
                      <a:lnTo>
                        <a:pt x="46661" y="39838"/>
                      </a:lnTo>
                      <a:cubicBezTo>
                        <a:pt x="44563" y="38361"/>
                        <a:pt x="41959" y="37792"/>
                        <a:pt x="39436" y="38260"/>
                      </a:cubicBezTo>
                      <a:cubicBezTo>
                        <a:pt x="36914" y="38729"/>
                        <a:pt x="34687" y="40195"/>
                        <a:pt x="33260" y="42327"/>
                      </a:cubicBezTo>
                      <a:lnTo>
                        <a:pt x="20794" y="60960"/>
                      </a:lnTo>
                      <a:cubicBezTo>
                        <a:pt x="19756" y="62513"/>
                        <a:pt x="19197" y="64337"/>
                        <a:pt x="19187" y="66205"/>
                      </a:cubicBezTo>
                      <a:lnTo>
                        <a:pt x="19050" y="87773"/>
                      </a:lnTo>
                      <a:lnTo>
                        <a:pt x="17103" y="89053"/>
                      </a:lnTo>
                      <a:cubicBezTo>
                        <a:pt x="7305" y="72876"/>
                        <a:pt x="6987" y="52674"/>
                        <a:pt x="16271" y="36196"/>
                      </a:cubicBezTo>
                      <a:cubicBezTo>
                        <a:pt x="25555" y="19719"/>
                        <a:pt x="43000" y="9525"/>
                        <a:pt x="61912" y="9525"/>
                      </a:cubicBezTo>
                      <a:close/>
                      <a:moveTo>
                        <a:pt x="22795" y="96720"/>
                      </a:moveTo>
                      <a:lnTo>
                        <a:pt x="24295" y="95738"/>
                      </a:lnTo>
                      <a:cubicBezTo>
                        <a:pt x="26955" y="93983"/>
                        <a:pt x="28562" y="91014"/>
                        <a:pt x="28575" y="87826"/>
                      </a:cubicBezTo>
                      <a:lnTo>
                        <a:pt x="28700" y="66258"/>
                      </a:lnTo>
                      <a:lnTo>
                        <a:pt x="41178" y="47625"/>
                      </a:lnTo>
                      <a:cubicBezTo>
                        <a:pt x="41239" y="47672"/>
                        <a:pt x="41302" y="47716"/>
                        <a:pt x="41368" y="47756"/>
                      </a:cubicBezTo>
                      <a:lnTo>
                        <a:pt x="53078" y="55418"/>
                      </a:lnTo>
                      <a:cubicBezTo>
                        <a:pt x="55040" y="56803"/>
                        <a:pt x="57455" y="57392"/>
                        <a:pt x="59835" y="57067"/>
                      </a:cubicBezTo>
                      <a:lnTo>
                        <a:pt x="78581" y="54525"/>
                      </a:lnTo>
                      <a:cubicBezTo>
                        <a:pt x="80893" y="54216"/>
                        <a:pt x="83011" y="53070"/>
                        <a:pt x="84534" y="51304"/>
                      </a:cubicBezTo>
                      <a:lnTo>
                        <a:pt x="97732" y="35969"/>
                      </a:lnTo>
                      <a:cubicBezTo>
                        <a:pt x="99208" y="34239"/>
                        <a:pt x="100017" y="32039"/>
                        <a:pt x="100012" y="29766"/>
                      </a:cubicBezTo>
                      <a:lnTo>
                        <a:pt x="100012" y="25997"/>
                      </a:lnTo>
                      <a:cubicBezTo>
                        <a:pt x="113133" y="39878"/>
                        <a:pt x="117645" y="59807"/>
                        <a:pt x="111782" y="77986"/>
                      </a:cubicBezTo>
                      <a:lnTo>
                        <a:pt x="102173" y="69199"/>
                      </a:lnTo>
                      <a:cubicBezTo>
                        <a:pt x="99446" y="66696"/>
                        <a:pt x="95516" y="65999"/>
                        <a:pt x="92095" y="67413"/>
                      </a:cubicBezTo>
                      <a:lnTo>
                        <a:pt x="73962" y="74944"/>
                      </a:lnTo>
                      <a:cubicBezTo>
                        <a:pt x="70878" y="76238"/>
                        <a:pt x="68693" y="79048"/>
                        <a:pt x="68199" y="82356"/>
                      </a:cubicBezTo>
                      <a:lnTo>
                        <a:pt x="66776" y="91994"/>
                      </a:lnTo>
                      <a:cubicBezTo>
                        <a:pt x="66068" y="96797"/>
                        <a:pt x="69086" y="101364"/>
                        <a:pt x="73783" y="102596"/>
                      </a:cubicBezTo>
                      <a:lnTo>
                        <a:pt x="86558" y="105966"/>
                      </a:lnTo>
                      <a:lnTo>
                        <a:pt x="87963" y="107377"/>
                      </a:lnTo>
                      <a:cubicBezTo>
                        <a:pt x="66460" y="119715"/>
                        <a:pt x="39249" y="115265"/>
                        <a:pt x="22795" y="96720"/>
                      </a:cubicBezTo>
                      <a:close/>
                      <a:moveTo>
                        <a:pt x="95845" y="101798"/>
                      </a:moveTo>
                      <a:lnTo>
                        <a:pt x="93285" y="99233"/>
                      </a:lnTo>
                      <a:cubicBezTo>
                        <a:pt x="92091" y="98034"/>
                        <a:pt x="90600" y="97175"/>
                        <a:pt x="88964" y="96744"/>
                      </a:cubicBezTo>
                      <a:lnTo>
                        <a:pt x="76200" y="93375"/>
                      </a:lnTo>
                      <a:lnTo>
                        <a:pt x="77623" y="83737"/>
                      </a:lnTo>
                      <a:lnTo>
                        <a:pt x="95750" y="76200"/>
                      </a:lnTo>
                      <a:lnTo>
                        <a:pt x="107752" y="87201"/>
                      </a:lnTo>
                      <a:cubicBezTo>
                        <a:pt x="104693" y="92743"/>
                        <a:pt x="100659" y="97688"/>
                        <a:pt x="95845" y="101798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5855018" y="1866424"/>
                <a:ext cx="15589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DuckDuckGo 网络搜索回退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2952750" y="2152650"/>
                <a:ext cx="50482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3073850" y="2260755"/>
                <a:ext cx="138003" cy="126842"/>
                <a:chOff x="3073850" y="2260755"/>
                <a:chExt cx="138003" cy="12684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3121854" y="2295596"/>
                  <a:ext cx="85117" cy="873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117" h="87309">
                      <a:moveTo>
                        <a:pt x="83165" y="81093"/>
                      </a:moveTo>
                      <a:cubicBezTo>
                        <a:pt x="83523" y="82341"/>
                        <a:pt x="83175" y="83685"/>
                        <a:pt x="82257" y="84603"/>
                      </a:cubicBezTo>
                      <a:cubicBezTo>
                        <a:pt x="81339" y="85520"/>
                        <a:pt x="79996" y="85868"/>
                        <a:pt x="78748" y="85511"/>
                      </a:cubicBezTo>
                      <a:lnTo>
                        <a:pt x="60966" y="80433"/>
                      </a:lnTo>
                      <a:cubicBezTo>
                        <a:pt x="49927" y="86443"/>
                        <a:pt x="36808" y="87309"/>
                        <a:pt x="25075" y="82802"/>
                      </a:cubicBezTo>
                      <a:cubicBezTo>
                        <a:pt x="13342" y="78295"/>
                        <a:pt x="4176" y="68868"/>
                        <a:pt x="0" y="57013"/>
                      </a:cubicBezTo>
                      <a:lnTo>
                        <a:pt x="0" y="57013"/>
                      </a:lnTo>
                      <a:cubicBezTo>
                        <a:pt x="774" y="57055"/>
                        <a:pt x="1554" y="57079"/>
                        <a:pt x="2340" y="57079"/>
                      </a:cubicBezTo>
                      <a:cubicBezTo>
                        <a:pt x="16241" y="57080"/>
                        <a:pt x="29280" y="50338"/>
                        <a:pt x="37317" y="38995"/>
                      </a:cubicBezTo>
                      <a:cubicBezTo>
                        <a:pt x="45354" y="27652"/>
                        <a:pt x="47390" y="13115"/>
                        <a:pt x="42779" y="0"/>
                      </a:cubicBezTo>
                      <a:lnTo>
                        <a:pt x="42779" y="0"/>
                      </a:lnTo>
                      <a:cubicBezTo>
                        <a:pt x="57468" y="802"/>
                        <a:pt x="70719" y="9080"/>
                        <a:pt x="77882" y="21929"/>
                      </a:cubicBezTo>
                      <a:cubicBezTo>
                        <a:pt x="85044" y="34778"/>
                        <a:pt x="85117" y="50402"/>
                        <a:pt x="78075" y="63317"/>
                      </a:cubicBezTo>
                      <a:close/>
                    </a:path>
                  </a:pathLst>
                </a:custGeom>
                <a:solidFill>
                  <a:srgbClr val="1A73E8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073850" y="2260755"/>
                  <a:ext cx="138003" cy="126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003" h="126842">
                      <a:moveTo>
                        <a:pt x="131188" y="98665"/>
                      </a:moveTo>
                      <a:cubicBezTo>
                        <a:pt x="138003" y="84810"/>
                        <a:pt x="137679" y="68512"/>
                        <a:pt x="130319" y="54939"/>
                      </a:cubicBezTo>
                      <a:cubicBezTo>
                        <a:pt x="122959" y="41367"/>
                        <a:pt x="109476" y="32204"/>
                        <a:pt x="94147" y="30358"/>
                      </a:cubicBezTo>
                      <a:cubicBezTo>
                        <a:pt x="87327" y="14459"/>
                        <a:pt x="72420" y="3508"/>
                        <a:pt x="55208" y="1754"/>
                      </a:cubicBezTo>
                      <a:cubicBezTo>
                        <a:pt x="37997" y="0"/>
                        <a:pt x="21187" y="7718"/>
                        <a:pt x="11299" y="21914"/>
                      </a:cubicBezTo>
                      <a:cubicBezTo>
                        <a:pt x="1411" y="36111"/>
                        <a:pt x="0" y="54554"/>
                        <a:pt x="7613" y="70090"/>
                      </a:cubicBezTo>
                      <a:lnTo>
                        <a:pt x="3053" y="86056"/>
                      </a:lnTo>
                      <a:cubicBezTo>
                        <a:pt x="2224" y="88965"/>
                        <a:pt x="3036" y="92094"/>
                        <a:pt x="5175" y="94233"/>
                      </a:cubicBezTo>
                      <a:cubicBezTo>
                        <a:pt x="7313" y="96371"/>
                        <a:pt x="10443" y="97183"/>
                        <a:pt x="13351" y="96355"/>
                      </a:cubicBezTo>
                      <a:lnTo>
                        <a:pt x="29318" y="91795"/>
                      </a:lnTo>
                      <a:cubicBezTo>
                        <a:pt x="34136" y="94160"/>
                        <a:pt x="39318" y="95696"/>
                        <a:pt x="44647" y="96337"/>
                      </a:cubicBezTo>
                      <a:cubicBezTo>
                        <a:pt x="49781" y="108364"/>
                        <a:pt x="59634" y="117752"/>
                        <a:pt x="71896" y="122297"/>
                      </a:cubicBezTo>
                      <a:cubicBezTo>
                        <a:pt x="84158" y="126842"/>
                        <a:pt x="97750" y="126145"/>
                        <a:pt x="109483" y="120370"/>
                      </a:cubicBezTo>
                      <a:lnTo>
                        <a:pt x="125449" y="124930"/>
                      </a:lnTo>
                      <a:cubicBezTo>
                        <a:pt x="128358" y="125758"/>
                        <a:pt x="131487" y="124946"/>
                        <a:pt x="133626" y="122808"/>
                      </a:cubicBezTo>
                      <a:cubicBezTo>
                        <a:pt x="135764" y="120669"/>
                        <a:pt x="136576" y="117540"/>
                        <a:pt x="135748" y="114631"/>
                      </a:cubicBezTo>
                      <a:close/>
                      <a:moveTo>
                        <a:pt x="29830" y="81936"/>
                      </a:moveTo>
                      <a:cubicBezTo>
                        <a:pt x="29387" y="81936"/>
                        <a:pt x="28947" y="81996"/>
                        <a:pt x="28520" y="82115"/>
                      </a:cubicBezTo>
                      <a:lnTo>
                        <a:pt x="12798" y="86609"/>
                      </a:lnTo>
                      <a:lnTo>
                        <a:pt x="17292" y="70887"/>
                      </a:lnTo>
                      <a:cubicBezTo>
                        <a:pt x="17629" y="69689"/>
                        <a:pt x="17484" y="68407"/>
                        <a:pt x="16888" y="67315"/>
                      </a:cubicBezTo>
                      <a:cubicBezTo>
                        <a:pt x="7835" y="50696"/>
                        <a:pt x="12365" y="29950"/>
                        <a:pt x="27521" y="18616"/>
                      </a:cubicBezTo>
                      <a:cubicBezTo>
                        <a:pt x="42678" y="7283"/>
                        <a:pt x="63858" y="8803"/>
                        <a:pt x="77240" y="22185"/>
                      </a:cubicBezTo>
                      <a:cubicBezTo>
                        <a:pt x="90622" y="35567"/>
                        <a:pt x="92142" y="56748"/>
                        <a:pt x="80809" y="71904"/>
                      </a:cubicBezTo>
                      <a:cubicBezTo>
                        <a:pt x="69475" y="87060"/>
                        <a:pt x="48729" y="91590"/>
                        <a:pt x="32110" y="82538"/>
                      </a:cubicBezTo>
                      <a:cubicBezTo>
                        <a:pt x="31413" y="82148"/>
                        <a:pt x="30628" y="81941"/>
                        <a:pt x="29830" y="81936"/>
                      </a:cubicBezTo>
                      <a:close/>
                      <a:moveTo>
                        <a:pt x="121508" y="99462"/>
                      </a:moveTo>
                      <a:lnTo>
                        <a:pt x="126002" y="115184"/>
                      </a:lnTo>
                      <a:lnTo>
                        <a:pt x="110280" y="110690"/>
                      </a:lnTo>
                      <a:cubicBezTo>
                        <a:pt x="109082" y="110353"/>
                        <a:pt x="107800" y="110498"/>
                        <a:pt x="106708" y="111095"/>
                      </a:cubicBezTo>
                      <a:cubicBezTo>
                        <a:pt x="88445" y="121031"/>
                        <a:pt x="65587" y="114506"/>
                        <a:pt x="55321" y="96426"/>
                      </a:cubicBezTo>
                      <a:cubicBezTo>
                        <a:pt x="68505" y="95053"/>
                        <a:pt x="80518" y="88243"/>
                        <a:pt x="88468" y="77637"/>
                      </a:cubicBezTo>
                      <a:cubicBezTo>
                        <a:pt x="96417" y="67031"/>
                        <a:pt x="99583" y="53589"/>
                        <a:pt x="97201" y="40550"/>
                      </a:cubicBezTo>
                      <a:cubicBezTo>
                        <a:pt x="108769" y="43276"/>
                        <a:pt x="118402" y="51244"/>
                        <a:pt x="123249" y="62095"/>
                      </a:cubicBezTo>
                      <a:cubicBezTo>
                        <a:pt x="128096" y="72947"/>
                        <a:pt x="127602" y="85438"/>
                        <a:pt x="121913" y="95873"/>
                      </a:cubicBezTo>
                      <a:cubicBezTo>
                        <a:pt x="121312" y="96970"/>
                        <a:pt x="121166" y="98259"/>
                        <a:pt x="121508" y="99462"/>
                      </a:cubicBezTo>
                      <a:close/>
                    </a:path>
                  </a:pathLst>
                </a:custGeom>
                <a:solidFill>
                  <a:srgbClr val="1A73E8"/>
                </a:solidFill>
                <a:ln>
                  <a:noFill/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3283268" y="2266474"/>
                <a:ext cx="34571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多轮对话记忆 (BufferWindow k=4) · 流式输出 · 答案溯源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8096250" y="1352550"/>
                <a:ext cx="3143250" cy="1143000"/>
              </a:xfrm>
              <a:prstGeom prst="rect">
                <a:avLst/>
              </a:prstGeom>
              <a:solidFill>
                <a:srgbClr val="1A73E8">
                  <a:alpha val="4000"/>
                </a:srgbClr>
              </a:solidFill>
              <a:ln>
                <a:noFill/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8304609" y="1560909"/>
                <a:ext cx="154781" cy="154781"/>
                <a:chOff x="8304609" y="1560909"/>
                <a:chExt cx="154781" cy="154781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8310562" y="15668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00C85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8304609" y="1560909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111368" y="55319"/>
                      </a:moveTo>
                      <a:cubicBezTo>
                        <a:pt x="112486" y="56436"/>
                        <a:pt x="113114" y="57951"/>
                        <a:pt x="113114" y="59531"/>
                      </a:cubicBezTo>
                      <a:cubicBezTo>
                        <a:pt x="113114" y="61111"/>
                        <a:pt x="112486" y="62626"/>
                        <a:pt x="111368" y="63743"/>
                      </a:cubicBezTo>
                      <a:lnTo>
                        <a:pt x="69696" y="105415"/>
                      </a:lnTo>
                      <a:cubicBezTo>
                        <a:pt x="68580" y="106533"/>
                        <a:pt x="67064" y="107161"/>
                        <a:pt x="65484" y="107161"/>
                      </a:cubicBezTo>
                      <a:cubicBezTo>
                        <a:pt x="63904" y="107161"/>
                        <a:pt x="62389" y="106533"/>
                        <a:pt x="61273" y="105415"/>
                      </a:cubicBezTo>
                      <a:lnTo>
                        <a:pt x="43413" y="87556"/>
                      </a:lnTo>
                      <a:cubicBezTo>
                        <a:pt x="41087" y="85229"/>
                        <a:pt x="41087" y="81458"/>
                        <a:pt x="43413" y="79132"/>
                      </a:cubicBezTo>
                      <a:cubicBezTo>
                        <a:pt x="45739" y="76806"/>
                        <a:pt x="49511" y="76806"/>
                        <a:pt x="51837" y="79132"/>
                      </a:cubicBezTo>
                      <a:lnTo>
                        <a:pt x="65484" y="92787"/>
                      </a:lnTo>
                      <a:lnTo>
                        <a:pt x="102944" y="55319"/>
                      </a:lnTo>
                      <a:cubicBezTo>
                        <a:pt x="104061" y="54202"/>
                        <a:pt x="105576" y="53573"/>
                        <a:pt x="107156" y="53573"/>
                      </a:cubicBezTo>
                      <a:cubicBezTo>
                        <a:pt x="108736" y="53573"/>
                        <a:pt x="110251" y="54202"/>
                        <a:pt x="111368" y="553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00C853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8540115" y="1582102"/>
                <a:ext cx="12983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已完成 COMPLETED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275320" y="18268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通用文档问答能力已就绪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75320" y="2017395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可部署为内部知识库助手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75320" y="2265045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需进一步适配客服专有场景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1752600" y="2152650"/>
            <a:ext cx="114300" cy="285750"/>
            <a:chOff x="1752600" y="2152650"/>
            <a:chExt cx="114300" cy="285750"/>
          </a:xfrm>
        </p:grpSpPr>
        <p:sp>
          <p:nvSpPr>
            <p:cNvPr id="49" name="Line 49"/>
            <p:cNvSpPr/>
            <p:nvPr/>
          </p:nvSpPr>
          <p:spPr>
            <a:xfrm>
              <a:off x="1809750" y="21526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1A73E8"/>
              </a:solidFill>
              <a:custDash>
                <a:ds d="200000" sp="150000"/>
              </a:custDash>
            </a:ln>
          </p:spPr>
        </p:sp>
        <p:sp>
          <p:nvSpPr>
            <p:cNvPr id="50" name="Polygon 50"/>
            <p:cNvSpPr/>
            <p:nvPr/>
          </p:nvSpPr>
          <p:spPr>
            <a:xfrm>
              <a:off x="1752600" y="23431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5715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762000" y="2438400"/>
            <a:ext cx="10668000" cy="2247900"/>
            <a:chOff x="762000" y="2438400"/>
            <a:chExt cx="10668000" cy="2247900"/>
          </a:xfrm>
        </p:grpSpPr>
        <p:sp>
          <p:nvSpPr>
            <p:cNvPr id="52" name="Rectangle 52"/>
            <p:cNvSpPr/>
            <p:nvPr/>
          </p:nvSpPr>
          <p:spPr>
            <a:xfrm>
              <a:off x="762000" y="2438400"/>
              <a:ext cx="10668000" cy="22479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2000" y="2438400"/>
              <a:ext cx="2095500" cy="22479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86795" y="2592705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5360" y="31251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客服场景适配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57682" y="3405188"/>
              <a:ext cx="70413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CS ADAPTATION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952750" y="2571750"/>
              <a:ext cx="1905000" cy="285750"/>
            </a:xfrm>
            <a:prstGeom prst="rect">
              <a:avLst/>
            </a:prstGeom>
            <a:solidFill>
              <a:srgbClr val="6C3FD4">
                <a:alpha val="8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60884" y="264080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客服专有能力建设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2952750" y="2952750"/>
              <a:ext cx="3238500" cy="973931"/>
              <a:chOff x="2952750" y="2952750"/>
              <a:chExt cx="3238500" cy="973931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2952750" y="2952750"/>
                <a:ext cx="3238500" cy="8572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2952750" y="2952750"/>
                <a:ext cx="38100" cy="8572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3125986" y="3142058"/>
                <a:ext cx="146472" cy="142876"/>
                <a:chOff x="3125986" y="3142058"/>
                <a:chExt cx="146472" cy="142876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3218259" y="3148012"/>
                  <a:ext cx="41672" cy="416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72" h="41672">
                      <a:moveTo>
                        <a:pt x="41672" y="41672"/>
                      </a:moveTo>
                      <a:lnTo>
                        <a:pt x="0" y="416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3125986" y="3142058"/>
                  <a:ext cx="146472" cy="1428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472" h="142876">
                      <a:moveTo>
                        <a:pt x="17859" y="89298"/>
                      </a:moveTo>
                      <a:lnTo>
                        <a:pt x="5953" y="89298"/>
                      </a:lnTo>
                      <a:cubicBezTo>
                        <a:pt x="2665" y="89298"/>
                        <a:pt x="0" y="91963"/>
                        <a:pt x="0" y="95251"/>
                      </a:cubicBezTo>
                      <a:lnTo>
                        <a:pt x="0" y="136923"/>
                      </a:lnTo>
                      <a:cubicBezTo>
                        <a:pt x="0" y="140211"/>
                        <a:pt x="2665" y="142876"/>
                        <a:pt x="5953" y="142876"/>
                      </a:cubicBezTo>
                      <a:lnTo>
                        <a:pt x="17859" y="142876"/>
                      </a:lnTo>
                      <a:cubicBezTo>
                        <a:pt x="32655" y="142876"/>
                        <a:pt x="44648" y="130882"/>
                        <a:pt x="44648" y="116087"/>
                      </a:cubicBezTo>
                      <a:cubicBezTo>
                        <a:pt x="44648" y="101292"/>
                        <a:pt x="32655" y="89298"/>
                        <a:pt x="17859" y="89298"/>
                      </a:cubicBezTo>
                      <a:close/>
                      <a:moveTo>
                        <a:pt x="17859" y="130970"/>
                      </a:moveTo>
                      <a:lnTo>
                        <a:pt x="11906" y="130970"/>
                      </a:lnTo>
                      <a:lnTo>
                        <a:pt x="11906" y="101204"/>
                      </a:lnTo>
                      <a:lnTo>
                        <a:pt x="17859" y="101204"/>
                      </a:lnTo>
                      <a:cubicBezTo>
                        <a:pt x="26079" y="101204"/>
                        <a:pt x="32742" y="107868"/>
                        <a:pt x="32742" y="116087"/>
                      </a:cubicBezTo>
                      <a:cubicBezTo>
                        <a:pt x="32742" y="124307"/>
                        <a:pt x="26079" y="130970"/>
                        <a:pt x="17859" y="130970"/>
                      </a:cubicBezTo>
                      <a:close/>
                      <a:moveTo>
                        <a:pt x="144014" y="127316"/>
                      </a:moveTo>
                      <a:cubicBezTo>
                        <a:pt x="146389" y="129589"/>
                        <a:pt x="146472" y="133357"/>
                        <a:pt x="144200" y="135732"/>
                      </a:cubicBezTo>
                      <a:cubicBezTo>
                        <a:pt x="140010" y="140242"/>
                        <a:pt x="134147" y="142826"/>
                        <a:pt x="127992" y="142876"/>
                      </a:cubicBezTo>
                      <a:cubicBezTo>
                        <a:pt x="114858" y="142876"/>
                        <a:pt x="104180" y="130858"/>
                        <a:pt x="104180" y="116087"/>
                      </a:cubicBezTo>
                      <a:cubicBezTo>
                        <a:pt x="104180" y="101316"/>
                        <a:pt x="114858" y="89298"/>
                        <a:pt x="127992" y="89298"/>
                      </a:cubicBezTo>
                      <a:cubicBezTo>
                        <a:pt x="134147" y="89348"/>
                        <a:pt x="140010" y="91932"/>
                        <a:pt x="144200" y="96442"/>
                      </a:cubicBezTo>
                      <a:cubicBezTo>
                        <a:pt x="146421" y="98825"/>
                        <a:pt x="146315" y="102551"/>
                        <a:pt x="143961" y="104803"/>
                      </a:cubicBezTo>
                      <a:cubicBezTo>
                        <a:pt x="141607" y="107055"/>
                        <a:pt x="137880" y="106997"/>
                        <a:pt x="135597" y="104672"/>
                      </a:cubicBezTo>
                      <a:cubicBezTo>
                        <a:pt x="133644" y="102523"/>
                        <a:pt x="130895" y="101269"/>
                        <a:pt x="127992" y="101204"/>
                      </a:cubicBezTo>
                      <a:cubicBezTo>
                        <a:pt x="121429" y="101204"/>
                        <a:pt x="116086" y="107902"/>
                        <a:pt x="116086" y="116087"/>
                      </a:cubicBezTo>
                      <a:cubicBezTo>
                        <a:pt x="116086" y="124273"/>
                        <a:pt x="121429" y="130970"/>
                        <a:pt x="127992" y="130970"/>
                      </a:cubicBezTo>
                      <a:cubicBezTo>
                        <a:pt x="130896" y="130910"/>
                        <a:pt x="133648" y="129656"/>
                        <a:pt x="135597" y="127502"/>
                      </a:cubicBezTo>
                      <a:cubicBezTo>
                        <a:pt x="137870" y="125127"/>
                        <a:pt x="141638" y="125044"/>
                        <a:pt x="144014" y="127316"/>
                      </a:cubicBezTo>
                      <a:close/>
                      <a:moveTo>
                        <a:pt x="74414" y="89298"/>
                      </a:moveTo>
                      <a:cubicBezTo>
                        <a:pt x="61287" y="89298"/>
                        <a:pt x="50602" y="101316"/>
                        <a:pt x="50602" y="116087"/>
                      </a:cubicBezTo>
                      <a:cubicBezTo>
                        <a:pt x="50602" y="130858"/>
                        <a:pt x="61287" y="142876"/>
                        <a:pt x="74414" y="142876"/>
                      </a:cubicBezTo>
                      <a:cubicBezTo>
                        <a:pt x="87541" y="142876"/>
                        <a:pt x="98227" y="130858"/>
                        <a:pt x="98227" y="116087"/>
                      </a:cubicBezTo>
                      <a:cubicBezTo>
                        <a:pt x="98227" y="101316"/>
                        <a:pt x="87541" y="89298"/>
                        <a:pt x="74414" y="89298"/>
                      </a:cubicBezTo>
                      <a:close/>
                      <a:moveTo>
                        <a:pt x="74414" y="130970"/>
                      </a:moveTo>
                      <a:cubicBezTo>
                        <a:pt x="67851" y="130970"/>
                        <a:pt x="62508" y="124273"/>
                        <a:pt x="62508" y="116087"/>
                      </a:cubicBezTo>
                      <a:cubicBezTo>
                        <a:pt x="62508" y="107902"/>
                        <a:pt x="67851" y="101204"/>
                        <a:pt x="74414" y="101204"/>
                      </a:cubicBezTo>
                      <a:cubicBezTo>
                        <a:pt x="80977" y="101204"/>
                        <a:pt x="86320" y="107902"/>
                        <a:pt x="86320" y="116087"/>
                      </a:cubicBezTo>
                      <a:cubicBezTo>
                        <a:pt x="86320" y="124273"/>
                        <a:pt x="80977" y="130970"/>
                        <a:pt x="74414" y="130970"/>
                      </a:cubicBezTo>
                      <a:close/>
                      <a:moveTo>
                        <a:pt x="14883" y="71439"/>
                      </a:moveTo>
                      <a:cubicBezTo>
                        <a:pt x="18171" y="71439"/>
                        <a:pt x="20836" y="68773"/>
                        <a:pt x="20836" y="65486"/>
                      </a:cubicBezTo>
                      <a:lnTo>
                        <a:pt x="20836" y="11907"/>
                      </a:lnTo>
                      <a:lnTo>
                        <a:pt x="86320" y="11907"/>
                      </a:lnTo>
                      <a:lnTo>
                        <a:pt x="86320" y="47626"/>
                      </a:lnTo>
                      <a:cubicBezTo>
                        <a:pt x="86320" y="50914"/>
                        <a:pt x="88986" y="53579"/>
                        <a:pt x="92273" y="53579"/>
                      </a:cubicBezTo>
                      <a:lnTo>
                        <a:pt x="127992" y="53579"/>
                      </a:lnTo>
                      <a:lnTo>
                        <a:pt x="127992" y="65486"/>
                      </a:lnTo>
                      <a:cubicBezTo>
                        <a:pt x="127992" y="68773"/>
                        <a:pt x="130657" y="71439"/>
                        <a:pt x="133945" y="71439"/>
                      </a:cubicBezTo>
                      <a:cubicBezTo>
                        <a:pt x="137233" y="71439"/>
                        <a:pt x="139898" y="68773"/>
                        <a:pt x="139898" y="65486"/>
                      </a:cubicBezTo>
                      <a:lnTo>
                        <a:pt x="139898" y="47626"/>
                      </a:lnTo>
                      <a:cubicBezTo>
                        <a:pt x="139900" y="46047"/>
                        <a:pt x="139273" y="44532"/>
                        <a:pt x="138157" y="43414"/>
                      </a:cubicBezTo>
                      <a:lnTo>
                        <a:pt x="96485" y="1743"/>
                      </a:lnTo>
                      <a:cubicBezTo>
                        <a:pt x="95368" y="626"/>
                        <a:pt x="93853" y="0"/>
                        <a:pt x="92273" y="1"/>
                      </a:cubicBezTo>
                      <a:lnTo>
                        <a:pt x="20836" y="1"/>
                      </a:lnTo>
                      <a:cubicBezTo>
                        <a:pt x="14260" y="1"/>
                        <a:pt x="8930" y="5332"/>
                        <a:pt x="8930" y="11907"/>
                      </a:cubicBezTo>
                      <a:lnTo>
                        <a:pt x="8930" y="65486"/>
                      </a:lnTo>
                      <a:cubicBezTo>
                        <a:pt x="8930" y="68773"/>
                        <a:pt x="11595" y="71439"/>
                        <a:pt x="14883" y="71439"/>
                      </a:cubicBezTo>
                      <a:close/>
                      <a:moveTo>
                        <a:pt x="98227" y="20324"/>
                      </a:moveTo>
                      <a:lnTo>
                        <a:pt x="119576" y="41673"/>
                      </a:lnTo>
                      <a:lnTo>
                        <a:pt x="98227" y="41673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3357562" y="3155156"/>
                <a:ext cx="11942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8D 投诉报告处理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093720" y="3408045"/>
                <a:ext cx="16850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解析客户 8D 报告结构 (D0-D8)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3093720" y="3579495"/>
                <a:ext cx="25971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自动识别问题描述 · 围堵措施 · 根因 · 永久对策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3094672" y="3759041"/>
                <a:ext cx="17481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支持不同客户 8D 模板的自适应解析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6381750" y="2952750"/>
              <a:ext cx="3238500" cy="973931"/>
              <a:chOff x="6381750" y="2952750"/>
              <a:chExt cx="3238500" cy="973931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6381750" y="2952750"/>
                <a:ext cx="3238500" cy="857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6381750" y="2952750"/>
                <a:ext cx="38100" cy="8572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73" name="Group 73"/>
              <p:cNvGrpSpPr/>
              <p:nvPr/>
            </p:nvGrpSpPr>
            <p:grpSpPr>
              <a:xfrm>
                <a:off x="6546056" y="3148012"/>
                <a:ext cx="160734" cy="142875"/>
                <a:chOff x="6546056" y="3148012"/>
                <a:chExt cx="160734" cy="142875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6552009" y="3153966"/>
                  <a:ext cx="148828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828" h="130969">
                      <a:moveTo>
                        <a:pt x="35719" y="53578"/>
                      </a:moveTo>
                      <a:lnTo>
                        <a:pt x="35719" y="77391"/>
                      </a:lnTo>
                      <a:cubicBezTo>
                        <a:pt x="35719" y="80678"/>
                        <a:pt x="33053" y="83344"/>
                        <a:pt x="29766" y="83344"/>
                      </a:cubicBezTo>
                      <a:lnTo>
                        <a:pt x="5953" y="83344"/>
                      </a:lnTo>
                      <a:cubicBezTo>
                        <a:pt x="2665" y="83344"/>
                        <a:pt x="0" y="80678"/>
                        <a:pt x="0" y="77391"/>
                      </a:cubicBezTo>
                      <a:lnTo>
                        <a:pt x="0" y="53578"/>
                      </a:lnTo>
                      <a:cubicBezTo>
                        <a:pt x="0" y="50290"/>
                        <a:pt x="2665" y="47625"/>
                        <a:pt x="5953" y="47625"/>
                      </a:cubicBezTo>
                      <a:lnTo>
                        <a:pt x="29766" y="47625"/>
                      </a:lnTo>
                      <a:cubicBezTo>
                        <a:pt x="33053" y="47625"/>
                        <a:pt x="35719" y="50290"/>
                        <a:pt x="35719" y="53578"/>
                      </a:cubicBezTo>
                      <a:close/>
                      <a:moveTo>
                        <a:pt x="142875" y="0"/>
                      </a:moveTo>
                      <a:lnTo>
                        <a:pt x="107156" y="0"/>
                      </a:lnTo>
                      <a:cubicBezTo>
                        <a:pt x="103868" y="0"/>
                        <a:pt x="101203" y="2665"/>
                        <a:pt x="101203" y="5953"/>
                      </a:cubicBezTo>
                      <a:lnTo>
                        <a:pt x="101203" y="41672"/>
                      </a:lnTo>
                      <a:cubicBezTo>
                        <a:pt x="101203" y="44960"/>
                        <a:pt x="103868" y="47625"/>
                        <a:pt x="107156" y="47625"/>
                      </a:cubicBezTo>
                      <a:lnTo>
                        <a:pt x="142875" y="47625"/>
                      </a:lnTo>
                      <a:cubicBezTo>
                        <a:pt x="146163" y="47625"/>
                        <a:pt x="148828" y="44960"/>
                        <a:pt x="148828" y="41672"/>
                      </a:cubicBezTo>
                      <a:lnTo>
                        <a:pt x="148828" y="5953"/>
                      </a:lnTo>
                      <a:cubicBezTo>
                        <a:pt x="148828" y="2665"/>
                        <a:pt x="146163" y="0"/>
                        <a:pt x="142875" y="0"/>
                      </a:cubicBezTo>
                      <a:close/>
                      <a:moveTo>
                        <a:pt x="142875" y="83344"/>
                      </a:moveTo>
                      <a:lnTo>
                        <a:pt x="107156" y="83344"/>
                      </a:lnTo>
                      <a:cubicBezTo>
                        <a:pt x="103868" y="83344"/>
                        <a:pt x="101203" y="86009"/>
                        <a:pt x="101203" y="89297"/>
                      </a:cubicBezTo>
                      <a:lnTo>
                        <a:pt x="101203" y="125016"/>
                      </a:lnTo>
                      <a:cubicBezTo>
                        <a:pt x="101203" y="128303"/>
                        <a:pt x="103868" y="130969"/>
                        <a:pt x="107156" y="130969"/>
                      </a:cubicBezTo>
                      <a:lnTo>
                        <a:pt x="142875" y="130969"/>
                      </a:lnTo>
                      <a:cubicBezTo>
                        <a:pt x="146163" y="130969"/>
                        <a:pt x="148828" y="128303"/>
                        <a:pt x="148828" y="125016"/>
                      </a:cubicBezTo>
                      <a:lnTo>
                        <a:pt x="148828" y="89297"/>
                      </a:lnTo>
                      <a:cubicBezTo>
                        <a:pt x="148828" y="86009"/>
                        <a:pt x="146163" y="83344"/>
                        <a:pt x="142875" y="83344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6546056" y="3148012"/>
                  <a:ext cx="160734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734" h="142875">
                      <a:moveTo>
                        <a:pt x="113109" y="59531"/>
                      </a:moveTo>
                      <a:lnTo>
                        <a:pt x="148828" y="59531"/>
                      </a:lnTo>
                      <a:cubicBezTo>
                        <a:pt x="155404" y="59531"/>
                        <a:pt x="160734" y="54201"/>
                        <a:pt x="160734" y="47625"/>
                      </a:cubicBezTo>
                      <a:lnTo>
                        <a:pt x="160734" y="11906"/>
                      </a:lnTo>
                      <a:cubicBezTo>
                        <a:pt x="160734" y="5331"/>
                        <a:pt x="155404" y="0"/>
                        <a:pt x="148828" y="0"/>
                      </a:cubicBezTo>
                      <a:lnTo>
                        <a:pt x="113109" y="0"/>
                      </a:lnTo>
                      <a:cubicBezTo>
                        <a:pt x="106534" y="0"/>
                        <a:pt x="101203" y="5331"/>
                        <a:pt x="101203" y="11906"/>
                      </a:cubicBezTo>
                      <a:lnTo>
                        <a:pt x="101203" y="23812"/>
                      </a:lnTo>
                      <a:lnTo>
                        <a:pt x="95250" y="23812"/>
                      </a:lnTo>
                      <a:cubicBezTo>
                        <a:pt x="82099" y="23812"/>
                        <a:pt x="71438" y="34474"/>
                        <a:pt x="71438" y="47625"/>
                      </a:cubicBezTo>
                      <a:lnTo>
                        <a:pt x="71438" y="65484"/>
                      </a:lnTo>
                      <a:lnTo>
                        <a:pt x="47625" y="65484"/>
                      </a:lnTo>
                      <a:lnTo>
                        <a:pt x="47625" y="59531"/>
                      </a:lnTo>
                      <a:cubicBezTo>
                        <a:pt x="47625" y="52956"/>
                        <a:pt x="42294" y="47625"/>
                        <a:pt x="35719" y="47625"/>
                      </a:cubicBezTo>
                      <a:lnTo>
                        <a:pt x="11906" y="47625"/>
                      </a:lnTo>
                      <a:cubicBezTo>
                        <a:pt x="5331" y="47625"/>
                        <a:pt x="0" y="52956"/>
                        <a:pt x="0" y="59531"/>
                      </a:cubicBezTo>
                      <a:lnTo>
                        <a:pt x="0" y="83344"/>
                      </a:lnTo>
                      <a:cubicBezTo>
                        <a:pt x="0" y="89919"/>
                        <a:pt x="5331" y="95250"/>
                        <a:pt x="11906" y="95250"/>
                      </a:cubicBezTo>
                      <a:lnTo>
                        <a:pt x="35719" y="95250"/>
                      </a:lnTo>
                      <a:cubicBezTo>
                        <a:pt x="42294" y="95250"/>
                        <a:pt x="47625" y="89919"/>
                        <a:pt x="47625" y="83344"/>
                      </a:cubicBezTo>
                      <a:lnTo>
                        <a:pt x="47625" y="77391"/>
                      </a:lnTo>
                      <a:lnTo>
                        <a:pt x="71438" y="77391"/>
                      </a:lnTo>
                      <a:lnTo>
                        <a:pt x="71438" y="95250"/>
                      </a:lnTo>
                      <a:cubicBezTo>
                        <a:pt x="71438" y="108401"/>
                        <a:pt x="82099" y="119062"/>
                        <a:pt x="95250" y="119062"/>
                      </a:cubicBezTo>
                      <a:lnTo>
                        <a:pt x="101203" y="119062"/>
                      </a:lnTo>
                      <a:lnTo>
                        <a:pt x="101203" y="130969"/>
                      </a:lnTo>
                      <a:cubicBezTo>
                        <a:pt x="101203" y="137544"/>
                        <a:pt x="106534" y="142875"/>
                        <a:pt x="113109" y="142875"/>
                      </a:cubicBezTo>
                      <a:lnTo>
                        <a:pt x="148828" y="142875"/>
                      </a:lnTo>
                      <a:cubicBezTo>
                        <a:pt x="155404" y="142875"/>
                        <a:pt x="160734" y="137544"/>
                        <a:pt x="160734" y="130969"/>
                      </a:cubicBezTo>
                      <a:lnTo>
                        <a:pt x="160734" y="95250"/>
                      </a:lnTo>
                      <a:cubicBezTo>
                        <a:pt x="160734" y="88674"/>
                        <a:pt x="155404" y="83344"/>
                        <a:pt x="148828" y="83344"/>
                      </a:cubicBezTo>
                      <a:lnTo>
                        <a:pt x="113109" y="83344"/>
                      </a:lnTo>
                      <a:cubicBezTo>
                        <a:pt x="106534" y="83344"/>
                        <a:pt x="101203" y="88674"/>
                        <a:pt x="101203" y="95250"/>
                      </a:cubicBezTo>
                      <a:lnTo>
                        <a:pt x="101203" y="107156"/>
                      </a:lnTo>
                      <a:lnTo>
                        <a:pt x="95250" y="107156"/>
                      </a:lnTo>
                      <a:cubicBezTo>
                        <a:pt x="88674" y="107156"/>
                        <a:pt x="83344" y="101826"/>
                        <a:pt x="83344" y="95250"/>
                      </a:cubicBezTo>
                      <a:lnTo>
                        <a:pt x="83344" y="47625"/>
                      </a:lnTo>
                      <a:cubicBezTo>
                        <a:pt x="83344" y="41049"/>
                        <a:pt x="88674" y="35719"/>
                        <a:pt x="95250" y="35719"/>
                      </a:cubicBezTo>
                      <a:lnTo>
                        <a:pt x="101203" y="35719"/>
                      </a:lnTo>
                      <a:lnTo>
                        <a:pt x="101203" y="47625"/>
                      </a:lnTo>
                      <a:cubicBezTo>
                        <a:pt x="101203" y="54201"/>
                        <a:pt x="106534" y="59531"/>
                        <a:pt x="113109" y="59531"/>
                      </a:cubicBezTo>
                      <a:close/>
                      <a:moveTo>
                        <a:pt x="35719" y="83344"/>
                      </a:moveTo>
                      <a:lnTo>
                        <a:pt x="11906" y="83344"/>
                      </a:lnTo>
                      <a:lnTo>
                        <a:pt x="11906" y="59531"/>
                      </a:lnTo>
                      <a:lnTo>
                        <a:pt x="35719" y="59531"/>
                      </a:lnTo>
                      <a:lnTo>
                        <a:pt x="35719" y="83344"/>
                      </a:lnTo>
                      <a:close/>
                      <a:moveTo>
                        <a:pt x="113109" y="95250"/>
                      </a:moveTo>
                      <a:lnTo>
                        <a:pt x="148828" y="95250"/>
                      </a:lnTo>
                      <a:lnTo>
                        <a:pt x="148828" y="130969"/>
                      </a:lnTo>
                      <a:lnTo>
                        <a:pt x="113109" y="130969"/>
                      </a:lnTo>
                      <a:close/>
                      <a:moveTo>
                        <a:pt x="113109" y="11906"/>
                      </a:moveTo>
                      <a:lnTo>
                        <a:pt x="148828" y="11906"/>
                      </a:lnTo>
                      <a:lnTo>
                        <a:pt x="148828" y="47625"/>
                      </a:lnTo>
                      <a:lnTo>
                        <a:pt x="113109" y="47625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74" name="TextBox 74"/>
              <p:cNvSpPr txBox="1"/>
              <p:nvPr/>
            </p:nvSpPr>
            <p:spPr>
              <a:xfrm>
                <a:off x="6786562" y="31551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鱼骨图分析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522720" y="3408045"/>
                <a:ext cx="15110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Ishikawa 因果分析辅助生成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522720" y="357949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6M 维度自动分类 (人机料法环测)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523672" y="3759041"/>
                <a:ext cx="156114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从历史案例中推荐可能根因分支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2952750" y="3905250"/>
              <a:ext cx="3238500" cy="745331"/>
              <a:chOff x="2952750" y="3905250"/>
              <a:chExt cx="3238500" cy="745331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2952750" y="3905250"/>
                <a:ext cx="32385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952750" y="3905250"/>
                <a:ext cx="38100" cy="666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83" name="Group 83"/>
              <p:cNvGrpSpPr/>
              <p:nvPr/>
            </p:nvGrpSpPr>
            <p:grpSpPr>
              <a:xfrm>
                <a:off x="3123009" y="4094559"/>
                <a:ext cx="154781" cy="154781"/>
                <a:chOff x="3123009" y="4094559"/>
                <a:chExt cx="154781" cy="154781"/>
              </a:xfrm>
            </p:grpSpPr>
            <p:sp>
              <p:nvSpPr>
                <p:cNvPr id="81" name="Freeform 81"/>
                <p:cNvSpPr/>
                <p:nvPr/>
              </p:nvSpPr>
              <p:spPr>
                <a:xfrm>
                  <a:off x="3128962" y="41005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142875" y="71438"/>
                      </a:moveTo>
                      <a:cubicBezTo>
                        <a:pt x="142875" y="110891"/>
                        <a:pt x="110891" y="142875"/>
                        <a:pt x="71438" y="142875"/>
                      </a:cubicBezTo>
                      <a:cubicBezTo>
                        <a:pt x="31984" y="142875"/>
                        <a:pt x="0" y="110891"/>
                        <a:pt x="0" y="71438"/>
                      </a:cubicBezTo>
                      <a:cubicBezTo>
                        <a:pt x="0" y="31984"/>
                        <a:pt x="31984" y="0"/>
                        <a:pt x="71438" y="0"/>
                      </a:cubicBezTo>
                      <a:cubicBezTo>
                        <a:pt x="110891" y="0"/>
                        <a:pt x="142875" y="31984"/>
                        <a:pt x="142875" y="71438"/>
                      </a:cubicBez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82" name="Freeform 82"/>
                <p:cNvSpPr/>
                <p:nvPr/>
              </p:nvSpPr>
              <p:spPr>
                <a:xfrm>
                  <a:off x="3123009" y="4094559"/>
                  <a:ext cx="154781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54781">
                      <a:moveTo>
                        <a:pt x="86320" y="116086"/>
                      </a:moveTo>
                      <a:cubicBezTo>
                        <a:pt x="86320" y="121018"/>
                        <a:pt x="82322" y="125016"/>
                        <a:pt x="77391" y="125016"/>
                      </a:cubicBezTo>
                      <a:cubicBezTo>
                        <a:pt x="72459" y="125016"/>
                        <a:pt x="68461" y="121018"/>
                        <a:pt x="68461" y="116086"/>
                      </a:cubicBezTo>
                      <a:cubicBezTo>
                        <a:pt x="68461" y="111154"/>
                        <a:pt x="72459" y="107156"/>
                        <a:pt x="77391" y="107156"/>
                      </a:cubicBezTo>
                      <a:cubicBezTo>
                        <a:pt x="82322" y="107156"/>
                        <a:pt x="86320" y="111154"/>
                        <a:pt x="86320" y="116086"/>
                      </a:cubicBezTo>
                      <a:close/>
                      <a:moveTo>
                        <a:pt x="77391" y="35719"/>
                      </a:moveTo>
                      <a:cubicBezTo>
                        <a:pt x="60975" y="35719"/>
                        <a:pt x="47625" y="47737"/>
                        <a:pt x="47625" y="62508"/>
                      </a:cubicBezTo>
                      <a:lnTo>
                        <a:pt x="47625" y="65484"/>
                      </a:lnTo>
                      <a:cubicBezTo>
                        <a:pt x="47625" y="68772"/>
                        <a:pt x="50290" y="71438"/>
                        <a:pt x="53578" y="71438"/>
                      </a:cubicBezTo>
                      <a:cubicBezTo>
                        <a:pt x="56866" y="71438"/>
                        <a:pt x="59531" y="68772"/>
                        <a:pt x="59531" y="65484"/>
                      </a:cubicBezTo>
                      <a:lnTo>
                        <a:pt x="59531" y="62508"/>
                      </a:lnTo>
                      <a:cubicBezTo>
                        <a:pt x="59531" y="54322"/>
                        <a:pt x="67546" y="47625"/>
                        <a:pt x="77391" y="47625"/>
                      </a:cubicBezTo>
                      <a:cubicBezTo>
                        <a:pt x="87236" y="47625"/>
                        <a:pt x="95250" y="54322"/>
                        <a:pt x="95250" y="62508"/>
                      </a:cubicBezTo>
                      <a:cubicBezTo>
                        <a:pt x="95250" y="70693"/>
                        <a:pt x="87236" y="77391"/>
                        <a:pt x="77391" y="77391"/>
                      </a:cubicBezTo>
                      <a:cubicBezTo>
                        <a:pt x="74103" y="77391"/>
                        <a:pt x="71438" y="80056"/>
                        <a:pt x="71438" y="83344"/>
                      </a:cubicBezTo>
                      <a:lnTo>
                        <a:pt x="71438" y="89297"/>
                      </a:lnTo>
                      <a:cubicBezTo>
                        <a:pt x="71438" y="92585"/>
                        <a:pt x="74103" y="95250"/>
                        <a:pt x="77391" y="95250"/>
                      </a:cubicBezTo>
                      <a:cubicBezTo>
                        <a:pt x="80678" y="95250"/>
                        <a:pt x="83344" y="92585"/>
                        <a:pt x="83344" y="89297"/>
                      </a:cubicBezTo>
                      <a:lnTo>
                        <a:pt x="83344" y="88761"/>
                      </a:lnTo>
                      <a:cubicBezTo>
                        <a:pt x="96917" y="86268"/>
                        <a:pt x="107156" y="75441"/>
                        <a:pt x="107156" y="62508"/>
                      </a:cubicBezTo>
                      <a:cubicBezTo>
                        <a:pt x="107156" y="47737"/>
                        <a:pt x="93806" y="35719"/>
                        <a:pt x="77391" y="35719"/>
                      </a:cubicBezTo>
                      <a:close/>
                      <a:moveTo>
                        <a:pt x="154781" y="77391"/>
                      </a:moveTo>
                      <a:cubicBezTo>
                        <a:pt x="154781" y="120132"/>
                        <a:pt x="120132" y="154781"/>
                        <a:pt x="77391" y="154781"/>
                      </a:cubicBezTo>
                      <a:cubicBezTo>
                        <a:pt x="34649" y="154781"/>
                        <a:pt x="0" y="120132"/>
                        <a:pt x="0" y="77391"/>
                      </a:cubicBezTo>
                      <a:cubicBezTo>
                        <a:pt x="0" y="34649"/>
                        <a:pt x="34649" y="0"/>
                        <a:pt x="77391" y="0"/>
                      </a:cubicBezTo>
                      <a:cubicBezTo>
                        <a:pt x="120114" y="45"/>
                        <a:pt x="154736" y="34668"/>
                        <a:pt x="154781" y="77391"/>
                      </a:cubicBezTo>
                      <a:close/>
                      <a:moveTo>
                        <a:pt x="142875" y="77391"/>
                      </a:moveTo>
                      <a:cubicBezTo>
                        <a:pt x="142875" y="41225"/>
                        <a:pt x="113557" y="11906"/>
                        <a:pt x="77391" y="11906"/>
                      </a:cubicBezTo>
                      <a:cubicBezTo>
                        <a:pt x="41225" y="11906"/>
                        <a:pt x="11906" y="41225"/>
                        <a:pt x="11906" y="77391"/>
                      </a:cubicBezTo>
                      <a:cubicBezTo>
                        <a:pt x="11906" y="113557"/>
                        <a:pt x="41225" y="142875"/>
                        <a:pt x="77391" y="142875"/>
                      </a:cubicBezTo>
                      <a:cubicBezTo>
                        <a:pt x="113540" y="142834"/>
                        <a:pt x="142834" y="113540"/>
                        <a:pt x="142875" y="77391"/>
                      </a:cubicBez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84" name="TextBox 84"/>
              <p:cNvSpPr txBox="1"/>
              <p:nvPr/>
            </p:nvSpPr>
            <p:spPr>
              <a:xfrm>
                <a:off x="3357562" y="4107656"/>
                <a:ext cx="11705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5-Why 分析引导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3093720" y="4322445"/>
                <a:ext cx="20811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逐步追问式根因挖掘 · 避免停留在表象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3094672" y="4482941"/>
                <a:ext cx="202320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Agent 自动检测逻辑断裂 · 提示补充证据</a:t>
                </a: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6381750" y="3905250"/>
              <a:ext cx="3410236" cy="745331"/>
              <a:chOff x="6381750" y="3905250"/>
              <a:chExt cx="3410236" cy="745331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6381750" y="3905250"/>
                <a:ext cx="32385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9" name="Rectangle 89"/>
              <p:cNvSpPr/>
              <p:nvPr/>
            </p:nvSpPr>
            <p:spPr>
              <a:xfrm>
                <a:off x="6381750" y="3905250"/>
                <a:ext cx="38100" cy="6667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grpSp>
            <p:nvGrpSpPr>
              <p:cNvPr id="92" name="Group 92"/>
              <p:cNvGrpSpPr/>
              <p:nvPr/>
            </p:nvGrpSpPr>
            <p:grpSpPr>
              <a:xfrm>
                <a:off x="6557961" y="4100512"/>
                <a:ext cx="142877" cy="142875"/>
                <a:chOff x="6557961" y="4100512"/>
                <a:chExt cx="142877" cy="142875"/>
              </a:xfrm>
            </p:grpSpPr>
            <p:sp>
              <p:nvSpPr>
                <p:cNvPr id="90" name="Freeform 90"/>
                <p:cNvSpPr/>
                <p:nvPr/>
              </p:nvSpPr>
              <p:spPr>
                <a:xfrm>
                  <a:off x="6563916" y="4112419"/>
                  <a:ext cx="130969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19062">
                      <a:moveTo>
                        <a:pt x="130969" y="0"/>
                      </a:moveTo>
                      <a:lnTo>
                        <a:pt x="130969" y="35719"/>
                      </a:lnTo>
                      <a:lnTo>
                        <a:pt x="95250" y="35719"/>
                      </a:lnTo>
                      <a:close/>
                      <a:moveTo>
                        <a:pt x="0" y="119062"/>
                      </a:moveTo>
                      <a:lnTo>
                        <a:pt x="35719" y="83344"/>
                      </a:lnTo>
                      <a:lnTo>
                        <a:pt x="0" y="83344"/>
                      </a:lnTo>
                      <a:close/>
                    </a:path>
                  </a:pathLst>
                </a:custGeom>
                <a:solidFill>
                  <a:srgbClr val="6C3FD4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91" name="Freeform 91"/>
                <p:cNvSpPr/>
                <p:nvPr/>
              </p:nvSpPr>
              <p:spPr>
                <a:xfrm>
                  <a:off x="6557961" y="4100512"/>
                  <a:ext cx="142877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7" h="142875">
                      <a:moveTo>
                        <a:pt x="139201" y="6407"/>
                      </a:moveTo>
                      <a:cubicBezTo>
                        <a:pt x="136977" y="5484"/>
                        <a:pt x="134415" y="5992"/>
                        <a:pt x="132712" y="7694"/>
                      </a:cubicBezTo>
                      <a:lnTo>
                        <a:pt x="120761" y="19653"/>
                      </a:lnTo>
                      <a:cubicBezTo>
                        <a:pt x="105767" y="6772"/>
                        <a:pt x="88823" y="0"/>
                        <a:pt x="71439" y="0"/>
                      </a:cubicBezTo>
                      <a:cubicBezTo>
                        <a:pt x="39575" y="0"/>
                        <a:pt x="20406" y="18804"/>
                        <a:pt x="19603" y="19601"/>
                      </a:cubicBezTo>
                      <a:cubicBezTo>
                        <a:pt x="17276" y="21927"/>
                        <a:pt x="17276" y="25698"/>
                        <a:pt x="19603" y="28024"/>
                      </a:cubicBezTo>
                      <a:cubicBezTo>
                        <a:pt x="21929" y="30350"/>
                        <a:pt x="25700" y="30350"/>
                        <a:pt x="28026" y="28024"/>
                      </a:cubicBezTo>
                      <a:cubicBezTo>
                        <a:pt x="28183" y="27861"/>
                        <a:pt x="44449" y="11906"/>
                        <a:pt x="71439" y="11906"/>
                      </a:cubicBezTo>
                      <a:cubicBezTo>
                        <a:pt x="88681" y="11906"/>
                        <a:pt x="102634" y="19980"/>
                        <a:pt x="112308" y="28099"/>
                      </a:cubicBezTo>
                      <a:lnTo>
                        <a:pt x="96993" y="43413"/>
                      </a:lnTo>
                      <a:cubicBezTo>
                        <a:pt x="95289" y="45116"/>
                        <a:pt x="94778" y="47678"/>
                        <a:pt x="95701" y="49904"/>
                      </a:cubicBezTo>
                      <a:cubicBezTo>
                        <a:pt x="96623" y="52130"/>
                        <a:pt x="98796" y="53580"/>
                        <a:pt x="101205" y="53578"/>
                      </a:cubicBezTo>
                      <a:lnTo>
                        <a:pt x="136924" y="53578"/>
                      </a:lnTo>
                      <a:cubicBezTo>
                        <a:pt x="140212" y="53578"/>
                        <a:pt x="142877" y="50913"/>
                        <a:pt x="142877" y="47625"/>
                      </a:cubicBezTo>
                      <a:lnTo>
                        <a:pt x="142877" y="11906"/>
                      </a:lnTo>
                      <a:cubicBezTo>
                        <a:pt x="142876" y="9498"/>
                        <a:pt x="141426" y="7328"/>
                        <a:pt x="139201" y="6407"/>
                      </a:cubicBezTo>
                      <a:close/>
                      <a:moveTo>
                        <a:pt x="130971" y="41672"/>
                      </a:moveTo>
                      <a:lnTo>
                        <a:pt x="115574" y="41672"/>
                      </a:lnTo>
                      <a:lnTo>
                        <a:pt x="130971" y="26276"/>
                      </a:lnTo>
                      <a:close/>
                      <a:moveTo>
                        <a:pt x="114853" y="114851"/>
                      </a:moveTo>
                      <a:cubicBezTo>
                        <a:pt x="114696" y="115014"/>
                        <a:pt x="98429" y="130969"/>
                        <a:pt x="71439" y="130969"/>
                      </a:cubicBezTo>
                      <a:cubicBezTo>
                        <a:pt x="54198" y="130969"/>
                        <a:pt x="40245" y="122895"/>
                        <a:pt x="30571" y="114776"/>
                      </a:cubicBezTo>
                      <a:lnTo>
                        <a:pt x="45886" y="99462"/>
                      </a:lnTo>
                      <a:cubicBezTo>
                        <a:pt x="47590" y="97759"/>
                        <a:pt x="48100" y="95197"/>
                        <a:pt x="47178" y="92971"/>
                      </a:cubicBezTo>
                      <a:cubicBezTo>
                        <a:pt x="46256" y="90745"/>
                        <a:pt x="44083" y="89295"/>
                        <a:pt x="41674" y="89297"/>
                      </a:cubicBezTo>
                      <a:lnTo>
                        <a:pt x="5955" y="89297"/>
                      </a:lnTo>
                      <a:cubicBezTo>
                        <a:pt x="2667" y="89297"/>
                        <a:pt x="2" y="91962"/>
                        <a:pt x="2" y="95250"/>
                      </a:cubicBezTo>
                      <a:lnTo>
                        <a:pt x="2" y="130969"/>
                      </a:lnTo>
                      <a:cubicBezTo>
                        <a:pt x="0" y="133378"/>
                        <a:pt x="1450" y="135551"/>
                        <a:pt x="3676" y="136473"/>
                      </a:cubicBezTo>
                      <a:cubicBezTo>
                        <a:pt x="5902" y="137395"/>
                        <a:pt x="8464" y="136885"/>
                        <a:pt x="10167" y="135181"/>
                      </a:cubicBezTo>
                      <a:lnTo>
                        <a:pt x="22118" y="123222"/>
                      </a:lnTo>
                      <a:cubicBezTo>
                        <a:pt x="37112" y="136103"/>
                        <a:pt x="54056" y="142875"/>
                        <a:pt x="71439" y="142875"/>
                      </a:cubicBezTo>
                      <a:cubicBezTo>
                        <a:pt x="103303" y="142875"/>
                        <a:pt x="122473" y="124071"/>
                        <a:pt x="123276" y="123274"/>
                      </a:cubicBezTo>
                      <a:cubicBezTo>
                        <a:pt x="125602" y="120948"/>
                        <a:pt x="125602" y="117177"/>
                        <a:pt x="123276" y="114851"/>
                      </a:cubicBezTo>
                      <a:cubicBezTo>
                        <a:pt x="120950" y="112525"/>
                        <a:pt x="117179" y="112525"/>
                        <a:pt x="114853" y="114851"/>
                      </a:cubicBezTo>
                      <a:close/>
                      <a:moveTo>
                        <a:pt x="11908" y="101203"/>
                      </a:moveTo>
                      <a:lnTo>
                        <a:pt x="27304" y="101203"/>
                      </a:lnTo>
                      <a:lnTo>
                        <a:pt x="11908" y="116599"/>
                      </a:lnTo>
                      <a:close/>
                    </a:path>
                  </a:pathLst>
                </a:custGeom>
                <a:solidFill>
                  <a:srgbClr val="6C3FD4"/>
                </a:solidFill>
                <a:ln>
                  <a:noFill/>
                </a:ln>
              </p:spPr>
            </p:sp>
          </p:grpSp>
          <p:sp>
            <p:nvSpPr>
              <p:cNvPr id="93" name="TextBox 93"/>
              <p:cNvSpPr txBox="1"/>
              <p:nvPr/>
            </p:nvSpPr>
            <p:spPr>
              <a:xfrm>
                <a:off x="6786562" y="4107656"/>
                <a:ext cx="124147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纠正 vs 纠正措施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6522720" y="4322445"/>
                <a:ext cx="326926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区分 Correction / Corrective Action / Preventive Action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6523672" y="4482941"/>
                <a:ext cx="16546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智能推荐 CA 方案 · 效果跟踪闭环</a:t>
                </a:r>
              </a:p>
            </p:txBody>
          </p:sp>
        </p:grpSp>
      </p:grpSp>
      <p:grpSp>
        <p:nvGrpSpPr>
          <p:cNvPr id="100" name="Group 100"/>
          <p:cNvGrpSpPr/>
          <p:nvPr/>
        </p:nvGrpSpPr>
        <p:grpSpPr>
          <a:xfrm>
            <a:off x="1752600" y="4686300"/>
            <a:ext cx="114300" cy="285750"/>
            <a:chOff x="1752600" y="4686300"/>
            <a:chExt cx="114300" cy="285750"/>
          </a:xfrm>
        </p:grpSpPr>
        <p:sp>
          <p:nvSpPr>
            <p:cNvPr id="98" name="Line 98"/>
            <p:cNvSpPr/>
            <p:nvPr/>
          </p:nvSpPr>
          <p:spPr>
            <a:xfrm>
              <a:off x="1809750" y="46863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6C3FD4"/>
              </a:solidFill>
              <a:custDash>
                <a:ds d="200000" sp="150000"/>
              </a:custDash>
            </a:ln>
          </p:spPr>
        </p:sp>
        <p:sp>
          <p:nvSpPr>
            <p:cNvPr id="99" name="Polygon 99"/>
            <p:cNvSpPr/>
            <p:nvPr/>
          </p:nvSpPr>
          <p:spPr>
            <a:xfrm>
              <a:off x="1752600" y="48768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5715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139" name="Group 139"/>
          <p:cNvGrpSpPr/>
          <p:nvPr/>
        </p:nvGrpSpPr>
        <p:grpSpPr>
          <a:xfrm>
            <a:off x="762000" y="4972050"/>
            <a:ext cx="10668000" cy="1219200"/>
            <a:chOff x="762000" y="4972050"/>
            <a:chExt cx="10668000" cy="1219200"/>
          </a:xfrm>
        </p:grpSpPr>
        <p:sp>
          <p:nvSpPr>
            <p:cNvPr id="101" name="Rectangle 101"/>
            <p:cNvSpPr/>
            <p:nvPr/>
          </p:nvSpPr>
          <p:spPr>
            <a:xfrm>
              <a:off x="762000" y="4972050"/>
              <a:ext cx="10668000" cy="11430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62000" y="4972050"/>
              <a:ext cx="2095500" cy="11430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486795" y="5088255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P3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502378" y="5601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智能升级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430179" y="5824538"/>
              <a:ext cx="75914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60000"/>
                    </a:srgbClr>
                  </a:solidFill>
                  <a:latin typeface="Consolas"/>
                  <a:ea typeface="Microsoft YaHei"/>
                  <a:cs typeface="Consolas"/>
                </a:rPr>
                <a:t>AI ENHANCEMENT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2952750" y="5105400"/>
              <a:ext cx="1905000" cy="247650"/>
            </a:xfrm>
            <a:prstGeom prst="rect">
              <a:avLst/>
            </a:prstGeom>
            <a:solidFill>
              <a:srgbClr val="E8456B">
                <a:alpha val="6000"/>
              </a:srgb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3303842" y="51635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456B"/>
                  </a:solidFill>
                  <a:latin typeface="Arial"/>
                  <a:ea typeface="Microsoft YaHei"/>
                  <a:cs typeface="Arial"/>
                </a:rPr>
                <a:t>智能决策与自动化</a:t>
              </a:r>
            </a:p>
          </p:txBody>
        </p:sp>
        <p:grpSp>
          <p:nvGrpSpPr>
            <p:cNvPr id="138" name="Group 138"/>
            <p:cNvGrpSpPr/>
            <p:nvPr/>
          </p:nvGrpSpPr>
          <p:grpSpPr>
            <a:xfrm>
              <a:off x="2952750" y="5448300"/>
              <a:ext cx="6762750" cy="742950"/>
              <a:chOff x="2952750" y="5448300"/>
              <a:chExt cx="6762750" cy="742950"/>
            </a:xfrm>
          </p:grpSpPr>
          <p:sp>
            <p:nvSpPr>
              <p:cNvPr id="108" name="Rectangle 108"/>
              <p:cNvSpPr/>
              <p:nvPr/>
            </p:nvSpPr>
            <p:spPr>
              <a:xfrm>
                <a:off x="2952750" y="5448300"/>
                <a:ext cx="21907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11" name="Group 111"/>
              <p:cNvGrpSpPr/>
              <p:nvPr/>
            </p:nvGrpSpPr>
            <p:grpSpPr>
              <a:xfrm>
                <a:off x="3090708" y="5552735"/>
                <a:ext cx="104971" cy="133690"/>
                <a:chOff x="3090708" y="5552735"/>
                <a:chExt cx="104971" cy="133690"/>
              </a:xfrm>
            </p:grpSpPr>
            <p:sp>
              <p:nvSpPr>
                <p:cNvPr id="109" name="Freeform 109"/>
                <p:cNvSpPr/>
                <p:nvPr/>
              </p:nvSpPr>
              <p:spPr>
                <a:xfrm>
                  <a:off x="3095482" y="5557528"/>
                  <a:ext cx="95406" cy="1050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06" h="105085">
                      <a:moveTo>
                        <a:pt x="95393" y="47935"/>
                      </a:moveTo>
                      <a:cubicBezTo>
                        <a:pt x="95406" y="62556"/>
                        <a:pt x="88690" y="76371"/>
                        <a:pt x="77182" y="85392"/>
                      </a:cubicBezTo>
                      <a:cubicBezTo>
                        <a:pt x="73668" y="88115"/>
                        <a:pt x="71602" y="92304"/>
                        <a:pt x="71580" y="96750"/>
                      </a:cubicBezTo>
                      <a:lnTo>
                        <a:pt x="71580" y="100322"/>
                      </a:lnTo>
                      <a:cubicBezTo>
                        <a:pt x="71580" y="102952"/>
                        <a:pt x="69448" y="105085"/>
                        <a:pt x="66818" y="105085"/>
                      </a:cubicBezTo>
                      <a:lnTo>
                        <a:pt x="28718" y="105085"/>
                      </a:lnTo>
                      <a:cubicBezTo>
                        <a:pt x="26088" y="105085"/>
                        <a:pt x="23955" y="102952"/>
                        <a:pt x="23955" y="100322"/>
                      </a:cubicBezTo>
                      <a:lnTo>
                        <a:pt x="23955" y="96750"/>
                      </a:lnTo>
                      <a:cubicBezTo>
                        <a:pt x="23951" y="92328"/>
                        <a:pt x="21908" y="88155"/>
                        <a:pt x="18419" y="85439"/>
                      </a:cubicBezTo>
                      <a:cubicBezTo>
                        <a:pt x="6949" y="76479"/>
                        <a:pt x="214" y="62758"/>
                        <a:pt x="143" y="48202"/>
                      </a:cubicBezTo>
                      <a:cubicBezTo>
                        <a:pt x="0" y="22390"/>
                        <a:pt x="20812" y="905"/>
                        <a:pt x="46619" y="310"/>
                      </a:cubicBezTo>
                      <a:cubicBezTo>
                        <a:pt x="59448" y="0"/>
                        <a:pt x="71859" y="4881"/>
                        <a:pt x="81040" y="13846"/>
                      </a:cubicBezTo>
                      <a:cubicBezTo>
                        <a:pt x="90222" y="22811"/>
                        <a:pt x="95397" y="35102"/>
                        <a:pt x="95393" y="47935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0" name="Freeform 110"/>
                <p:cNvSpPr/>
                <p:nvPr/>
              </p:nvSpPr>
              <p:spPr>
                <a:xfrm>
                  <a:off x="3090708" y="5552735"/>
                  <a:ext cx="104971" cy="1336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71" h="133690">
                      <a:moveTo>
                        <a:pt x="81117" y="128928"/>
                      </a:moveTo>
                      <a:cubicBezTo>
                        <a:pt x="81117" y="131558"/>
                        <a:pt x="78985" y="133690"/>
                        <a:pt x="76355" y="133690"/>
                      </a:cubicBezTo>
                      <a:lnTo>
                        <a:pt x="28730" y="133690"/>
                      </a:lnTo>
                      <a:cubicBezTo>
                        <a:pt x="26100" y="133690"/>
                        <a:pt x="23967" y="131558"/>
                        <a:pt x="23967" y="128928"/>
                      </a:cubicBezTo>
                      <a:cubicBezTo>
                        <a:pt x="23967" y="126297"/>
                        <a:pt x="26100" y="124165"/>
                        <a:pt x="28730" y="124165"/>
                      </a:cubicBezTo>
                      <a:lnTo>
                        <a:pt x="76355" y="124165"/>
                      </a:lnTo>
                      <a:cubicBezTo>
                        <a:pt x="78985" y="124165"/>
                        <a:pt x="81117" y="126297"/>
                        <a:pt x="81117" y="128928"/>
                      </a:cubicBezTo>
                      <a:close/>
                      <a:moveTo>
                        <a:pt x="104930" y="52728"/>
                      </a:moveTo>
                      <a:cubicBezTo>
                        <a:pt x="104971" y="68816"/>
                        <a:pt x="97580" y="84022"/>
                        <a:pt x="84903" y="93929"/>
                      </a:cubicBezTo>
                      <a:cubicBezTo>
                        <a:pt x="82533" y="95746"/>
                        <a:pt x="81136" y="98557"/>
                        <a:pt x="81117" y="101543"/>
                      </a:cubicBezTo>
                      <a:lnTo>
                        <a:pt x="81117" y="105115"/>
                      </a:lnTo>
                      <a:cubicBezTo>
                        <a:pt x="81117" y="110376"/>
                        <a:pt x="76853" y="114640"/>
                        <a:pt x="71592" y="114640"/>
                      </a:cubicBezTo>
                      <a:lnTo>
                        <a:pt x="33492" y="114640"/>
                      </a:lnTo>
                      <a:cubicBezTo>
                        <a:pt x="28232" y="114640"/>
                        <a:pt x="23967" y="110376"/>
                        <a:pt x="23967" y="105115"/>
                      </a:cubicBezTo>
                      <a:lnTo>
                        <a:pt x="23967" y="101543"/>
                      </a:lnTo>
                      <a:cubicBezTo>
                        <a:pt x="23965" y="98592"/>
                        <a:pt x="22596" y="95809"/>
                        <a:pt x="20258" y="94007"/>
                      </a:cubicBezTo>
                      <a:cubicBezTo>
                        <a:pt x="7615" y="84159"/>
                        <a:pt x="201" y="69045"/>
                        <a:pt x="155" y="53019"/>
                      </a:cubicBezTo>
                      <a:cubicBezTo>
                        <a:pt x="0" y="24647"/>
                        <a:pt x="22931" y="1019"/>
                        <a:pt x="51280" y="340"/>
                      </a:cubicBezTo>
                      <a:cubicBezTo>
                        <a:pt x="65392" y="0"/>
                        <a:pt x="79043" y="5369"/>
                        <a:pt x="89142" y="15231"/>
                      </a:cubicBezTo>
                      <a:cubicBezTo>
                        <a:pt x="99242" y="25092"/>
                        <a:pt x="104934" y="38612"/>
                        <a:pt x="104930" y="52728"/>
                      </a:cubicBezTo>
                      <a:close/>
                      <a:moveTo>
                        <a:pt x="95405" y="52728"/>
                      </a:moveTo>
                      <a:cubicBezTo>
                        <a:pt x="95408" y="41178"/>
                        <a:pt x="90750" y="30116"/>
                        <a:pt x="82487" y="22047"/>
                      </a:cubicBezTo>
                      <a:cubicBezTo>
                        <a:pt x="74223" y="13978"/>
                        <a:pt x="63053" y="9586"/>
                        <a:pt x="51506" y="9865"/>
                      </a:cubicBezTo>
                      <a:cubicBezTo>
                        <a:pt x="28289" y="10413"/>
                        <a:pt x="9555" y="29743"/>
                        <a:pt x="9680" y="52960"/>
                      </a:cubicBezTo>
                      <a:cubicBezTo>
                        <a:pt x="9724" y="66066"/>
                        <a:pt x="15791" y="78425"/>
                        <a:pt x="26134" y="86476"/>
                      </a:cubicBezTo>
                      <a:cubicBezTo>
                        <a:pt x="30784" y="90091"/>
                        <a:pt x="33501" y="95653"/>
                        <a:pt x="33492" y="101543"/>
                      </a:cubicBezTo>
                      <a:lnTo>
                        <a:pt x="33492" y="105115"/>
                      </a:lnTo>
                      <a:lnTo>
                        <a:pt x="71592" y="105115"/>
                      </a:lnTo>
                      <a:lnTo>
                        <a:pt x="71592" y="101543"/>
                      </a:lnTo>
                      <a:cubicBezTo>
                        <a:pt x="71606" y="95637"/>
                        <a:pt x="74345" y="90067"/>
                        <a:pt x="79016" y="86452"/>
                      </a:cubicBezTo>
                      <a:cubicBezTo>
                        <a:pt x="89392" y="78343"/>
                        <a:pt x="95441" y="65896"/>
                        <a:pt x="95405" y="52728"/>
                      </a:cubicBezTo>
                      <a:close/>
                      <a:moveTo>
                        <a:pt x="85814" y="47167"/>
                      </a:moveTo>
                      <a:cubicBezTo>
                        <a:pt x="83285" y="33040"/>
                        <a:pt x="72225" y="21982"/>
                        <a:pt x="58097" y="19456"/>
                      </a:cubicBezTo>
                      <a:cubicBezTo>
                        <a:pt x="55502" y="19018"/>
                        <a:pt x="53045" y="20767"/>
                        <a:pt x="52608" y="23361"/>
                      </a:cubicBezTo>
                      <a:cubicBezTo>
                        <a:pt x="52170" y="25955"/>
                        <a:pt x="53919" y="28412"/>
                        <a:pt x="56513" y="28850"/>
                      </a:cubicBezTo>
                      <a:cubicBezTo>
                        <a:pt x="66377" y="30510"/>
                        <a:pt x="74747" y="38881"/>
                        <a:pt x="76420" y="48763"/>
                      </a:cubicBezTo>
                      <a:cubicBezTo>
                        <a:pt x="76809" y="51053"/>
                        <a:pt x="78794" y="52728"/>
                        <a:pt x="81117" y="52728"/>
                      </a:cubicBezTo>
                      <a:cubicBezTo>
                        <a:pt x="81386" y="52726"/>
                        <a:pt x="81655" y="52704"/>
                        <a:pt x="81921" y="52662"/>
                      </a:cubicBezTo>
                      <a:cubicBezTo>
                        <a:pt x="84513" y="52220"/>
                        <a:pt x="86256" y="49760"/>
                        <a:pt x="85814" y="47167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12" name="TextBox 112"/>
              <p:cNvSpPr txBox="1"/>
              <p:nvPr/>
            </p:nvSpPr>
            <p:spPr>
              <a:xfrm>
                <a:off x="3283268" y="55621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历史案例库构建与相似匹配</a:t>
                </a:r>
              </a:p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5238750" y="5448300"/>
                <a:ext cx="21907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16" name="Group 116"/>
              <p:cNvGrpSpPr/>
              <p:nvPr/>
            </p:nvGrpSpPr>
            <p:grpSpPr>
              <a:xfrm>
                <a:off x="5367338" y="5562600"/>
                <a:ext cx="123825" cy="109538"/>
                <a:chOff x="5367338" y="5562600"/>
                <a:chExt cx="123825" cy="109538"/>
              </a:xfrm>
            </p:grpSpPr>
            <p:sp>
              <p:nvSpPr>
                <p:cNvPr id="114" name="Freeform 114"/>
                <p:cNvSpPr/>
                <p:nvPr/>
              </p:nvSpPr>
              <p:spPr>
                <a:xfrm>
                  <a:off x="5443538" y="5567362"/>
                  <a:ext cx="33338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100012">
                      <a:moveTo>
                        <a:pt x="33338" y="0"/>
                      </a:moveTo>
                      <a:lnTo>
                        <a:pt x="33338" y="100012"/>
                      </a:lnTo>
                      <a:lnTo>
                        <a:pt x="0" y="1000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15" name="Freeform 115"/>
                <p:cNvSpPr/>
                <p:nvPr/>
              </p:nvSpPr>
              <p:spPr>
                <a:xfrm>
                  <a:off x="5367338" y="5562600"/>
                  <a:ext cx="123825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09538">
                      <a:moveTo>
                        <a:pt x="119062" y="100012"/>
                      </a:moveTo>
                      <a:lnTo>
                        <a:pt x="114300" y="100012"/>
                      </a:lnTo>
                      <a:lnTo>
                        <a:pt x="114300" y="4762"/>
                      </a:lnTo>
                      <a:cubicBezTo>
                        <a:pt x="114300" y="2132"/>
                        <a:pt x="112168" y="0"/>
                        <a:pt x="109538" y="0"/>
                      </a:cubicBezTo>
                      <a:lnTo>
                        <a:pt x="76200" y="0"/>
                      </a:lnTo>
                      <a:cubicBezTo>
                        <a:pt x="73570" y="0"/>
                        <a:pt x="71438" y="2132"/>
                        <a:pt x="71438" y="4762"/>
                      </a:cubicBezTo>
                      <a:lnTo>
                        <a:pt x="71438" y="28575"/>
                      </a:lnTo>
                      <a:lnTo>
                        <a:pt x="42862" y="28575"/>
                      </a:lnTo>
                      <a:cubicBezTo>
                        <a:pt x="40232" y="28575"/>
                        <a:pt x="38100" y="30707"/>
                        <a:pt x="38100" y="33338"/>
                      </a:cubicBezTo>
                      <a:lnTo>
                        <a:pt x="38100" y="57150"/>
                      </a:lnTo>
                      <a:lnTo>
                        <a:pt x="14288" y="57150"/>
                      </a:lnTo>
                      <a:cubicBezTo>
                        <a:pt x="11657" y="57150"/>
                        <a:pt x="9525" y="59282"/>
                        <a:pt x="9525" y="61912"/>
                      </a:cubicBezTo>
                      <a:lnTo>
                        <a:pt x="9525" y="100012"/>
                      </a:lnTo>
                      <a:lnTo>
                        <a:pt x="4762" y="100012"/>
                      </a:lnTo>
                      <a:cubicBezTo>
                        <a:pt x="2132" y="100012"/>
                        <a:pt x="0" y="102145"/>
                        <a:pt x="0" y="104775"/>
                      </a:cubicBezTo>
                      <a:cubicBezTo>
                        <a:pt x="0" y="107405"/>
                        <a:pt x="2132" y="109538"/>
                        <a:pt x="4762" y="109538"/>
                      </a:cubicBezTo>
                      <a:lnTo>
                        <a:pt x="119062" y="109538"/>
                      </a:lnTo>
                      <a:cubicBezTo>
                        <a:pt x="121693" y="109538"/>
                        <a:pt x="123825" y="107405"/>
                        <a:pt x="123825" y="104775"/>
                      </a:cubicBezTo>
                      <a:cubicBezTo>
                        <a:pt x="123825" y="102145"/>
                        <a:pt x="121693" y="100012"/>
                        <a:pt x="119062" y="100012"/>
                      </a:cubicBezTo>
                      <a:close/>
                      <a:moveTo>
                        <a:pt x="80962" y="9525"/>
                      </a:moveTo>
                      <a:lnTo>
                        <a:pt x="104775" y="9525"/>
                      </a:lnTo>
                      <a:lnTo>
                        <a:pt x="104775" y="100012"/>
                      </a:lnTo>
                      <a:lnTo>
                        <a:pt x="80962" y="100012"/>
                      </a:lnTo>
                      <a:close/>
                      <a:moveTo>
                        <a:pt x="47625" y="38100"/>
                      </a:moveTo>
                      <a:lnTo>
                        <a:pt x="71438" y="38100"/>
                      </a:lnTo>
                      <a:lnTo>
                        <a:pt x="71438" y="100012"/>
                      </a:lnTo>
                      <a:lnTo>
                        <a:pt x="47625" y="100012"/>
                      </a:lnTo>
                      <a:close/>
                      <a:moveTo>
                        <a:pt x="19050" y="66675"/>
                      </a:moveTo>
                      <a:lnTo>
                        <a:pt x="38100" y="66675"/>
                      </a:lnTo>
                      <a:lnTo>
                        <a:pt x="38100" y="100012"/>
                      </a:lnTo>
                      <a:lnTo>
                        <a:pt x="19050" y="100012"/>
                      </a:ln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17" name="TextBox 117"/>
              <p:cNvSpPr txBox="1"/>
              <p:nvPr/>
            </p:nvSpPr>
            <p:spPr>
              <a:xfrm>
                <a:off x="5569268" y="556212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客诉趋势分析与预警</a:t>
                </a:r>
              </a:p>
            </p:txBody>
          </p:sp>
          <p:sp>
            <p:nvSpPr>
              <p:cNvPr id="118" name="Rectangle 118"/>
              <p:cNvSpPr/>
              <p:nvPr/>
            </p:nvSpPr>
            <p:spPr>
              <a:xfrm>
                <a:off x="7524750" y="5448300"/>
                <a:ext cx="2190750" cy="3429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grpSp>
            <p:nvGrpSpPr>
              <p:cNvPr id="121" name="Group 121"/>
              <p:cNvGrpSpPr/>
              <p:nvPr/>
            </p:nvGrpSpPr>
            <p:grpSpPr>
              <a:xfrm>
                <a:off x="7658100" y="5557834"/>
                <a:ext cx="119066" cy="119066"/>
                <a:chOff x="7658100" y="5557834"/>
                <a:chExt cx="119066" cy="119066"/>
              </a:xfrm>
            </p:grpSpPr>
            <p:sp>
              <p:nvSpPr>
                <p:cNvPr id="119" name="Freeform 119"/>
                <p:cNvSpPr/>
                <p:nvPr/>
              </p:nvSpPr>
              <p:spPr>
                <a:xfrm>
                  <a:off x="7696200" y="5576888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61912" y="19050"/>
                      </a:moveTo>
                      <a:lnTo>
                        <a:pt x="19050" y="61912"/>
                      </a:lnTo>
                      <a:lnTo>
                        <a:pt x="0" y="61912"/>
                      </a:lnTo>
                      <a:lnTo>
                        <a:pt x="0" y="42862"/>
                      </a:lnTo>
                      <a:lnTo>
                        <a:pt x="42862" y="0"/>
                      </a:ln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0" name="Freeform 120"/>
                <p:cNvSpPr/>
                <p:nvPr/>
              </p:nvSpPr>
              <p:spPr>
                <a:xfrm>
                  <a:off x="7658100" y="5557834"/>
                  <a:ext cx="119066" cy="1190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6" h="119066">
                      <a:moveTo>
                        <a:pt x="117669" y="20447"/>
                      </a:moveTo>
                      <a:lnTo>
                        <a:pt x="98619" y="1397"/>
                      </a:lnTo>
                      <a:cubicBezTo>
                        <a:pt x="97726" y="502"/>
                        <a:pt x="96514" y="0"/>
                        <a:pt x="95250" y="0"/>
                      </a:cubicBezTo>
                      <a:cubicBezTo>
                        <a:pt x="93986" y="0"/>
                        <a:pt x="92774" y="502"/>
                        <a:pt x="91881" y="1397"/>
                      </a:cubicBezTo>
                      <a:lnTo>
                        <a:pt x="34731" y="58547"/>
                      </a:lnTo>
                      <a:cubicBezTo>
                        <a:pt x="33838" y="59441"/>
                        <a:pt x="33337" y="60653"/>
                        <a:pt x="33338" y="61916"/>
                      </a:cubicBezTo>
                      <a:lnTo>
                        <a:pt x="33338" y="80966"/>
                      </a:lnTo>
                      <a:cubicBezTo>
                        <a:pt x="33338" y="83597"/>
                        <a:pt x="35470" y="85729"/>
                        <a:pt x="38100" y="85729"/>
                      </a:cubicBezTo>
                      <a:lnTo>
                        <a:pt x="57150" y="85729"/>
                      </a:lnTo>
                      <a:cubicBezTo>
                        <a:pt x="58413" y="85730"/>
                        <a:pt x="59626" y="85229"/>
                        <a:pt x="60519" y="84336"/>
                      </a:cubicBezTo>
                      <a:lnTo>
                        <a:pt x="117669" y="27186"/>
                      </a:lnTo>
                      <a:cubicBezTo>
                        <a:pt x="118564" y="26292"/>
                        <a:pt x="119066" y="25080"/>
                        <a:pt x="119066" y="23816"/>
                      </a:cubicBezTo>
                      <a:cubicBezTo>
                        <a:pt x="119066" y="22552"/>
                        <a:pt x="118564" y="21340"/>
                        <a:pt x="117669" y="20447"/>
                      </a:cubicBezTo>
                      <a:close/>
                      <a:moveTo>
                        <a:pt x="55180" y="76204"/>
                      </a:moveTo>
                      <a:lnTo>
                        <a:pt x="42862" y="76204"/>
                      </a:lnTo>
                      <a:lnTo>
                        <a:pt x="42862" y="63887"/>
                      </a:lnTo>
                      <a:lnTo>
                        <a:pt x="80962" y="25787"/>
                      </a:lnTo>
                      <a:lnTo>
                        <a:pt x="93280" y="38104"/>
                      </a:lnTo>
                      <a:close/>
                      <a:moveTo>
                        <a:pt x="100012" y="31371"/>
                      </a:moveTo>
                      <a:lnTo>
                        <a:pt x="87695" y="19054"/>
                      </a:lnTo>
                      <a:lnTo>
                        <a:pt x="95250" y="11499"/>
                      </a:lnTo>
                      <a:lnTo>
                        <a:pt x="107567" y="23816"/>
                      </a:lnTo>
                      <a:close/>
                      <a:moveTo>
                        <a:pt x="114300" y="57154"/>
                      </a:moveTo>
                      <a:lnTo>
                        <a:pt x="114300" y="109541"/>
                      </a:lnTo>
                      <a:cubicBezTo>
                        <a:pt x="114300" y="114802"/>
                        <a:pt x="110036" y="119066"/>
                        <a:pt x="104775" y="119066"/>
                      </a:cubicBezTo>
                      <a:lnTo>
                        <a:pt x="9525" y="119066"/>
                      </a:lnTo>
                      <a:cubicBezTo>
                        <a:pt x="4264" y="119066"/>
                        <a:pt x="0" y="114802"/>
                        <a:pt x="0" y="109541"/>
                      </a:cubicBezTo>
                      <a:lnTo>
                        <a:pt x="0" y="14291"/>
                      </a:lnTo>
                      <a:cubicBezTo>
                        <a:pt x="0" y="9031"/>
                        <a:pt x="4264" y="4766"/>
                        <a:pt x="9525" y="4766"/>
                      </a:cubicBezTo>
                      <a:lnTo>
                        <a:pt x="61912" y="4766"/>
                      </a:lnTo>
                      <a:cubicBezTo>
                        <a:pt x="64543" y="4766"/>
                        <a:pt x="66675" y="6898"/>
                        <a:pt x="66675" y="9529"/>
                      </a:cubicBezTo>
                      <a:cubicBezTo>
                        <a:pt x="66675" y="12159"/>
                        <a:pt x="64543" y="14291"/>
                        <a:pt x="61912" y="14291"/>
                      </a:cubicBezTo>
                      <a:lnTo>
                        <a:pt x="9525" y="14291"/>
                      </a:lnTo>
                      <a:lnTo>
                        <a:pt x="9525" y="109541"/>
                      </a:lnTo>
                      <a:lnTo>
                        <a:pt x="104775" y="109541"/>
                      </a:lnTo>
                      <a:lnTo>
                        <a:pt x="104775" y="57154"/>
                      </a:lnTo>
                      <a:cubicBezTo>
                        <a:pt x="104775" y="54523"/>
                        <a:pt x="106907" y="52391"/>
                        <a:pt x="109538" y="52391"/>
                      </a:cubicBezTo>
                      <a:cubicBezTo>
                        <a:pt x="112168" y="52391"/>
                        <a:pt x="114300" y="54523"/>
                        <a:pt x="114300" y="57154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22" name="TextBox 122"/>
              <p:cNvSpPr txBox="1"/>
              <p:nvPr/>
            </p:nvSpPr>
            <p:spPr>
              <a:xfrm>
                <a:off x="7855268" y="5562124"/>
                <a:ext cx="9868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8D 报告自动生成</a:t>
                </a:r>
              </a:p>
            </p:txBody>
          </p:sp>
          <p:sp>
            <p:nvSpPr>
              <p:cNvPr id="123" name="Rectangle 123"/>
              <p:cNvSpPr/>
              <p:nvPr/>
            </p:nvSpPr>
            <p:spPr>
              <a:xfrm>
                <a:off x="2952750" y="5848350"/>
                <a:ext cx="219075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26" name="Group 126"/>
              <p:cNvGrpSpPr/>
              <p:nvPr/>
            </p:nvGrpSpPr>
            <p:grpSpPr>
              <a:xfrm>
                <a:off x="3078051" y="5954624"/>
                <a:ext cx="130371" cy="130390"/>
                <a:chOff x="3078051" y="5954624"/>
                <a:chExt cx="130371" cy="130390"/>
              </a:xfrm>
            </p:grpSpPr>
            <p:sp>
              <p:nvSpPr>
                <p:cNvPr id="124" name="Freeform 124"/>
                <p:cNvSpPr/>
                <p:nvPr/>
              </p:nvSpPr>
              <p:spPr>
                <a:xfrm>
                  <a:off x="3083466" y="5960016"/>
                  <a:ext cx="119568" cy="1195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68" h="119568">
                      <a:moveTo>
                        <a:pt x="108564" y="51414"/>
                      </a:moveTo>
                      <a:lnTo>
                        <a:pt x="91895" y="68083"/>
                      </a:lnTo>
                      <a:cubicBezTo>
                        <a:pt x="87621" y="72370"/>
                        <a:pt x="82090" y="75182"/>
                        <a:pt x="76108" y="76108"/>
                      </a:cubicBezTo>
                      <a:cubicBezTo>
                        <a:pt x="75182" y="82090"/>
                        <a:pt x="72370" y="87621"/>
                        <a:pt x="68083" y="91895"/>
                      </a:cubicBezTo>
                      <a:lnTo>
                        <a:pt x="51414" y="108564"/>
                      </a:lnTo>
                      <a:cubicBezTo>
                        <a:pt x="40229" y="119568"/>
                        <a:pt x="22263" y="119495"/>
                        <a:pt x="11168" y="108400"/>
                      </a:cubicBezTo>
                      <a:cubicBezTo>
                        <a:pt x="73" y="97305"/>
                        <a:pt x="0" y="79339"/>
                        <a:pt x="11004" y="68154"/>
                      </a:cubicBezTo>
                      <a:lnTo>
                        <a:pt x="27673" y="51486"/>
                      </a:lnTo>
                      <a:cubicBezTo>
                        <a:pt x="31947" y="47198"/>
                        <a:pt x="37478" y="44387"/>
                        <a:pt x="43461" y="43461"/>
                      </a:cubicBezTo>
                      <a:cubicBezTo>
                        <a:pt x="44387" y="37478"/>
                        <a:pt x="47198" y="31947"/>
                        <a:pt x="51486" y="27673"/>
                      </a:cubicBezTo>
                      <a:lnTo>
                        <a:pt x="68154" y="11004"/>
                      </a:lnTo>
                      <a:cubicBezTo>
                        <a:pt x="79339" y="0"/>
                        <a:pt x="97305" y="73"/>
                        <a:pt x="108400" y="11168"/>
                      </a:cubicBezTo>
                      <a:cubicBezTo>
                        <a:pt x="119495" y="22263"/>
                        <a:pt x="119568" y="40229"/>
                        <a:pt x="108564" y="51414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25" name="Freeform 125"/>
                <p:cNvSpPr/>
                <p:nvPr/>
              </p:nvSpPr>
              <p:spPr>
                <a:xfrm>
                  <a:off x="3078051" y="5954624"/>
                  <a:ext cx="130371" cy="1303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371" h="130390">
                      <a:moveTo>
                        <a:pt x="70879" y="99918"/>
                      </a:moveTo>
                      <a:cubicBezTo>
                        <a:pt x="72737" y="101778"/>
                        <a:pt x="72737" y="104791"/>
                        <a:pt x="70879" y="106651"/>
                      </a:cubicBezTo>
                      <a:lnTo>
                        <a:pt x="60199" y="117367"/>
                      </a:lnTo>
                      <a:cubicBezTo>
                        <a:pt x="47167" y="130390"/>
                        <a:pt x="26046" y="130383"/>
                        <a:pt x="13023" y="117352"/>
                      </a:cubicBezTo>
                      <a:cubicBezTo>
                        <a:pt x="0" y="104320"/>
                        <a:pt x="7" y="83199"/>
                        <a:pt x="13038" y="70176"/>
                      </a:cubicBezTo>
                      <a:lnTo>
                        <a:pt x="29778" y="53442"/>
                      </a:lnTo>
                      <a:cubicBezTo>
                        <a:pt x="42255" y="40952"/>
                        <a:pt x="62305" y="40354"/>
                        <a:pt x="75504" y="52079"/>
                      </a:cubicBezTo>
                      <a:cubicBezTo>
                        <a:pt x="77477" y="53828"/>
                        <a:pt x="77658" y="56845"/>
                        <a:pt x="75909" y="58818"/>
                      </a:cubicBezTo>
                      <a:cubicBezTo>
                        <a:pt x="74160" y="60790"/>
                        <a:pt x="71143" y="60972"/>
                        <a:pt x="69170" y="59222"/>
                      </a:cubicBezTo>
                      <a:cubicBezTo>
                        <a:pt x="59744" y="50852"/>
                        <a:pt x="45429" y="51278"/>
                        <a:pt x="36517" y="60193"/>
                      </a:cubicBezTo>
                      <a:lnTo>
                        <a:pt x="19777" y="76915"/>
                      </a:lnTo>
                      <a:cubicBezTo>
                        <a:pt x="10476" y="86216"/>
                        <a:pt x="10476" y="101297"/>
                        <a:pt x="19777" y="110598"/>
                      </a:cubicBezTo>
                      <a:cubicBezTo>
                        <a:pt x="29078" y="119899"/>
                        <a:pt x="44158" y="119899"/>
                        <a:pt x="53460" y="110598"/>
                      </a:cubicBezTo>
                      <a:lnTo>
                        <a:pt x="64140" y="99918"/>
                      </a:lnTo>
                      <a:cubicBezTo>
                        <a:pt x="65033" y="99024"/>
                        <a:pt x="66245" y="98521"/>
                        <a:pt x="67509" y="98521"/>
                      </a:cubicBezTo>
                      <a:cubicBezTo>
                        <a:pt x="68773" y="98521"/>
                        <a:pt x="69985" y="99024"/>
                        <a:pt x="70879" y="99918"/>
                      </a:cubicBezTo>
                      <a:close/>
                      <a:moveTo>
                        <a:pt x="117361" y="13002"/>
                      </a:moveTo>
                      <a:cubicBezTo>
                        <a:pt x="104329" y="0"/>
                        <a:pt x="83231" y="0"/>
                        <a:pt x="70200" y="13002"/>
                      </a:cubicBezTo>
                      <a:lnTo>
                        <a:pt x="59520" y="23700"/>
                      </a:lnTo>
                      <a:cubicBezTo>
                        <a:pt x="57661" y="25561"/>
                        <a:pt x="57662" y="28577"/>
                        <a:pt x="59523" y="30436"/>
                      </a:cubicBezTo>
                      <a:cubicBezTo>
                        <a:pt x="61384" y="32295"/>
                        <a:pt x="64400" y="32294"/>
                        <a:pt x="66259" y="30433"/>
                      </a:cubicBezTo>
                      <a:lnTo>
                        <a:pt x="76939" y="19753"/>
                      </a:lnTo>
                      <a:cubicBezTo>
                        <a:pt x="86240" y="10452"/>
                        <a:pt x="101320" y="10452"/>
                        <a:pt x="110622" y="19753"/>
                      </a:cubicBezTo>
                      <a:cubicBezTo>
                        <a:pt x="119923" y="29054"/>
                        <a:pt x="119923" y="44135"/>
                        <a:pt x="110622" y="53436"/>
                      </a:cubicBezTo>
                      <a:lnTo>
                        <a:pt x="93881" y="70176"/>
                      </a:lnTo>
                      <a:cubicBezTo>
                        <a:pt x="84965" y="79086"/>
                        <a:pt x="70649" y="79504"/>
                        <a:pt x="61228" y="71129"/>
                      </a:cubicBezTo>
                      <a:cubicBezTo>
                        <a:pt x="59256" y="69380"/>
                        <a:pt x="56239" y="69561"/>
                        <a:pt x="54490" y="71534"/>
                      </a:cubicBezTo>
                      <a:cubicBezTo>
                        <a:pt x="52740" y="73506"/>
                        <a:pt x="52922" y="76523"/>
                        <a:pt x="54894" y="78272"/>
                      </a:cubicBezTo>
                      <a:cubicBezTo>
                        <a:pt x="68090" y="90000"/>
                        <a:pt x="88140" y="89408"/>
                        <a:pt x="100620" y="76921"/>
                      </a:cubicBezTo>
                      <a:lnTo>
                        <a:pt x="117361" y="60187"/>
                      </a:lnTo>
                      <a:cubicBezTo>
                        <a:pt x="130371" y="47154"/>
                        <a:pt x="130371" y="26047"/>
                        <a:pt x="117361" y="13014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27" name="TextBox 127"/>
              <p:cNvSpPr txBox="1"/>
              <p:nvPr/>
            </p:nvSpPr>
            <p:spPr>
              <a:xfrm>
                <a:off x="3283268" y="5962174"/>
                <a:ext cx="14224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ERP/CRM/PLM 系统集成</a:t>
                </a:r>
              </a:p>
            </p:txBody>
          </p:sp>
          <p:sp>
            <p:nvSpPr>
              <p:cNvPr id="128" name="Rectangle 128"/>
              <p:cNvSpPr/>
              <p:nvPr/>
            </p:nvSpPr>
            <p:spPr>
              <a:xfrm>
                <a:off x="5238750" y="5848350"/>
                <a:ext cx="219075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31" name="Group 131"/>
              <p:cNvGrpSpPr/>
              <p:nvPr/>
            </p:nvGrpSpPr>
            <p:grpSpPr>
              <a:xfrm>
                <a:off x="5371694" y="5947690"/>
                <a:ext cx="115112" cy="134023"/>
                <a:chOff x="5371694" y="5947690"/>
                <a:chExt cx="115112" cy="134023"/>
              </a:xfrm>
            </p:grpSpPr>
            <p:sp>
              <p:nvSpPr>
                <p:cNvPr id="129" name="Freeform 129"/>
                <p:cNvSpPr/>
                <p:nvPr/>
              </p:nvSpPr>
              <p:spPr>
                <a:xfrm>
                  <a:off x="5376654" y="6009626"/>
                  <a:ext cx="105191" cy="62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91" h="62834">
                      <a:moveTo>
                        <a:pt x="32837" y="48274"/>
                      </a:moveTo>
                      <a:lnTo>
                        <a:pt x="15305" y="61514"/>
                      </a:lnTo>
                      <a:cubicBezTo>
                        <a:pt x="14022" y="62542"/>
                        <a:pt x="12298" y="62834"/>
                        <a:pt x="10747" y="62288"/>
                      </a:cubicBezTo>
                      <a:cubicBezTo>
                        <a:pt x="9196" y="61742"/>
                        <a:pt x="8036" y="60434"/>
                        <a:pt x="7679" y="58829"/>
                      </a:cubicBezTo>
                      <a:lnTo>
                        <a:pt x="321" y="25712"/>
                      </a:lnTo>
                      <a:cubicBezTo>
                        <a:pt x="0" y="24271"/>
                        <a:pt x="365" y="22762"/>
                        <a:pt x="1310" y="21628"/>
                      </a:cubicBezTo>
                      <a:lnTo>
                        <a:pt x="19353" y="0"/>
                      </a:lnTo>
                      <a:cubicBezTo>
                        <a:pt x="18663" y="13895"/>
                        <a:pt x="22056" y="30075"/>
                        <a:pt x="32837" y="48274"/>
                      </a:cubicBezTo>
                      <a:close/>
                      <a:moveTo>
                        <a:pt x="103882" y="21628"/>
                      </a:moveTo>
                      <a:lnTo>
                        <a:pt x="85838" y="0"/>
                      </a:lnTo>
                      <a:cubicBezTo>
                        <a:pt x="86558" y="13895"/>
                        <a:pt x="83135" y="30075"/>
                        <a:pt x="72354" y="48274"/>
                      </a:cubicBezTo>
                      <a:lnTo>
                        <a:pt x="89886" y="61514"/>
                      </a:lnTo>
                      <a:cubicBezTo>
                        <a:pt x="91170" y="62542"/>
                        <a:pt x="92893" y="62834"/>
                        <a:pt x="94444" y="62288"/>
                      </a:cubicBezTo>
                      <a:cubicBezTo>
                        <a:pt x="95996" y="61742"/>
                        <a:pt x="97155" y="60434"/>
                        <a:pt x="97512" y="58829"/>
                      </a:cubicBezTo>
                      <a:lnTo>
                        <a:pt x="104870" y="25712"/>
                      </a:lnTo>
                      <a:cubicBezTo>
                        <a:pt x="105191" y="24271"/>
                        <a:pt x="104826" y="22762"/>
                        <a:pt x="103882" y="21628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0" name="Freeform 130"/>
                <p:cNvSpPr/>
                <p:nvPr/>
              </p:nvSpPr>
              <p:spPr>
                <a:xfrm>
                  <a:off x="5371694" y="5947690"/>
                  <a:ext cx="115112" cy="134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112" h="134023">
                      <a:moveTo>
                        <a:pt x="71844" y="129260"/>
                      </a:moveTo>
                      <a:cubicBezTo>
                        <a:pt x="71844" y="131890"/>
                        <a:pt x="69711" y="134023"/>
                        <a:pt x="67081" y="134023"/>
                      </a:cubicBezTo>
                      <a:lnTo>
                        <a:pt x="48031" y="134023"/>
                      </a:lnTo>
                      <a:cubicBezTo>
                        <a:pt x="45401" y="134023"/>
                        <a:pt x="43269" y="131890"/>
                        <a:pt x="43269" y="129260"/>
                      </a:cubicBezTo>
                      <a:cubicBezTo>
                        <a:pt x="43269" y="126630"/>
                        <a:pt x="45401" y="124498"/>
                        <a:pt x="48031" y="124498"/>
                      </a:cubicBezTo>
                      <a:lnTo>
                        <a:pt x="67081" y="124498"/>
                      </a:lnTo>
                      <a:cubicBezTo>
                        <a:pt x="69711" y="124498"/>
                        <a:pt x="71844" y="126630"/>
                        <a:pt x="71844" y="129260"/>
                      </a:cubicBezTo>
                      <a:close/>
                      <a:moveTo>
                        <a:pt x="57556" y="62585"/>
                      </a:moveTo>
                      <a:cubicBezTo>
                        <a:pt x="61502" y="62585"/>
                        <a:pt x="64700" y="59387"/>
                        <a:pt x="64700" y="55441"/>
                      </a:cubicBezTo>
                      <a:cubicBezTo>
                        <a:pt x="64700" y="51496"/>
                        <a:pt x="61502" y="48298"/>
                        <a:pt x="57556" y="48298"/>
                      </a:cubicBezTo>
                      <a:cubicBezTo>
                        <a:pt x="53611" y="48298"/>
                        <a:pt x="50412" y="51496"/>
                        <a:pt x="50412" y="55441"/>
                      </a:cubicBezTo>
                      <a:cubicBezTo>
                        <a:pt x="50412" y="59387"/>
                        <a:pt x="53611" y="62585"/>
                        <a:pt x="57556" y="62585"/>
                      </a:cubicBezTo>
                      <a:close/>
                      <a:moveTo>
                        <a:pt x="114480" y="88678"/>
                      </a:moveTo>
                      <a:lnTo>
                        <a:pt x="107122" y="121795"/>
                      </a:lnTo>
                      <a:cubicBezTo>
                        <a:pt x="106412" y="124992"/>
                        <a:pt x="104110" y="127600"/>
                        <a:pt x="101027" y="128701"/>
                      </a:cubicBezTo>
                      <a:cubicBezTo>
                        <a:pt x="97943" y="129802"/>
                        <a:pt x="94510" y="129242"/>
                        <a:pt x="91936" y="127218"/>
                      </a:cubicBezTo>
                      <a:lnTo>
                        <a:pt x="75719" y="114973"/>
                      </a:lnTo>
                      <a:lnTo>
                        <a:pt x="39405" y="114973"/>
                      </a:lnTo>
                      <a:lnTo>
                        <a:pt x="23177" y="127218"/>
                      </a:lnTo>
                      <a:cubicBezTo>
                        <a:pt x="20603" y="129242"/>
                        <a:pt x="17170" y="129802"/>
                        <a:pt x="14086" y="128701"/>
                      </a:cubicBezTo>
                      <a:cubicBezTo>
                        <a:pt x="11002" y="127600"/>
                        <a:pt x="8700" y="124992"/>
                        <a:pt x="7990" y="121795"/>
                      </a:cubicBezTo>
                      <a:lnTo>
                        <a:pt x="632" y="88678"/>
                      </a:lnTo>
                      <a:cubicBezTo>
                        <a:pt x="0" y="85798"/>
                        <a:pt x="729" y="82787"/>
                        <a:pt x="2609" y="80516"/>
                      </a:cubicBezTo>
                      <a:lnTo>
                        <a:pt x="19611" y="60121"/>
                      </a:lnTo>
                      <a:cubicBezTo>
                        <a:pt x="20182" y="52625"/>
                        <a:pt x="21902" y="45262"/>
                        <a:pt x="24713" y="38290"/>
                      </a:cubicBezTo>
                      <a:cubicBezTo>
                        <a:pt x="32392" y="19038"/>
                        <a:pt x="46144" y="6959"/>
                        <a:pt x="51722" y="2661"/>
                      </a:cubicBezTo>
                      <a:cubicBezTo>
                        <a:pt x="55156" y="0"/>
                        <a:pt x="59956" y="0"/>
                        <a:pt x="63390" y="2661"/>
                      </a:cubicBezTo>
                      <a:cubicBezTo>
                        <a:pt x="68950" y="6959"/>
                        <a:pt x="82720" y="19038"/>
                        <a:pt x="90400" y="38290"/>
                      </a:cubicBezTo>
                      <a:cubicBezTo>
                        <a:pt x="93210" y="45262"/>
                        <a:pt x="94931" y="52625"/>
                        <a:pt x="95501" y="60121"/>
                      </a:cubicBezTo>
                      <a:lnTo>
                        <a:pt x="112504" y="80516"/>
                      </a:lnTo>
                      <a:cubicBezTo>
                        <a:pt x="114383" y="82787"/>
                        <a:pt x="115112" y="85798"/>
                        <a:pt x="114480" y="88678"/>
                      </a:cubicBezTo>
                      <a:close/>
                      <a:moveTo>
                        <a:pt x="40548" y="105448"/>
                      </a:moveTo>
                      <a:lnTo>
                        <a:pt x="74564" y="105448"/>
                      </a:lnTo>
                      <a:cubicBezTo>
                        <a:pt x="87137" y="83100"/>
                        <a:pt x="89489" y="61704"/>
                        <a:pt x="81553" y="41821"/>
                      </a:cubicBezTo>
                      <a:cubicBezTo>
                        <a:pt x="74552" y="24271"/>
                        <a:pt x="61420" y="13174"/>
                        <a:pt x="57556" y="10198"/>
                      </a:cubicBezTo>
                      <a:cubicBezTo>
                        <a:pt x="53681" y="13174"/>
                        <a:pt x="40548" y="24271"/>
                        <a:pt x="33547" y="41821"/>
                      </a:cubicBezTo>
                      <a:cubicBezTo>
                        <a:pt x="25624" y="61704"/>
                        <a:pt x="27975" y="83100"/>
                        <a:pt x="40548" y="105448"/>
                      </a:cubicBezTo>
                      <a:close/>
                      <a:moveTo>
                        <a:pt x="31618" y="108930"/>
                      </a:moveTo>
                      <a:cubicBezTo>
                        <a:pt x="25209" y="97282"/>
                        <a:pt x="21320" y="85834"/>
                        <a:pt x="19950" y="74587"/>
                      </a:cubicBezTo>
                      <a:lnTo>
                        <a:pt x="9931" y="86612"/>
                      </a:lnTo>
                      <a:lnTo>
                        <a:pt x="17289" y="119735"/>
                      </a:lnTo>
                      <a:lnTo>
                        <a:pt x="17396" y="119658"/>
                      </a:lnTo>
                      <a:close/>
                      <a:moveTo>
                        <a:pt x="105181" y="86612"/>
                      </a:moveTo>
                      <a:lnTo>
                        <a:pt x="95162" y="74587"/>
                      </a:lnTo>
                      <a:cubicBezTo>
                        <a:pt x="93805" y="85810"/>
                        <a:pt x="89923" y="97258"/>
                        <a:pt x="83518" y="108930"/>
                      </a:cubicBezTo>
                      <a:lnTo>
                        <a:pt x="97716" y="119646"/>
                      </a:lnTo>
                      <a:lnTo>
                        <a:pt x="97823" y="119723"/>
                      </a:ln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32" name="TextBox 132"/>
              <p:cNvSpPr txBox="1"/>
              <p:nvPr/>
            </p:nvSpPr>
            <p:spPr>
              <a:xfrm>
                <a:off x="5569268" y="596217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闭环跟踪与效果验证</a:t>
                </a:r>
              </a:p>
            </p:txBody>
          </p:sp>
          <p:sp>
            <p:nvSpPr>
              <p:cNvPr id="133" name="Rectangle 133"/>
              <p:cNvSpPr/>
              <p:nvPr/>
            </p:nvSpPr>
            <p:spPr>
              <a:xfrm>
                <a:off x="7524750" y="5848350"/>
                <a:ext cx="2190750" cy="342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136" name="Group 136"/>
              <p:cNvGrpSpPr/>
              <p:nvPr/>
            </p:nvGrpSpPr>
            <p:grpSpPr>
              <a:xfrm>
                <a:off x="7643185" y="5971456"/>
                <a:ext cx="143649" cy="105691"/>
                <a:chOff x="7643185" y="5971456"/>
                <a:chExt cx="143649" cy="105691"/>
              </a:xfrm>
            </p:grpSpPr>
            <p:sp>
              <p:nvSpPr>
                <p:cNvPr id="134" name="Freeform 134"/>
                <p:cNvSpPr/>
                <p:nvPr/>
              </p:nvSpPr>
              <p:spPr>
                <a:xfrm>
                  <a:off x="7658100" y="5976938"/>
                  <a:ext cx="1143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76200">
                      <a:moveTo>
                        <a:pt x="80962" y="52388"/>
                      </a:moveTo>
                      <a:cubicBezTo>
                        <a:pt x="80962" y="65539"/>
                        <a:pt x="70301" y="76200"/>
                        <a:pt x="57150" y="76200"/>
                      </a:cubicBezTo>
                      <a:cubicBezTo>
                        <a:pt x="43999" y="76200"/>
                        <a:pt x="33338" y="65539"/>
                        <a:pt x="33338" y="52388"/>
                      </a:cubicBezTo>
                      <a:cubicBezTo>
                        <a:pt x="33338" y="39236"/>
                        <a:pt x="43999" y="28575"/>
                        <a:pt x="57150" y="28575"/>
                      </a:cubicBezTo>
                      <a:cubicBezTo>
                        <a:pt x="70301" y="28575"/>
                        <a:pt x="80962" y="39236"/>
                        <a:pt x="80962" y="52388"/>
                      </a:cubicBezTo>
                      <a:close/>
                      <a:moveTo>
                        <a:pt x="19050" y="0"/>
                      </a:moveTo>
                      <a:cubicBezTo>
                        <a:pt x="8529" y="0"/>
                        <a:pt x="0" y="8529"/>
                        <a:pt x="0" y="19050"/>
                      </a:cubicBez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lose/>
                      <a:moveTo>
                        <a:pt x="95250" y="0"/>
                      </a:moveTo>
                      <a:cubicBezTo>
                        <a:pt x="84729" y="0"/>
                        <a:pt x="76200" y="8529"/>
                        <a:pt x="76200" y="19050"/>
                      </a:cubicBezTo>
                      <a:cubicBezTo>
                        <a:pt x="76200" y="29571"/>
                        <a:pt x="84729" y="38100"/>
                        <a:pt x="95250" y="38100"/>
                      </a:cubicBezTo>
                      <a:cubicBezTo>
                        <a:pt x="105771" y="38100"/>
                        <a:pt x="114300" y="29571"/>
                        <a:pt x="114300" y="19050"/>
                      </a:cubicBezTo>
                      <a:cubicBezTo>
                        <a:pt x="114300" y="8529"/>
                        <a:pt x="105771" y="0"/>
                        <a:pt x="95250" y="0"/>
                      </a:cubicBezTo>
                      <a:close/>
                    </a:path>
                  </a:pathLst>
                </a:custGeom>
                <a:solidFill>
                  <a:srgbClr val="E845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5" name="Freeform 135"/>
                <p:cNvSpPr/>
                <p:nvPr/>
              </p:nvSpPr>
              <p:spPr>
                <a:xfrm>
                  <a:off x="7643185" y="5971456"/>
                  <a:ext cx="143649" cy="105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649" h="105691">
                      <a:moveTo>
                        <a:pt x="141597" y="61679"/>
                      </a:moveTo>
                      <a:cubicBezTo>
                        <a:pt x="139493" y="63257"/>
                        <a:pt x="136508" y="62831"/>
                        <a:pt x="134930" y="60726"/>
                      </a:cubicBezTo>
                      <a:cubicBezTo>
                        <a:pt x="129109" y="52902"/>
                        <a:pt x="119917" y="48306"/>
                        <a:pt x="110165" y="48344"/>
                      </a:cubicBezTo>
                      <a:cubicBezTo>
                        <a:pt x="107535" y="48344"/>
                        <a:pt x="105402" y="46212"/>
                        <a:pt x="105402" y="43581"/>
                      </a:cubicBezTo>
                      <a:cubicBezTo>
                        <a:pt x="105402" y="40951"/>
                        <a:pt x="107535" y="38819"/>
                        <a:pt x="110165" y="38819"/>
                      </a:cubicBezTo>
                      <a:cubicBezTo>
                        <a:pt x="117589" y="38818"/>
                        <a:pt x="123776" y="33131"/>
                        <a:pt x="124400" y="25733"/>
                      </a:cubicBezTo>
                      <a:cubicBezTo>
                        <a:pt x="125025" y="18334"/>
                        <a:pt x="119878" y="11691"/>
                        <a:pt x="112559" y="10446"/>
                      </a:cubicBezTo>
                      <a:cubicBezTo>
                        <a:pt x="105239" y="9201"/>
                        <a:pt x="98186" y="13771"/>
                        <a:pt x="96330" y="20959"/>
                      </a:cubicBezTo>
                      <a:cubicBezTo>
                        <a:pt x="95672" y="23508"/>
                        <a:pt x="93073" y="25040"/>
                        <a:pt x="90525" y="24383"/>
                      </a:cubicBezTo>
                      <a:cubicBezTo>
                        <a:pt x="87977" y="23725"/>
                        <a:pt x="86445" y="21126"/>
                        <a:pt x="87102" y="18578"/>
                      </a:cubicBezTo>
                      <a:cubicBezTo>
                        <a:pt x="89646" y="8737"/>
                        <a:pt x="98156" y="1595"/>
                        <a:pt x="108289" y="797"/>
                      </a:cubicBezTo>
                      <a:cubicBezTo>
                        <a:pt x="118423" y="0"/>
                        <a:pt x="127945" y="5723"/>
                        <a:pt x="131997" y="15046"/>
                      </a:cubicBezTo>
                      <a:cubicBezTo>
                        <a:pt x="136048" y="24368"/>
                        <a:pt x="133735" y="35235"/>
                        <a:pt x="126238" y="42099"/>
                      </a:cubicBezTo>
                      <a:cubicBezTo>
                        <a:pt x="132714" y="44903"/>
                        <a:pt x="138344" y="49352"/>
                        <a:pt x="142568" y="55005"/>
                      </a:cubicBezTo>
                      <a:cubicBezTo>
                        <a:pt x="143325" y="56018"/>
                        <a:pt x="143649" y="57291"/>
                        <a:pt x="143467" y="58543"/>
                      </a:cubicBezTo>
                      <a:cubicBezTo>
                        <a:pt x="143285" y="59795"/>
                        <a:pt x="142612" y="60924"/>
                        <a:pt x="141597" y="61679"/>
                      </a:cubicBezTo>
                      <a:close/>
                      <a:moveTo>
                        <a:pt x="109522" y="98350"/>
                      </a:moveTo>
                      <a:cubicBezTo>
                        <a:pt x="110427" y="99826"/>
                        <a:pt x="110460" y="101677"/>
                        <a:pt x="109608" y="103184"/>
                      </a:cubicBezTo>
                      <a:cubicBezTo>
                        <a:pt x="108756" y="104691"/>
                        <a:pt x="107153" y="105617"/>
                        <a:pt x="105421" y="105602"/>
                      </a:cubicBezTo>
                      <a:cubicBezTo>
                        <a:pt x="103690" y="105587"/>
                        <a:pt x="102103" y="104634"/>
                        <a:pt x="101277" y="103113"/>
                      </a:cubicBezTo>
                      <a:cubicBezTo>
                        <a:pt x="95172" y="92780"/>
                        <a:pt x="84063" y="86440"/>
                        <a:pt x="72062" y="86440"/>
                      </a:cubicBezTo>
                      <a:cubicBezTo>
                        <a:pt x="60060" y="86440"/>
                        <a:pt x="48952" y="92780"/>
                        <a:pt x="42847" y="103113"/>
                      </a:cubicBezTo>
                      <a:cubicBezTo>
                        <a:pt x="42036" y="104663"/>
                        <a:pt x="40441" y="105643"/>
                        <a:pt x="38691" y="105667"/>
                      </a:cubicBezTo>
                      <a:cubicBezTo>
                        <a:pt x="36942" y="105691"/>
                        <a:pt x="35321" y="104754"/>
                        <a:pt x="34468" y="103226"/>
                      </a:cubicBezTo>
                      <a:cubicBezTo>
                        <a:pt x="33616" y="101698"/>
                        <a:pt x="33669" y="99826"/>
                        <a:pt x="34608" y="98350"/>
                      </a:cubicBezTo>
                      <a:cubicBezTo>
                        <a:pt x="39225" y="90417"/>
                        <a:pt x="46265" y="84174"/>
                        <a:pt x="54694" y="80538"/>
                      </a:cubicBezTo>
                      <a:cubicBezTo>
                        <a:pt x="44969" y="73093"/>
                        <a:pt x="41071" y="60279"/>
                        <a:pt x="45001" y="48679"/>
                      </a:cubicBezTo>
                      <a:cubicBezTo>
                        <a:pt x="48932" y="37080"/>
                        <a:pt x="59817" y="29275"/>
                        <a:pt x="72065" y="29275"/>
                      </a:cubicBezTo>
                      <a:cubicBezTo>
                        <a:pt x="84312" y="29275"/>
                        <a:pt x="95198" y="37080"/>
                        <a:pt x="99128" y="48679"/>
                      </a:cubicBezTo>
                      <a:cubicBezTo>
                        <a:pt x="103059" y="60279"/>
                        <a:pt x="99160" y="73093"/>
                        <a:pt x="89436" y="80538"/>
                      </a:cubicBezTo>
                      <a:cubicBezTo>
                        <a:pt x="97864" y="84174"/>
                        <a:pt x="104905" y="90417"/>
                        <a:pt x="109522" y="98350"/>
                      </a:cubicBezTo>
                      <a:close/>
                      <a:moveTo>
                        <a:pt x="72065" y="76919"/>
                      </a:moveTo>
                      <a:cubicBezTo>
                        <a:pt x="82586" y="76919"/>
                        <a:pt x="91115" y="68390"/>
                        <a:pt x="91115" y="57869"/>
                      </a:cubicBezTo>
                      <a:cubicBezTo>
                        <a:pt x="91115" y="47348"/>
                        <a:pt x="82586" y="38819"/>
                        <a:pt x="72065" y="38819"/>
                      </a:cubicBezTo>
                      <a:cubicBezTo>
                        <a:pt x="61544" y="38819"/>
                        <a:pt x="53015" y="47348"/>
                        <a:pt x="53015" y="57869"/>
                      </a:cubicBezTo>
                      <a:cubicBezTo>
                        <a:pt x="53015" y="68390"/>
                        <a:pt x="61544" y="76919"/>
                        <a:pt x="72065" y="76919"/>
                      </a:cubicBezTo>
                      <a:close/>
                      <a:moveTo>
                        <a:pt x="38727" y="43581"/>
                      </a:moveTo>
                      <a:cubicBezTo>
                        <a:pt x="38727" y="40951"/>
                        <a:pt x="36595" y="38819"/>
                        <a:pt x="33965" y="38819"/>
                      </a:cubicBezTo>
                      <a:cubicBezTo>
                        <a:pt x="26540" y="38818"/>
                        <a:pt x="20353" y="33131"/>
                        <a:pt x="19729" y="25733"/>
                      </a:cubicBezTo>
                      <a:cubicBezTo>
                        <a:pt x="19105" y="18334"/>
                        <a:pt x="24251" y="11691"/>
                        <a:pt x="31571" y="10446"/>
                      </a:cubicBezTo>
                      <a:cubicBezTo>
                        <a:pt x="38891" y="9201"/>
                        <a:pt x="45944" y="13771"/>
                        <a:pt x="47800" y="20959"/>
                      </a:cubicBezTo>
                      <a:cubicBezTo>
                        <a:pt x="48457" y="23508"/>
                        <a:pt x="51056" y="25040"/>
                        <a:pt x="53604" y="24383"/>
                      </a:cubicBezTo>
                      <a:cubicBezTo>
                        <a:pt x="56152" y="23725"/>
                        <a:pt x="57685" y="21126"/>
                        <a:pt x="57027" y="18578"/>
                      </a:cubicBezTo>
                      <a:cubicBezTo>
                        <a:pt x="54484" y="8737"/>
                        <a:pt x="45974" y="1595"/>
                        <a:pt x="35840" y="797"/>
                      </a:cubicBezTo>
                      <a:cubicBezTo>
                        <a:pt x="25707" y="0"/>
                        <a:pt x="16184" y="5723"/>
                        <a:pt x="12133" y="15046"/>
                      </a:cubicBezTo>
                      <a:cubicBezTo>
                        <a:pt x="8081" y="24368"/>
                        <a:pt x="10394" y="35235"/>
                        <a:pt x="17891" y="42099"/>
                      </a:cubicBezTo>
                      <a:cubicBezTo>
                        <a:pt x="11422" y="44906"/>
                        <a:pt x="5799" y="49355"/>
                        <a:pt x="1580" y="55005"/>
                      </a:cubicBezTo>
                      <a:cubicBezTo>
                        <a:pt x="0" y="57110"/>
                        <a:pt x="425" y="60096"/>
                        <a:pt x="2529" y="61676"/>
                      </a:cubicBezTo>
                      <a:cubicBezTo>
                        <a:pt x="4634" y="63256"/>
                        <a:pt x="7620" y="62831"/>
                        <a:pt x="9200" y="60726"/>
                      </a:cubicBezTo>
                      <a:cubicBezTo>
                        <a:pt x="15021" y="52902"/>
                        <a:pt x="24212" y="48306"/>
                        <a:pt x="33965" y="48344"/>
                      </a:cubicBezTo>
                      <a:cubicBezTo>
                        <a:pt x="36595" y="48344"/>
                        <a:pt x="38727" y="46212"/>
                        <a:pt x="38727" y="43581"/>
                      </a:cubicBezTo>
                      <a:close/>
                    </a:path>
                  </a:pathLst>
                </a:custGeom>
                <a:solidFill>
                  <a:srgbClr val="E8456B"/>
                </a:solidFill>
                <a:ln>
                  <a:noFill/>
                </a:ln>
              </p:spPr>
            </p:sp>
          </p:grpSp>
          <p:sp>
            <p:nvSpPr>
              <p:cNvPr id="137" name="TextBox 137"/>
              <p:cNvSpPr txBox="1"/>
              <p:nvPr/>
            </p:nvSpPr>
            <p:spPr>
              <a:xfrm>
                <a:off x="7855268" y="59621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多角色协作工作流</a:t>
                </a:r>
              </a:p>
            </p:txBody>
          </p:sp>
        </p:grpSp>
      </p:grpSp>
      <p:grpSp>
        <p:nvGrpSpPr>
          <p:cNvPr id="142" name="Group 142"/>
          <p:cNvGrpSpPr/>
          <p:nvPr/>
        </p:nvGrpSpPr>
        <p:grpSpPr>
          <a:xfrm>
            <a:off x="762000" y="6457950"/>
            <a:ext cx="10679430" cy="276225"/>
            <a:chOff x="762000" y="6457950"/>
            <a:chExt cx="10679430" cy="276225"/>
          </a:xfrm>
        </p:grpSpPr>
        <p:sp>
          <p:nvSpPr>
            <p:cNvPr id="140" name="Rectangle 140"/>
            <p:cNvSpPr/>
            <p:nvPr/>
          </p:nvSpPr>
          <p:spPr>
            <a:xfrm>
              <a:off x="762000" y="645795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06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1" grpId="0"/>
      <p:bldP spid="97" grpId="0"/>
      <p:bldP spid="100" grpId="0"/>
      <p:bldP spid="1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4415409" cy="574834"/>
            <a:chOff x="762000" y="337185"/>
            <a:chExt cx="441540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文件加载器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42372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FILELOADER — 7 FORMATS · CHINESE-AWARE CHUNKING · RICH METADATA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2000" y="1047750"/>
            <a:ext cx="3524250" cy="5191125"/>
            <a:chOff x="762000" y="1047750"/>
            <a:chExt cx="35242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6920" y="1310876"/>
              <a:ext cx="205061" cy="200027"/>
              <a:chOff x="1076920" y="1310876"/>
              <a:chExt cx="205061" cy="20002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06103" y="1319212"/>
                <a:ext cx="58341" cy="58341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58341">
                    <a:moveTo>
                      <a:pt x="58341" y="58341"/>
                    </a:moveTo>
                    <a:lnTo>
                      <a:pt x="0" y="58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920" y="1310876"/>
                <a:ext cx="205061" cy="200027"/>
              </a:xfrm>
              <a:custGeom>
                <a:avLst/>
                <a:gdLst/>
                <a:ahLst/>
                <a:cxnLst/>
                <a:rect l="l" t="t" r="r" b="b"/>
                <a:pathLst>
                  <a:path w="205061" h="200027">
                    <a:moveTo>
                      <a:pt x="25003" y="125017"/>
                    </a:moveTo>
                    <a:lnTo>
                      <a:pt x="8334" y="125017"/>
                    </a:lnTo>
                    <a:cubicBezTo>
                      <a:pt x="3731" y="125017"/>
                      <a:pt x="0" y="128749"/>
                      <a:pt x="0" y="133352"/>
                    </a:cubicBezTo>
                    <a:lnTo>
                      <a:pt x="0" y="191692"/>
                    </a:lnTo>
                    <a:cubicBezTo>
                      <a:pt x="0" y="196295"/>
                      <a:pt x="3731" y="200027"/>
                      <a:pt x="8334" y="200027"/>
                    </a:cubicBezTo>
                    <a:lnTo>
                      <a:pt x="25003" y="200027"/>
                    </a:lnTo>
                    <a:cubicBezTo>
                      <a:pt x="45716" y="200027"/>
                      <a:pt x="62508" y="183235"/>
                      <a:pt x="62508" y="162522"/>
                    </a:cubicBezTo>
                    <a:cubicBezTo>
                      <a:pt x="62508" y="141809"/>
                      <a:pt x="45716" y="125017"/>
                      <a:pt x="25003" y="125017"/>
                    </a:cubicBezTo>
                    <a:close/>
                    <a:moveTo>
                      <a:pt x="25003" y="183358"/>
                    </a:moveTo>
                    <a:lnTo>
                      <a:pt x="16669" y="183358"/>
                    </a:lnTo>
                    <a:lnTo>
                      <a:pt x="16669" y="141686"/>
                    </a:lnTo>
                    <a:lnTo>
                      <a:pt x="25003" y="141686"/>
                    </a:lnTo>
                    <a:cubicBezTo>
                      <a:pt x="36510" y="141686"/>
                      <a:pt x="45839" y="151015"/>
                      <a:pt x="45839" y="162522"/>
                    </a:cubicBezTo>
                    <a:cubicBezTo>
                      <a:pt x="45839" y="174029"/>
                      <a:pt x="36510" y="183358"/>
                      <a:pt x="25003" y="183358"/>
                    </a:cubicBezTo>
                    <a:close/>
                    <a:moveTo>
                      <a:pt x="201619" y="178243"/>
                    </a:moveTo>
                    <a:cubicBezTo>
                      <a:pt x="204944" y="181425"/>
                      <a:pt x="205061" y="186700"/>
                      <a:pt x="201879" y="190025"/>
                    </a:cubicBezTo>
                    <a:cubicBezTo>
                      <a:pt x="196014" y="196339"/>
                      <a:pt x="187806" y="199957"/>
                      <a:pt x="179189" y="200027"/>
                    </a:cubicBezTo>
                    <a:cubicBezTo>
                      <a:pt x="160801" y="200027"/>
                      <a:pt x="145852" y="183202"/>
                      <a:pt x="145852" y="162522"/>
                    </a:cubicBezTo>
                    <a:cubicBezTo>
                      <a:pt x="145852" y="141842"/>
                      <a:pt x="160801" y="125017"/>
                      <a:pt x="179189" y="125017"/>
                    </a:cubicBezTo>
                    <a:cubicBezTo>
                      <a:pt x="187806" y="125087"/>
                      <a:pt x="196014" y="128705"/>
                      <a:pt x="201879" y="135019"/>
                    </a:cubicBezTo>
                    <a:cubicBezTo>
                      <a:pt x="204990" y="138355"/>
                      <a:pt x="204840" y="143571"/>
                      <a:pt x="201545" y="146724"/>
                    </a:cubicBezTo>
                    <a:cubicBezTo>
                      <a:pt x="198249" y="149877"/>
                      <a:pt x="193032" y="149795"/>
                      <a:pt x="189836" y="146541"/>
                    </a:cubicBezTo>
                    <a:cubicBezTo>
                      <a:pt x="187102" y="143532"/>
                      <a:pt x="183253" y="141777"/>
                      <a:pt x="179189" y="141686"/>
                    </a:cubicBezTo>
                    <a:cubicBezTo>
                      <a:pt x="170000" y="141686"/>
                      <a:pt x="162520" y="151062"/>
                      <a:pt x="162520" y="162522"/>
                    </a:cubicBezTo>
                    <a:cubicBezTo>
                      <a:pt x="162520" y="173982"/>
                      <a:pt x="170000" y="183358"/>
                      <a:pt x="179189" y="183358"/>
                    </a:cubicBezTo>
                    <a:cubicBezTo>
                      <a:pt x="183255" y="183274"/>
                      <a:pt x="187107" y="181518"/>
                      <a:pt x="189836" y="178503"/>
                    </a:cubicBezTo>
                    <a:cubicBezTo>
                      <a:pt x="193018" y="175178"/>
                      <a:pt x="198293" y="175061"/>
                      <a:pt x="201619" y="178243"/>
                    </a:cubicBezTo>
                    <a:close/>
                    <a:moveTo>
                      <a:pt x="104180" y="125017"/>
                    </a:moveTo>
                    <a:cubicBezTo>
                      <a:pt x="85802" y="125017"/>
                      <a:pt x="70842" y="141842"/>
                      <a:pt x="70842" y="162522"/>
                    </a:cubicBezTo>
                    <a:cubicBezTo>
                      <a:pt x="70842" y="183202"/>
                      <a:pt x="85802" y="200027"/>
                      <a:pt x="104180" y="200027"/>
                    </a:cubicBezTo>
                    <a:cubicBezTo>
                      <a:pt x="122557" y="200027"/>
                      <a:pt x="137517" y="183202"/>
                      <a:pt x="137517" y="162522"/>
                    </a:cubicBezTo>
                    <a:cubicBezTo>
                      <a:pt x="137517" y="141842"/>
                      <a:pt x="122557" y="125017"/>
                      <a:pt x="104180" y="125017"/>
                    </a:cubicBezTo>
                    <a:close/>
                    <a:moveTo>
                      <a:pt x="104180" y="183358"/>
                    </a:moveTo>
                    <a:cubicBezTo>
                      <a:pt x="94991" y="183358"/>
                      <a:pt x="87511" y="173982"/>
                      <a:pt x="87511" y="162522"/>
                    </a:cubicBezTo>
                    <a:cubicBezTo>
                      <a:pt x="87511" y="151062"/>
                      <a:pt x="94991" y="141686"/>
                      <a:pt x="104180" y="141686"/>
                    </a:cubicBezTo>
                    <a:cubicBezTo>
                      <a:pt x="113368" y="141686"/>
                      <a:pt x="120848" y="151062"/>
                      <a:pt x="120848" y="162522"/>
                    </a:cubicBezTo>
                    <a:cubicBezTo>
                      <a:pt x="120848" y="173982"/>
                      <a:pt x="113368" y="183358"/>
                      <a:pt x="104180" y="183358"/>
                    </a:cubicBezTo>
                    <a:close/>
                    <a:moveTo>
                      <a:pt x="20836" y="100014"/>
                    </a:moveTo>
                    <a:cubicBezTo>
                      <a:pt x="25439" y="100014"/>
                      <a:pt x="29170" y="96283"/>
                      <a:pt x="29170" y="91680"/>
                    </a:cubicBezTo>
                    <a:lnTo>
                      <a:pt x="29170" y="16670"/>
                    </a:lnTo>
                    <a:lnTo>
                      <a:pt x="120848" y="16670"/>
                    </a:lnTo>
                    <a:lnTo>
                      <a:pt x="120848" y="66677"/>
                    </a:lnTo>
                    <a:cubicBezTo>
                      <a:pt x="120848" y="71280"/>
                      <a:pt x="124580" y="75011"/>
                      <a:pt x="129183" y="75011"/>
                    </a:cubicBezTo>
                    <a:lnTo>
                      <a:pt x="179189" y="75011"/>
                    </a:lnTo>
                    <a:lnTo>
                      <a:pt x="179189" y="91680"/>
                    </a:lnTo>
                    <a:cubicBezTo>
                      <a:pt x="179189" y="96283"/>
                      <a:pt x="182920" y="100014"/>
                      <a:pt x="187523" y="100014"/>
                    </a:cubicBezTo>
                    <a:cubicBezTo>
                      <a:pt x="192126" y="100014"/>
                      <a:pt x="195858" y="96283"/>
                      <a:pt x="195858" y="91680"/>
                    </a:cubicBezTo>
                    <a:lnTo>
                      <a:pt x="195858" y="66677"/>
                    </a:lnTo>
                    <a:cubicBezTo>
                      <a:pt x="195860" y="64466"/>
                      <a:pt x="194983" y="62345"/>
                      <a:pt x="193420" y="60780"/>
                    </a:cubicBezTo>
                    <a:lnTo>
                      <a:pt x="135079" y="2440"/>
                    </a:lnTo>
                    <a:cubicBezTo>
                      <a:pt x="133515" y="877"/>
                      <a:pt x="131394" y="0"/>
                      <a:pt x="129183" y="2"/>
                    </a:cubicBezTo>
                    <a:lnTo>
                      <a:pt x="29170" y="2"/>
                    </a:lnTo>
                    <a:cubicBezTo>
                      <a:pt x="19964" y="2"/>
                      <a:pt x="12502" y="7465"/>
                      <a:pt x="12502" y="16670"/>
                    </a:cubicBezTo>
                    <a:lnTo>
                      <a:pt x="12502" y="91680"/>
                    </a:lnTo>
                    <a:cubicBezTo>
                      <a:pt x="12502" y="96283"/>
                      <a:pt x="16233" y="100014"/>
                      <a:pt x="20836" y="100014"/>
                    </a:cubicBezTo>
                    <a:close/>
                    <a:moveTo>
                      <a:pt x="137517" y="28453"/>
                    </a:moveTo>
                    <a:lnTo>
                      <a:pt x="167406" y="58342"/>
                    </a:lnTo>
                    <a:lnTo>
                      <a:pt x="137517" y="5834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298258"/>
              <a:ext cx="139342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7 种格式支持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028700" y="1714500"/>
              <a:ext cx="2990850" cy="590550"/>
              <a:chOff x="1028700" y="1714500"/>
              <a:chExt cx="2990850" cy="5905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7145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05865" y="18392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PDF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2118" y="1847374"/>
                <a:ext cx="148094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PyPDFLoader · 保留页码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07770" y="20745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多页解析与元数据提取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2362200"/>
              <a:ext cx="2990850" cy="590550"/>
              <a:chOff x="1028700" y="2362200"/>
              <a:chExt cx="2990850" cy="590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028700" y="23622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05865" y="24869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DOCX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40218" y="2495074"/>
                <a:ext cx="10258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Docx2txtLoader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07770" y="2722245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Word 完整文本提取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009900"/>
              <a:ext cx="2990850" cy="590550"/>
              <a:chOff x="1028700" y="3009900"/>
              <a:chExt cx="2990850" cy="5905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1028700" y="30099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05865" y="3134678"/>
                <a:ext cx="5412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TXT/MD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854518" y="3142774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TextLoader / UnstructuredMD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07770" y="33699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UTF-8 · Markdown 结构保留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3657600"/>
              <a:ext cx="2990850" cy="590550"/>
              <a:chOff x="1028700" y="3657600"/>
              <a:chExt cx="2990850" cy="5905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36576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05865" y="3782378"/>
                <a:ext cx="2692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CSV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64018" y="3790474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CSVLoader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07770" y="401764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结构化表格数据加载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028700" y="4305300"/>
              <a:ext cx="2990850" cy="590550"/>
              <a:chOff x="1028700" y="4305300"/>
              <a:chExt cx="29908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028700" y="4305300"/>
                <a:ext cx="2990850" cy="5905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05865" y="4430078"/>
                <a:ext cx="3795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HTML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740218" y="4438174"/>
                <a:ext cx="9803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WebBaseLoader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07770" y="4665345"/>
                <a:ext cx="1181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file:// 协议网页加载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028700" y="4953000"/>
              <a:ext cx="2990850" cy="590550"/>
              <a:chOff x="1028700" y="4953000"/>
              <a:chExt cx="2990850" cy="5905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028700" y="4953000"/>
                <a:ext cx="29908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205865" y="5077778"/>
                <a:ext cx="4236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Image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854518" y="5085874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pytesseract OCR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207770" y="53130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chi_sim+eng 中英混合识别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4400550" y="1047750"/>
            <a:ext cx="3524250" cy="5191125"/>
            <a:chOff x="4400550" y="1047750"/>
            <a:chExt cx="3524250" cy="5191125"/>
          </a:xfrm>
        </p:grpSpPr>
        <p:sp>
          <p:nvSpPr>
            <p:cNvPr id="44" name="Rectangle 44"/>
            <p:cNvSpPr/>
            <p:nvPr/>
          </p:nvSpPr>
          <p:spPr>
            <a:xfrm>
              <a:off x="4400550" y="1047750"/>
              <a:ext cx="35242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400550" y="10477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707059" y="1323253"/>
              <a:ext cx="230013" cy="192194"/>
              <a:chOff x="4707059" y="1323253"/>
              <a:chExt cx="230013" cy="192194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4716789" y="1333036"/>
                <a:ext cx="64037" cy="172379"/>
              </a:xfrm>
              <a:custGeom>
                <a:avLst/>
                <a:gdLst/>
                <a:ahLst/>
                <a:cxnLst/>
                <a:rect l="l" t="t" r="r" b="b"/>
                <a:pathLst>
                  <a:path w="64037" h="172379">
                    <a:moveTo>
                      <a:pt x="11391" y="52644"/>
                    </a:moveTo>
                    <a:cubicBezTo>
                      <a:pt x="0" y="41252"/>
                      <a:pt x="1" y="22782"/>
                      <a:pt x="11392" y="11391"/>
                    </a:cubicBezTo>
                    <a:cubicBezTo>
                      <a:pt x="22784" y="0"/>
                      <a:pt x="41253" y="0"/>
                      <a:pt x="52645" y="11391"/>
                    </a:cubicBezTo>
                    <a:cubicBezTo>
                      <a:pt x="64036" y="22782"/>
                      <a:pt x="64037" y="41252"/>
                      <a:pt x="52646" y="52644"/>
                    </a:cubicBezTo>
                    <a:cubicBezTo>
                      <a:pt x="47175" y="58115"/>
                      <a:pt x="39755" y="61188"/>
                      <a:pt x="32018" y="61188"/>
                    </a:cubicBezTo>
                    <a:cubicBezTo>
                      <a:pt x="24281" y="61188"/>
                      <a:pt x="16861" y="58115"/>
                      <a:pt x="11391" y="52644"/>
                    </a:cubicBezTo>
                    <a:close/>
                    <a:moveTo>
                      <a:pt x="11391" y="119735"/>
                    </a:moveTo>
                    <a:cubicBezTo>
                      <a:pt x="0" y="131127"/>
                      <a:pt x="1" y="149596"/>
                      <a:pt x="11392" y="160988"/>
                    </a:cubicBezTo>
                    <a:cubicBezTo>
                      <a:pt x="22784" y="172379"/>
                      <a:pt x="41253" y="172379"/>
                      <a:pt x="52645" y="160988"/>
                    </a:cubicBezTo>
                    <a:cubicBezTo>
                      <a:pt x="64036" y="149596"/>
                      <a:pt x="64037" y="131127"/>
                      <a:pt x="52646" y="119735"/>
                    </a:cubicBezTo>
                    <a:cubicBezTo>
                      <a:pt x="47175" y="114264"/>
                      <a:pt x="39755" y="111190"/>
                      <a:pt x="32018" y="111190"/>
                    </a:cubicBezTo>
                    <a:cubicBezTo>
                      <a:pt x="24281" y="111190"/>
                      <a:pt x="16861" y="114264"/>
                      <a:pt x="11391" y="1197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707059" y="1323253"/>
                <a:ext cx="230013" cy="192194"/>
              </a:xfrm>
              <a:custGeom>
                <a:avLst/>
                <a:gdLst/>
                <a:ahLst/>
                <a:cxnLst/>
                <a:rect l="l" t="t" r="r" b="b"/>
                <a:pathLst>
                  <a:path w="230013" h="192194">
                    <a:moveTo>
                      <a:pt x="143563" y="80480"/>
                    </a:moveTo>
                    <a:cubicBezTo>
                      <a:pt x="142312" y="78655"/>
                      <a:pt x="141839" y="76406"/>
                      <a:pt x="142247" y="74231"/>
                    </a:cubicBezTo>
                    <a:cubicBezTo>
                      <a:pt x="142656" y="72056"/>
                      <a:pt x="143913" y="70133"/>
                      <a:pt x="145741" y="68885"/>
                    </a:cubicBezTo>
                    <a:lnTo>
                      <a:pt x="216229" y="20650"/>
                    </a:lnTo>
                    <a:cubicBezTo>
                      <a:pt x="220022" y="18303"/>
                      <a:pt x="224990" y="19359"/>
                      <a:pt x="227501" y="23045"/>
                    </a:cubicBezTo>
                    <a:cubicBezTo>
                      <a:pt x="230013" y="26731"/>
                      <a:pt x="229177" y="31741"/>
                      <a:pt x="225605" y="34412"/>
                    </a:cubicBezTo>
                    <a:lnTo>
                      <a:pt x="155106" y="82647"/>
                    </a:lnTo>
                    <a:cubicBezTo>
                      <a:pt x="153725" y="83600"/>
                      <a:pt x="152086" y="84109"/>
                      <a:pt x="150408" y="84106"/>
                    </a:cubicBezTo>
                    <a:cubicBezTo>
                      <a:pt x="147669" y="84095"/>
                      <a:pt x="145111" y="82740"/>
                      <a:pt x="143563" y="80480"/>
                    </a:cubicBezTo>
                    <a:close/>
                    <a:moveTo>
                      <a:pt x="227813" y="169127"/>
                    </a:moveTo>
                    <a:cubicBezTo>
                      <a:pt x="225213" y="172924"/>
                      <a:pt x="220026" y="173894"/>
                      <a:pt x="216229" y="171294"/>
                    </a:cubicBezTo>
                    <a:lnTo>
                      <a:pt x="120925" y="106077"/>
                    </a:lnTo>
                    <a:lnTo>
                      <a:pt x="76638" y="136373"/>
                    </a:lnTo>
                    <a:cubicBezTo>
                      <a:pt x="83634" y="154139"/>
                      <a:pt x="76166" y="174325"/>
                      <a:pt x="59292" y="183260"/>
                    </a:cubicBezTo>
                    <a:cubicBezTo>
                      <a:pt x="42417" y="192194"/>
                      <a:pt x="21524" y="187025"/>
                      <a:pt x="10762" y="171253"/>
                    </a:cubicBezTo>
                    <a:cubicBezTo>
                      <a:pt x="0" y="155481"/>
                      <a:pt x="2805" y="134141"/>
                      <a:pt x="17278" y="121687"/>
                    </a:cubicBezTo>
                    <a:cubicBezTo>
                      <a:pt x="31751" y="109232"/>
                      <a:pt x="53270" y="109639"/>
                      <a:pt x="67262" y="122631"/>
                    </a:cubicBezTo>
                    <a:lnTo>
                      <a:pt x="106163" y="95972"/>
                    </a:lnTo>
                    <a:lnTo>
                      <a:pt x="67210" y="69312"/>
                    </a:lnTo>
                    <a:cubicBezTo>
                      <a:pt x="53266" y="82238"/>
                      <a:pt x="31838" y="82628"/>
                      <a:pt x="17432" y="70220"/>
                    </a:cubicBezTo>
                    <a:cubicBezTo>
                      <a:pt x="3026" y="57812"/>
                      <a:pt x="237" y="36563"/>
                      <a:pt x="10954" y="20857"/>
                    </a:cubicBezTo>
                    <a:cubicBezTo>
                      <a:pt x="21670" y="5152"/>
                      <a:pt x="42473" y="0"/>
                      <a:pt x="59280" y="8890"/>
                    </a:cubicBezTo>
                    <a:cubicBezTo>
                      <a:pt x="76087" y="17779"/>
                      <a:pt x="83537" y="37874"/>
                      <a:pt x="76586" y="55571"/>
                    </a:cubicBezTo>
                    <a:lnTo>
                      <a:pt x="225563" y="157532"/>
                    </a:lnTo>
                    <a:cubicBezTo>
                      <a:pt x="227403" y="158768"/>
                      <a:pt x="228675" y="160686"/>
                      <a:pt x="229097" y="162862"/>
                    </a:cubicBezTo>
                    <a:cubicBezTo>
                      <a:pt x="229519" y="165038"/>
                      <a:pt x="229057" y="167292"/>
                      <a:pt x="227813" y="169127"/>
                    </a:cubicBezTo>
                    <a:close/>
                    <a:moveTo>
                      <a:pt x="62584" y="150145"/>
                    </a:moveTo>
                    <a:cubicBezTo>
                      <a:pt x="62587" y="140205"/>
                      <a:pt x="55567" y="131647"/>
                      <a:pt x="45817" y="129706"/>
                    </a:cubicBezTo>
                    <a:cubicBezTo>
                      <a:pt x="36068" y="127765"/>
                      <a:pt x="26306" y="132981"/>
                      <a:pt x="22500" y="142164"/>
                    </a:cubicBezTo>
                    <a:cubicBezTo>
                      <a:pt x="18694" y="151347"/>
                      <a:pt x="21906" y="161939"/>
                      <a:pt x="30170" y="167463"/>
                    </a:cubicBezTo>
                    <a:cubicBezTo>
                      <a:pt x="38434" y="172987"/>
                      <a:pt x="49450" y="171904"/>
                      <a:pt x="56480" y="164876"/>
                    </a:cubicBezTo>
                    <a:cubicBezTo>
                      <a:pt x="60402" y="160980"/>
                      <a:pt x="62601" y="155674"/>
                      <a:pt x="62584" y="150145"/>
                    </a:cubicBezTo>
                    <a:close/>
                    <a:moveTo>
                      <a:pt x="56480" y="56519"/>
                    </a:moveTo>
                    <a:cubicBezTo>
                      <a:pt x="62440" y="50560"/>
                      <a:pt x="64224" y="41598"/>
                      <a:pt x="60999" y="33811"/>
                    </a:cubicBezTo>
                    <a:cubicBezTo>
                      <a:pt x="57774" y="26025"/>
                      <a:pt x="50176" y="20948"/>
                      <a:pt x="41749" y="20948"/>
                    </a:cubicBezTo>
                    <a:cubicBezTo>
                      <a:pt x="33321" y="20948"/>
                      <a:pt x="25723" y="26025"/>
                      <a:pt x="22498" y="33811"/>
                    </a:cubicBezTo>
                    <a:cubicBezTo>
                      <a:pt x="19273" y="41598"/>
                      <a:pt x="21057" y="50560"/>
                      <a:pt x="27018" y="56519"/>
                    </a:cubicBezTo>
                    <a:cubicBezTo>
                      <a:pt x="30904" y="60464"/>
                      <a:pt x="36211" y="62685"/>
                      <a:pt x="41749" y="62685"/>
                    </a:cubicBezTo>
                    <a:cubicBezTo>
                      <a:pt x="47286" y="62685"/>
                      <a:pt x="52593" y="60464"/>
                      <a:pt x="56480" y="56519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046345" y="12982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智能分块策略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667250" y="1714500"/>
              <a:ext cx="2990850" cy="1047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42510" y="1851660"/>
              <a:ext cx="26768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RecursiveCharacterTextSplitter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44415" y="2125028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chunk_size = 1000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44415" y="2325052"/>
              <a:ext cx="13848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chunk_overlap = 150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45368" y="25617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中文分隔符: \n\n → \n → 。→ . → 空格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667250" y="2952750"/>
              <a:ext cx="299085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843462" y="30980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分块流程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45368" y="3342799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1. detect_file_type() 自动识别格式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5368" y="3533299"/>
              <a:ext cx="20140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2. _load_raw() 调度对应 Loader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5368" y="3723799"/>
              <a:ext cx="22025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3. split_documents() 中文感知分块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67250" y="3905250"/>
              <a:ext cx="29908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843462" y="4050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文件存储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845368" y="42952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845368" y="44857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UUID 前缀: {8hex}_{original_name}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039100" y="1047750"/>
            <a:ext cx="3390900" cy="5191125"/>
            <a:chOff x="8039100" y="1047750"/>
            <a:chExt cx="3390900" cy="5191125"/>
          </a:xfrm>
        </p:grpSpPr>
        <p:sp>
          <p:nvSpPr>
            <p:cNvPr id="65" name="Rectangle 65"/>
            <p:cNvSpPr/>
            <p:nvPr/>
          </p:nvSpPr>
          <p:spPr>
            <a:xfrm>
              <a:off x="8039100" y="1047750"/>
              <a:ext cx="33909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039100" y="10477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349853" y="1310878"/>
              <a:ext cx="216694" cy="216694"/>
              <a:chOff x="8349853" y="1310878"/>
              <a:chExt cx="216694" cy="216694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358188" y="13192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100012"/>
                    </a:moveTo>
                    <a:cubicBezTo>
                      <a:pt x="200025" y="155248"/>
                      <a:pt x="155248" y="200025"/>
                      <a:pt x="100012" y="200025"/>
                    </a:cubicBezTo>
                    <a:cubicBezTo>
                      <a:pt x="44777" y="200025"/>
                      <a:pt x="0" y="155248"/>
                      <a:pt x="0" y="100012"/>
                    </a:cubicBezTo>
                    <a:cubicBezTo>
                      <a:pt x="0" y="44777"/>
                      <a:pt x="44777" y="0"/>
                      <a:pt x="100012" y="0"/>
                    </a:cubicBezTo>
                    <a:cubicBezTo>
                      <a:pt x="155248" y="0"/>
                      <a:pt x="200025" y="44777"/>
                      <a:pt x="200025" y="100012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49853" y="1310878"/>
                <a:ext cx="216694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16694">
                    <a:moveTo>
                      <a:pt x="125016" y="158353"/>
                    </a:moveTo>
                    <a:cubicBezTo>
                      <a:pt x="125016" y="162956"/>
                      <a:pt x="121284" y="166688"/>
                      <a:pt x="116681" y="166688"/>
                    </a:cubicBezTo>
                    <a:cubicBezTo>
                      <a:pt x="107475" y="166688"/>
                      <a:pt x="100012" y="159225"/>
                      <a:pt x="100012" y="150019"/>
                    </a:cubicBezTo>
                    <a:lnTo>
                      <a:pt x="100012" y="108347"/>
                    </a:lnTo>
                    <a:cubicBezTo>
                      <a:pt x="95410" y="108347"/>
                      <a:pt x="91678" y="104615"/>
                      <a:pt x="91678" y="100012"/>
                    </a:cubicBezTo>
                    <a:cubicBezTo>
                      <a:pt x="91678" y="95410"/>
                      <a:pt x="95410" y="91678"/>
                      <a:pt x="100012" y="91678"/>
                    </a:cubicBezTo>
                    <a:cubicBezTo>
                      <a:pt x="109218" y="91678"/>
                      <a:pt x="116681" y="99141"/>
                      <a:pt x="116681" y="108347"/>
                    </a:cubicBezTo>
                    <a:lnTo>
                      <a:pt x="116681" y="150019"/>
                    </a:lnTo>
                    <a:cubicBezTo>
                      <a:pt x="121284" y="150019"/>
                      <a:pt x="125016" y="153750"/>
                      <a:pt x="125016" y="158353"/>
                    </a:cubicBezTo>
                    <a:close/>
                    <a:moveTo>
                      <a:pt x="216694" y="108347"/>
                    </a:moveTo>
                    <a:cubicBezTo>
                      <a:pt x="216694" y="168185"/>
                      <a:pt x="168185" y="216694"/>
                      <a:pt x="108347" y="216694"/>
                    </a:cubicBezTo>
                    <a:cubicBezTo>
                      <a:pt x="48509" y="216694"/>
                      <a:pt x="0" y="168185"/>
                      <a:pt x="0" y="108347"/>
                    </a:cubicBezTo>
                    <a:cubicBezTo>
                      <a:pt x="0" y="48509"/>
                      <a:pt x="48509" y="0"/>
                      <a:pt x="108347" y="0"/>
                    </a:cubicBezTo>
                    <a:cubicBezTo>
                      <a:pt x="168159" y="63"/>
                      <a:pt x="216631" y="48535"/>
                      <a:pt x="216694" y="108347"/>
                    </a:cubicBezTo>
                    <a:close/>
                    <a:moveTo>
                      <a:pt x="200025" y="108347"/>
                    </a:moveTo>
                    <a:cubicBezTo>
                      <a:pt x="200025" y="57714"/>
                      <a:pt x="158979" y="16669"/>
                      <a:pt x="108347" y="16669"/>
                    </a:cubicBezTo>
                    <a:cubicBezTo>
                      <a:pt x="57714" y="16669"/>
                      <a:pt x="16669" y="57714"/>
                      <a:pt x="16669" y="108347"/>
                    </a:cubicBezTo>
                    <a:cubicBezTo>
                      <a:pt x="16669" y="158979"/>
                      <a:pt x="57714" y="200025"/>
                      <a:pt x="108347" y="200025"/>
                    </a:cubicBezTo>
                    <a:cubicBezTo>
                      <a:pt x="158956" y="199968"/>
                      <a:pt x="199968" y="158956"/>
                      <a:pt x="200025" y="108347"/>
                    </a:cubicBezTo>
                    <a:close/>
                    <a:moveTo>
                      <a:pt x="104180" y="75009"/>
                    </a:moveTo>
                    <a:cubicBezTo>
                      <a:pt x="111084" y="75009"/>
                      <a:pt x="116681" y="69412"/>
                      <a:pt x="116681" y="62508"/>
                    </a:cubicBezTo>
                    <a:cubicBezTo>
                      <a:pt x="116681" y="55603"/>
                      <a:pt x="111084" y="50006"/>
                      <a:pt x="104180" y="50006"/>
                    </a:cubicBezTo>
                    <a:cubicBezTo>
                      <a:pt x="97275" y="50006"/>
                      <a:pt x="91678" y="55603"/>
                      <a:pt x="91678" y="62508"/>
                    </a:cubicBezTo>
                    <a:cubicBezTo>
                      <a:pt x="91678" y="69412"/>
                      <a:pt x="97275" y="75009"/>
                      <a:pt x="104180" y="75009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684895" y="12982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完整元数据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8305800" y="1714500"/>
              <a:ext cx="2857500" cy="533400"/>
              <a:chOff x="8305800" y="1714500"/>
              <a:chExt cx="2857500" cy="5334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8305800" y="17145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483918" y="1828324"/>
                <a:ext cx="4752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source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9322118" y="18283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原始文件名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84870" y="2036445"/>
                <a:ext cx="74295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回答溯源依据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05800" y="2305050"/>
              <a:ext cx="3046285" cy="533400"/>
              <a:chOff x="8305800" y="2305050"/>
              <a:chExt cx="3046285" cy="5334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8305800" y="23050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8483918" y="2418874"/>
                <a:ext cx="63226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file_type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9369742" y="24188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格式类型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484870" y="2626995"/>
                <a:ext cx="286721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pdf / docx / txt / csv / markdown / html / image</a:t>
                </a: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8305800" y="2895600"/>
              <a:ext cx="2857500" cy="533400"/>
              <a:chOff x="8305800" y="2895600"/>
              <a:chExt cx="2857500" cy="5334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8305800" y="2895600"/>
                <a:ext cx="2857500" cy="53340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483918" y="3009424"/>
                <a:ext cx="8165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chunk_index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655492" y="30094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分块序号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484870" y="3217545"/>
                <a:ext cx="1361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文档内部位置定位 + 去重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8305800" y="3486150"/>
              <a:ext cx="2857500" cy="533400"/>
              <a:chOff x="8305800" y="3486150"/>
              <a:chExt cx="2857500" cy="5334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8305800" y="3486150"/>
                <a:ext cx="2857500" cy="533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8483918" y="3599974"/>
                <a:ext cx="8097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upload_time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9703118" y="35999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上传时间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8484870" y="380809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YYYY-MM-DD HH:MM 格式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8293418" y="4228624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每个分块 = 内容 + 4 项元数据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293418" y="4447699"/>
              <a:ext cx="20530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source 支持页面刷新恢复文件列表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94" name="Rectangle 94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07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64" grpId="0"/>
      <p:bldP spid="9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337185"/>
            <a:ext cx="3683922" cy="574834"/>
            <a:chOff x="762000" y="337185"/>
            <a:chExt cx="3683922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4000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337185"/>
              <a:ext cx="352771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向量存储 &amp; 智能代理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713899"/>
              <a:ext cx="33336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VECTORSTORE · CHROMADB &amp; AGENT · LANGGRAPH REACT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1047750"/>
            <a:ext cx="5238750" cy="5191125"/>
            <a:chOff x="762000" y="1047750"/>
            <a:chExt cx="5238750" cy="5191125"/>
          </a:xfrm>
        </p:grpSpPr>
        <p:sp>
          <p:nvSpPr>
            <p:cNvPr id="7" name="Rectangle 7"/>
            <p:cNvSpPr/>
            <p:nvPr/>
          </p:nvSpPr>
          <p:spPr>
            <a:xfrm>
              <a:off x="762000" y="1047750"/>
              <a:ext cx="523875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47750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1088" y="1329928"/>
              <a:ext cx="200025" cy="216694"/>
              <a:chOff x="1081088" y="1329928"/>
              <a:chExt cx="200025" cy="2166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9422" y="1338262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1088" y="1329928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7795" y="1317308"/>
              <a:ext cx="237530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VectorStoreManager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19225" y="1604962"/>
              <a:ext cx="176926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CHROMADB + HUGGINGFACE EMBEDDINGS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905000"/>
              <a:ext cx="470535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3960" y="2013585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Embedding 模型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248852"/>
              <a:ext cx="27150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paraphrase-multilingual-MiniLM-L12-v2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06818" y="2466499"/>
              <a:ext cx="34831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本地 CPU · normalize_embeddings=True · HF Mirror 回退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2876550"/>
              <a:ext cx="4705350" cy="1238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03960" y="2985135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ChromaDB 向量库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05865" y="3239452"/>
              <a:ext cx="25329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懒加载初始化 (self._store property)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5865" y="3449002"/>
              <a:ext cx="24559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去重: source + chunk_index 组合 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05865" y="365855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持久化: data/chroma_db/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06818" y="3876199"/>
              <a:ext cx="27161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close() 释放 Chroma 资源锁 (Windows 必需)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28700" y="4248150"/>
              <a:ext cx="2238375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5865" y="4382452"/>
              <a:ext cx="14453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search(query, k=4)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06818" y="46000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similarity_search 语义检索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6818" y="480964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返回 Top-K 最相关分块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429000" y="4248150"/>
              <a:ext cx="2305050" cy="8572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06165" y="4382452"/>
              <a:ext cx="14086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get_source_files()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07118" y="4600099"/>
              <a:ext cx="1740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collection.get(metadatas)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07118" y="48096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页面刷新恢复文件列表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72200" y="1047750"/>
            <a:ext cx="5257800" cy="5191125"/>
            <a:chOff x="6172200" y="1047750"/>
            <a:chExt cx="5257800" cy="5191125"/>
          </a:xfrm>
        </p:grpSpPr>
        <p:sp>
          <p:nvSpPr>
            <p:cNvPr id="33" name="Rectangle 33"/>
            <p:cNvSpPr/>
            <p:nvPr/>
          </p:nvSpPr>
          <p:spPr>
            <a:xfrm>
              <a:off x="6172200" y="1047750"/>
              <a:ext cx="5257800" cy="5191125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172200" y="1047750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66277" y="1325740"/>
              <a:ext cx="250039" cy="216736"/>
              <a:chOff x="6466277" y="1325740"/>
              <a:chExt cx="250039" cy="21673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4574" y="1338262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66277" y="1325740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817995" y="1317308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AgentManager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29425" y="1604962"/>
              <a:ext cx="1589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LANGGRAPH REACT · DEEPSEEK LLM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38900" y="1905000"/>
              <a:ext cx="4724400" cy="6667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4160" y="2013585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ChatOpenAI → DeepSeek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237899"/>
              <a:ext cx="28461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model: deepseek-v4-pro · temperature: 0.3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17970" y="2417445"/>
              <a:ext cx="29812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OpenAI-compatible: https://api.deepseek.com/v1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38900" y="2686050"/>
              <a:ext cx="4724400" cy="1047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4160" y="27946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双工具协同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629400" y="3048000"/>
              <a:ext cx="21907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753679" y="3229403"/>
              <a:ext cx="145924" cy="145950"/>
              <a:chOff x="6753679" y="3229403"/>
              <a:chExt cx="145924" cy="1459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765131" y="324088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9"/>
                      <a:pt x="83169" y="107156"/>
                      <a:pt x="53578" y="107156"/>
                    </a:cubicBezTo>
                    <a:cubicBezTo>
                      <a:pt x="23988" y="107156"/>
                      <a:pt x="0" y="83169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9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753679" y="3229403"/>
                <a:ext cx="145924" cy="145950"/>
              </a:xfrm>
              <a:custGeom>
                <a:avLst/>
                <a:gdLst/>
                <a:ahLst/>
                <a:cxnLst/>
                <a:rect l="l" t="t" r="r" b="b"/>
                <a:pathLst>
                  <a:path w="145924" h="145950">
                    <a:moveTo>
                      <a:pt x="143831" y="136275"/>
                    </a:moveTo>
                    <a:lnTo>
                      <a:pt x="110304" y="102748"/>
                    </a:lnTo>
                    <a:cubicBezTo>
                      <a:pt x="130530" y="78490"/>
                      <a:pt x="128099" y="42614"/>
                      <a:pt x="104784" y="21307"/>
                    </a:cubicBezTo>
                    <a:cubicBezTo>
                      <a:pt x="81469" y="0"/>
                      <a:pt x="45519" y="801"/>
                      <a:pt x="23176" y="23124"/>
                    </a:cubicBezTo>
                    <a:cubicBezTo>
                      <a:pt x="832" y="45448"/>
                      <a:pt x="0" y="81397"/>
                      <a:pt x="21286" y="104731"/>
                    </a:cubicBezTo>
                    <a:cubicBezTo>
                      <a:pt x="42572" y="128064"/>
                      <a:pt x="78447" y="130528"/>
                      <a:pt x="102723" y="110323"/>
                    </a:cubicBezTo>
                    <a:lnTo>
                      <a:pt x="136249" y="143856"/>
                    </a:lnTo>
                    <a:cubicBezTo>
                      <a:pt x="138343" y="145950"/>
                      <a:pt x="141737" y="145950"/>
                      <a:pt x="143831" y="143856"/>
                    </a:cubicBezTo>
                    <a:cubicBezTo>
                      <a:pt x="145924" y="141763"/>
                      <a:pt x="145924" y="138368"/>
                      <a:pt x="143831" y="136275"/>
                    </a:cubicBezTo>
                    <a:close/>
                    <a:moveTo>
                      <a:pt x="16810" y="65056"/>
                    </a:moveTo>
                    <a:cubicBezTo>
                      <a:pt x="16810" y="38425"/>
                      <a:pt x="38399" y="16836"/>
                      <a:pt x="65031" y="16836"/>
                    </a:cubicBezTo>
                    <a:cubicBezTo>
                      <a:pt x="91662" y="16836"/>
                      <a:pt x="113251" y="38425"/>
                      <a:pt x="113251" y="65056"/>
                    </a:cubicBezTo>
                    <a:cubicBezTo>
                      <a:pt x="113251" y="91687"/>
                      <a:pt x="91662" y="113276"/>
                      <a:pt x="65031" y="113276"/>
                    </a:cubicBezTo>
                    <a:cubicBezTo>
                      <a:pt x="38412" y="113247"/>
                      <a:pt x="16840" y="91675"/>
                      <a:pt x="16810" y="65056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978968" y="32475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retriever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32270" y="3446145"/>
              <a:ext cx="1361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文档语义检索 · 优先调用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72550" y="3048000"/>
              <a:ext cx="2000250" cy="571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9101989" y="3234478"/>
              <a:ext cx="140237" cy="140348"/>
              <a:chOff x="9101989" y="3234478"/>
              <a:chExt cx="140237" cy="14034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9101989" y="3234478"/>
                <a:ext cx="128852" cy="122741"/>
              </a:xfrm>
              <a:custGeom>
                <a:avLst/>
                <a:gdLst/>
                <a:ahLst/>
                <a:cxnLst/>
                <a:rect l="l" t="t" r="r" b="b"/>
                <a:pathLst>
                  <a:path w="128852" h="122741">
                    <a:moveTo>
                      <a:pt x="128852" y="97961"/>
                    </a:moveTo>
                    <a:cubicBezTo>
                      <a:pt x="124231" y="107813"/>
                      <a:pt x="117196" y="116336"/>
                      <a:pt x="108399" y="122741"/>
                    </a:cubicBezTo>
                    <a:lnTo>
                      <a:pt x="102130" y="116466"/>
                    </a:lnTo>
                    <a:cubicBezTo>
                      <a:pt x="101458" y="115792"/>
                      <a:pt x="100619" y="115308"/>
                      <a:pt x="99699" y="115066"/>
                    </a:cubicBezTo>
                    <a:lnTo>
                      <a:pt x="85320" y="111275"/>
                    </a:lnTo>
                    <a:cubicBezTo>
                      <a:pt x="82681" y="110581"/>
                      <a:pt x="80985" y="108015"/>
                      <a:pt x="81382" y="105315"/>
                    </a:cubicBezTo>
                    <a:lnTo>
                      <a:pt x="82976" y="94465"/>
                    </a:lnTo>
                    <a:cubicBezTo>
                      <a:pt x="83250" y="92604"/>
                      <a:pt x="84480" y="91023"/>
                      <a:pt x="86217" y="90300"/>
                    </a:cubicBezTo>
                    <a:lnTo>
                      <a:pt x="106617" y="81821"/>
                    </a:lnTo>
                    <a:cubicBezTo>
                      <a:pt x="108541" y="81022"/>
                      <a:pt x="110754" y="81412"/>
                      <a:pt x="112290" y="82819"/>
                    </a:cubicBezTo>
                    <a:close/>
                    <a:moveTo>
                      <a:pt x="91944" y="55293"/>
                    </a:moveTo>
                    <a:lnTo>
                      <a:pt x="106791" y="38014"/>
                    </a:lnTo>
                    <a:cubicBezTo>
                      <a:pt x="107626" y="37045"/>
                      <a:pt x="108087" y="35810"/>
                      <a:pt x="108091" y="34531"/>
                    </a:cubicBezTo>
                    <a:lnTo>
                      <a:pt x="108091" y="18458"/>
                    </a:lnTo>
                    <a:cubicBezTo>
                      <a:pt x="82427" y="0"/>
                      <a:pt x="47153" y="2937"/>
                      <a:pt x="24895" y="25385"/>
                    </a:cubicBezTo>
                    <a:cubicBezTo>
                      <a:pt x="2637" y="47833"/>
                      <a:pt x="0" y="83131"/>
                      <a:pt x="18676" y="108637"/>
                    </a:cubicBezTo>
                    <a:lnTo>
                      <a:pt x="25319" y="104270"/>
                    </a:lnTo>
                    <a:cubicBezTo>
                      <a:pt x="26814" y="103283"/>
                      <a:pt x="27716" y="101614"/>
                      <a:pt x="27724" y="99823"/>
                    </a:cubicBezTo>
                    <a:lnTo>
                      <a:pt x="27864" y="75559"/>
                    </a:lnTo>
                    <a:cubicBezTo>
                      <a:pt x="27871" y="74507"/>
                      <a:pt x="28186" y="73481"/>
                      <a:pt x="28768" y="72605"/>
                    </a:cubicBezTo>
                    <a:lnTo>
                      <a:pt x="42792" y="51643"/>
                    </a:lnTo>
                    <a:cubicBezTo>
                      <a:pt x="43605" y="50437"/>
                      <a:pt x="44873" y="49613"/>
                      <a:pt x="46305" y="49360"/>
                    </a:cubicBezTo>
                    <a:cubicBezTo>
                      <a:pt x="47738" y="49108"/>
                      <a:pt x="49211" y="49448"/>
                      <a:pt x="50387" y="50304"/>
                    </a:cubicBezTo>
                    <a:lnTo>
                      <a:pt x="63654" y="59010"/>
                    </a:lnTo>
                    <a:cubicBezTo>
                      <a:pt x="64772" y="59815"/>
                      <a:pt x="66154" y="60162"/>
                      <a:pt x="67519" y="59981"/>
                    </a:cubicBezTo>
                    <a:lnTo>
                      <a:pt x="88588" y="57128"/>
                    </a:lnTo>
                    <a:cubicBezTo>
                      <a:pt x="89894" y="56950"/>
                      <a:pt x="91089" y="56297"/>
                      <a:pt x="91944" y="55293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102923" y="3235523"/>
                <a:ext cx="139303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139303" h="139303">
                    <a:moveTo>
                      <a:pt x="69652" y="0"/>
                    </a:moveTo>
                    <a:cubicBezTo>
                      <a:pt x="31184" y="0"/>
                      <a:pt x="0" y="31184"/>
                      <a:pt x="0" y="69652"/>
                    </a:cubicBezTo>
                    <a:cubicBezTo>
                      <a:pt x="0" y="108119"/>
                      <a:pt x="31184" y="139303"/>
                      <a:pt x="69652" y="139303"/>
                    </a:cubicBezTo>
                    <a:cubicBezTo>
                      <a:pt x="108119" y="139303"/>
                      <a:pt x="139303" y="108119"/>
                      <a:pt x="139303" y="69652"/>
                    </a:cubicBezTo>
                    <a:cubicBezTo>
                      <a:pt x="139263" y="31201"/>
                      <a:pt x="108102" y="41"/>
                      <a:pt x="69652" y="0"/>
                    </a:cubicBezTo>
                    <a:close/>
                    <a:moveTo>
                      <a:pt x="69652" y="10716"/>
                    </a:moveTo>
                    <a:cubicBezTo>
                      <a:pt x="81070" y="10703"/>
                      <a:pt x="92243" y="14028"/>
                      <a:pt x="101798" y="20279"/>
                    </a:cubicBezTo>
                    <a:lnTo>
                      <a:pt x="101798" y="33486"/>
                    </a:lnTo>
                    <a:lnTo>
                      <a:pt x="86951" y="50725"/>
                    </a:lnTo>
                    <a:lnTo>
                      <a:pt x="65874" y="53578"/>
                    </a:lnTo>
                    <a:lnTo>
                      <a:pt x="65667" y="53431"/>
                    </a:lnTo>
                    <a:lnTo>
                      <a:pt x="52493" y="44818"/>
                    </a:lnTo>
                    <a:cubicBezTo>
                      <a:pt x="50134" y="43156"/>
                      <a:pt x="47203" y="42516"/>
                      <a:pt x="44366" y="43043"/>
                    </a:cubicBezTo>
                    <a:cubicBezTo>
                      <a:pt x="41528" y="43570"/>
                      <a:pt x="39023" y="45219"/>
                      <a:pt x="37418" y="47618"/>
                    </a:cubicBezTo>
                    <a:lnTo>
                      <a:pt x="23394" y="68580"/>
                    </a:lnTo>
                    <a:cubicBezTo>
                      <a:pt x="22225" y="70327"/>
                      <a:pt x="21596" y="72379"/>
                      <a:pt x="21585" y="74480"/>
                    </a:cubicBezTo>
                    <a:lnTo>
                      <a:pt x="21431" y="98744"/>
                    </a:lnTo>
                    <a:lnTo>
                      <a:pt x="19241" y="100184"/>
                    </a:lnTo>
                    <a:cubicBezTo>
                      <a:pt x="8218" y="81985"/>
                      <a:pt x="7860" y="59258"/>
                      <a:pt x="18305" y="40721"/>
                    </a:cubicBezTo>
                    <a:cubicBezTo>
                      <a:pt x="28749" y="22184"/>
                      <a:pt x="48375" y="10716"/>
                      <a:pt x="69652" y="10716"/>
                    </a:cubicBezTo>
                    <a:close/>
                    <a:moveTo>
                      <a:pt x="25644" y="108810"/>
                    </a:moveTo>
                    <a:lnTo>
                      <a:pt x="27332" y="107705"/>
                    </a:lnTo>
                    <a:cubicBezTo>
                      <a:pt x="30325" y="105731"/>
                      <a:pt x="32132" y="102390"/>
                      <a:pt x="32147" y="98805"/>
                    </a:cubicBezTo>
                    <a:lnTo>
                      <a:pt x="32288" y="74541"/>
                    </a:lnTo>
                    <a:lnTo>
                      <a:pt x="46325" y="53578"/>
                    </a:lnTo>
                    <a:cubicBezTo>
                      <a:pt x="46394" y="53631"/>
                      <a:pt x="46465" y="53680"/>
                      <a:pt x="46539" y="53725"/>
                    </a:cubicBezTo>
                    <a:lnTo>
                      <a:pt x="59713" y="62345"/>
                    </a:lnTo>
                    <a:cubicBezTo>
                      <a:pt x="61921" y="63903"/>
                      <a:pt x="64637" y="64566"/>
                      <a:pt x="67314" y="64200"/>
                    </a:cubicBezTo>
                    <a:lnTo>
                      <a:pt x="88404" y="61340"/>
                    </a:lnTo>
                    <a:cubicBezTo>
                      <a:pt x="91005" y="60993"/>
                      <a:pt x="93388" y="59704"/>
                      <a:pt x="95101" y="57717"/>
                    </a:cubicBezTo>
                    <a:lnTo>
                      <a:pt x="109949" y="40465"/>
                    </a:lnTo>
                    <a:cubicBezTo>
                      <a:pt x="111609" y="38519"/>
                      <a:pt x="112519" y="36044"/>
                      <a:pt x="112514" y="33486"/>
                    </a:cubicBezTo>
                    <a:lnTo>
                      <a:pt x="112514" y="29247"/>
                    </a:lnTo>
                    <a:cubicBezTo>
                      <a:pt x="127275" y="44863"/>
                      <a:pt x="132350" y="67283"/>
                      <a:pt x="125755" y="87734"/>
                    </a:cubicBezTo>
                    <a:lnTo>
                      <a:pt x="114945" y="77849"/>
                    </a:lnTo>
                    <a:cubicBezTo>
                      <a:pt x="111877" y="75033"/>
                      <a:pt x="107456" y="74249"/>
                      <a:pt x="103607" y="75840"/>
                    </a:cubicBezTo>
                    <a:lnTo>
                      <a:pt x="83207" y="84312"/>
                    </a:lnTo>
                    <a:cubicBezTo>
                      <a:pt x="79738" y="85768"/>
                      <a:pt x="77280" y="88929"/>
                      <a:pt x="76724" y="92650"/>
                    </a:cubicBezTo>
                    <a:lnTo>
                      <a:pt x="75123" y="103493"/>
                    </a:lnTo>
                    <a:cubicBezTo>
                      <a:pt x="74327" y="108897"/>
                      <a:pt x="77722" y="114035"/>
                      <a:pt x="83006" y="115421"/>
                    </a:cubicBezTo>
                    <a:lnTo>
                      <a:pt x="97378" y="119211"/>
                    </a:lnTo>
                    <a:lnTo>
                      <a:pt x="98959" y="120799"/>
                    </a:lnTo>
                    <a:cubicBezTo>
                      <a:pt x="74767" y="134679"/>
                      <a:pt x="44155" y="129673"/>
                      <a:pt x="25644" y="108810"/>
                    </a:cubicBezTo>
                    <a:close/>
                    <a:moveTo>
                      <a:pt x="107826" y="114523"/>
                    </a:moveTo>
                    <a:lnTo>
                      <a:pt x="104946" y="111637"/>
                    </a:lnTo>
                    <a:cubicBezTo>
                      <a:pt x="103603" y="110288"/>
                      <a:pt x="101925" y="109322"/>
                      <a:pt x="100084" y="108837"/>
                    </a:cubicBezTo>
                    <a:lnTo>
                      <a:pt x="85725" y="105047"/>
                    </a:lnTo>
                    <a:lnTo>
                      <a:pt x="87326" y="94204"/>
                    </a:lnTo>
                    <a:lnTo>
                      <a:pt x="107719" y="85725"/>
                    </a:lnTo>
                    <a:lnTo>
                      <a:pt x="121221" y="98102"/>
                    </a:lnTo>
                    <a:cubicBezTo>
                      <a:pt x="117779" y="104336"/>
                      <a:pt x="113242" y="109899"/>
                      <a:pt x="107826" y="114523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9322118" y="3247549"/>
              <a:ext cx="8029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web_search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0" y="3446145"/>
              <a:ext cx="106099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DuckDuckGo · 回退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38900" y="3867150"/>
              <a:ext cx="4724400" cy="857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14160" y="3975735"/>
              <a:ext cx="21307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流式输出 · stream_chat()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17018" y="4219099"/>
              <a:ext cx="2131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values 模式实时 yield 完整响应文本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28649"/>
              <a:ext cx="31971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检索原文收集到 last_retrieved_docs · 工具调用日志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38900" y="4857750"/>
              <a:ext cx="4724400" cy="47625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17018" y="4971574"/>
              <a:ext cx="40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📋 中文 System Prompt: 文档优先 → 网络回退 → 禁止编造 → 注明来源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17970" y="5160645"/>
              <a:ext cx="2681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web_search 失败后禁止重复调用 · 直接告知用户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6" name="Rectangle 66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08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6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91331" cy="574834"/>
            <a:chOff x="762000" y="280035"/>
            <a:chExt cx="3791331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记忆管理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6132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MEMORYMANAGER — CONVERSATION BUFFER WINDOW MEMORY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000125"/>
            <a:ext cx="5238750" cy="2571750"/>
            <a:chOff x="762000" y="1000125"/>
            <a:chExt cx="5238750" cy="2571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38100" cy="257175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6194" y="1272226"/>
              <a:ext cx="170578" cy="217246"/>
              <a:chOff x="1086194" y="1272226"/>
              <a:chExt cx="170578" cy="21724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3952" y="1280014"/>
                <a:ext cx="155034" cy="170762"/>
              </a:xfrm>
              <a:custGeom>
                <a:avLst/>
                <a:gdLst/>
                <a:ahLst/>
                <a:cxnLst/>
                <a:rect l="l" t="t" r="r" b="b"/>
                <a:pathLst>
                  <a:path w="155034" h="170762">
                    <a:moveTo>
                      <a:pt x="155013" y="77894"/>
                    </a:moveTo>
                    <a:cubicBezTo>
                      <a:pt x="155034" y="101654"/>
                      <a:pt x="144121" y="124102"/>
                      <a:pt x="125421" y="138761"/>
                    </a:cubicBezTo>
                    <a:cubicBezTo>
                      <a:pt x="119711" y="143187"/>
                      <a:pt x="116353" y="149994"/>
                      <a:pt x="116318" y="157219"/>
                    </a:cubicBezTo>
                    <a:lnTo>
                      <a:pt x="116318" y="163023"/>
                    </a:lnTo>
                    <a:cubicBezTo>
                      <a:pt x="116318" y="167298"/>
                      <a:pt x="112853" y="170762"/>
                      <a:pt x="108579" y="170762"/>
                    </a:cubicBezTo>
                    <a:lnTo>
                      <a:pt x="46667" y="170762"/>
                    </a:lnTo>
                    <a:cubicBezTo>
                      <a:pt x="42392" y="170762"/>
                      <a:pt x="38927" y="167298"/>
                      <a:pt x="38927" y="163023"/>
                    </a:cubicBezTo>
                    <a:lnTo>
                      <a:pt x="38927" y="157219"/>
                    </a:lnTo>
                    <a:cubicBezTo>
                      <a:pt x="38920" y="150034"/>
                      <a:pt x="35601" y="143253"/>
                      <a:pt x="29931" y="138839"/>
                    </a:cubicBezTo>
                    <a:cubicBezTo>
                      <a:pt x="11291" y="124278"/>
                      <a:pt x="348" y="101981"/>
                      <a:pt x="232" y="78329"/>
                    </a:cubicBezTo>
                    <a:cubicBezTo>
                      <a:pt x="0" y="36383"/>
                      <a:pt x="33820" y="1470"/>
                      <a:pt x="75756" y="503"/>
                    </a:cubicBezTo>
                    <a:cubicBezTo>
                      <a:pt x="96603" y="0"/>
                      <a:pt x="116770" y="7931"/>
                      <a:pt x="131690" y="22499"/>
                    </a:cubicBezTo>
                    <a:cubicBezTo>
                      <a:pt x="146610" y="37068"/>
                      <a:pt x="155019" y="57041"/>
                      <a:pt x="155013" y="7789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6194" y="1272226"/>
                <a:ext cx="170578" cy="217246"/>
              </a:xfrm>
              <a:custGeom>
                <a:avLst/>
                <a:gdLst/>
                <a:ahLst/>
                <a:cxnLst/>
                <a:rect l="l" t="t" r="r" b="b"/>
                <a:pathLst>
                  <a:path w="170578" h="217246">
                    <a:moveTo>
                      <a:pt x="131816" y="209507"/>
                    </a:moveTo>
                    <a:cubicBezTo>
                      <a:pt x="131816" y="213781"/>
                      <a:pt x="128351" y="217246"/>
                      <a:pt x="124077" y="217246"/>
                    </a:cubicBezTo>
                    <a:lnTo>
                      <a:pt x="46686" y="217246"/>
                    </a:lnTo>
                    <a:cubicBezTo>
                      <a:pt x="42412" y="217246"/>
                      <a:pt x="38947" y="213781"/>
                      <a:pt x="38947" y="209507"/>
                    </a:cubicBezTo>
                    <a:cubicBezTo>
                      <a:pt x="38947" y="205233"/>
                      <a:pt x="42412" y="201768"/>
                      <a:pt x="46686" y="201768"/>
                    </a:cubicBezTo>
                    <a:lnTo>
                      <a:pt x="124077" y="201768"/>
                    </a:lnTo>
                    <a:cubicBezTo>
                      <a:pt x="128351" y="201768"/>
                      <a:pt x="131816" y="205233"/>
                      <a:pt x="131816" y="209507"/>
                    </a:cubicBezTo>
                    <a:close/>
                    <a:moveTo>
                      <a:pt x="170511" y="85682"/>
                    </a:moveTo>
                    <a:cubicBezTo>
                      <a:pt x="170578" y="111826"/>
                      <a:pt x="158568" y="136536"/>
                      <a:pt x="137968" y="152635"/>
                    </a:cubicBezTo>
                    <a:cubicBezTo>
                      <a:pt x="134116" y="155587"/>
                      <a:pt x="131845" y="160154"/>
                      <a:pt x="131816" y="165008"/>
                    </a:cubicBezTo>
                    <a:lnTo>
                      <a:pt x="131816" y="170812"/>
                    </a:lnTo>
                    <a:cubicBezTo>
                      <a:pt x="131816" y="179360"/>
                      <a:pt x="124886" y="186290"/>
                      <a:pt x="116337" y="186290"/>
                    </a:cubicBezTo>
                    <a:lnTo>
                      <a:pt x="54425" y="186290"/>
                    </a:lnTo>
                    <a:cubicBezTo>
                      <a:pt x="45877" y="186290"/>
                      <a:pt x="38947" y="179360"/>
                      <a:pt x="38947" y="170812"/>
                    </a:cubicBezTo>
                    <a:lnTo>
                      <a:pt x="38947" y="165008"/>
                    </a:lnTo>
                    <a:cubicBezTo>
                      <a:pt x="38944" y="160212"/>
                      <a:pt x="36718" y="155689"/>
                      <a:pt x="32920" y="152761"/>
                    </a:cubicBezTo>
                    <a:cubicBezTo>
                      <a:pt x="12374" y="136759"/>
                      <a:pt x="327" y="112198"/>
                      <a:pt x="252" y="86156"/>
                    </a:cubicBezTo>
                    <a:cubicBezTo>
                      <a:pt x="0" y="40051"/>
                      <a:pt x="37264" y="1655"/>
                      <a:pt x="83330" y="553"/>
                    </a:cubicBezTo>
                    <a:cubicBezTo>
                      <a:pt x="106261" y="0"/>
                      <a:pt x="128445" y="8724"/>
                      <a:pt x="144856" y="24750"/>
                    </a:cubicBezTo>
                    <a:cubicBezTo>
                      <a:pt x="161268" y="40775"/>
                      <a:pt x="170518" y="62745"/>
                      <a:pt x="170511" y="85682"/>
                    </a:cubicBezTo>
                    <a:close/>
                    <a:moveTo>
                      <a:pt x="155033" y="85682"/>
                    </a:moveTo>
                    <a:cubicBezTo>
                      <a:pt x="155038" y="66914"/>
                      <a:pt x="147469" y="48938"/>
                      <a:pt x="134041" y="35826"/>
                    </a:cubicBezTo>
                    <a:cubicBezTo>
                      <a:pt x="120612" y="22715"/>
                      <a:pt x="102461" y="15577"/>
                      <a:pt x="83698" y="16031"/>
                    </a:cubicBezTo>
                    <a:cubicBezTo>
                      <a:pt x="45970" y="16921"/>
                      <a:pt x="15526" y="48332"/>
                      <a:pt x="15730" y="86060"/>
                    </a:cubicBezTo>
                    <a:cubicBezTo>
                      <a:pt x="15801" y="107358"/>
                      <a:pt x="25661" y="127441"/>
                      <a:pt x="42468" y="140523"/>
                    </a:cubicBezTo>
                    <a:cubicBezTo>
                      <a:pt x="50024" y="146397"/>
                      <a:pt x="54439" y="155437"/>
                      <a:pt x="54425" y="165008"/>
                    </a:cubicBezTo>
                    <a:lnTo>
                      <a:pt x="54425" y="170812"/>
                    </a:lnTo>
                    <a:lnTo>
                      <a:pt x="116337" y="170812"/>
                    </a:lnTo>
                    <a:lnTo>
                      <a:pt x="116337" y="165008"/>
                    </a:lnTo>
                    <a:cubicBezTo>
                      <a:pt x="116359" y="155410"/>
                      <a:pt x="120811" y="146360"/>
                      <a:pt x="128401" y="140485"/>
                    </a:cubicBezTo>
                    <a:cubicBezTo>
                      <a:pt x="145262" y="127308"/>
                      <a:pt x="155091" y="107081"/>
                      <a:pt x="155033" y="85682"/>
                    </a:cubicBezTo>
                    <a:close/>
                    <a:moveTo>
                      <a:pt x="139448" y="76647"/>
                    </a:moveTo>
                    <a:cubicBezTo>
                      <a:pt x="135338" y="53689"/>
                      <a:pt x="117365" y="35720"/>
                      <a:pt x="94407" y="31615"/>
                    </a:cubicBezTo>
                    <a:cubicBezTo>
                      <a:pt x="90191" y="30905"/>
                      <a:pt x="86198" y="33746"/>
                      <a:pt x="85488" y="37961"/>
                    </a:cubicBezTo>
                    <a:cubicBezTo>
                      <a:pt x="84777" y="42177"/>
                      <a:pt x="87618" y="46170"/>
                      <a:pt x="91834" y="46881"/>
                    </a:cubicBezTo>
                    <a:cubicBezTo>
                      <a:pt x="107863" y="49580"/>
                      <a:pt x="121465" y="63181"/>
                      <a:pt x="124183" y="79240"/>
                    </a:cubicBezTo>
                    <a:cubicBezTo>
                      <a:pt x="124815" y="82961"/>
                      <a:pt x="128041" y="85684"/>
                      <a:pt x="131816" y="85682"/>
                    </a:cubicBezTo>
                    <a:cubicBezTo>
                      <a:pt x="132253" y="85680"/>
                      <a:pt x="132690" y="85644"/>
                      <a:pt x="133122" y="85576"/>
                    </a:cubicBezTo>
                    <a:cubicBezTo>
                      <a:pt x="137334" y="84857"/>
                      <a:pt x="140166" y="80860"/>
                      <a:pt x="139448" y="7664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388745" y="12696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滑动窗口记忆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00175" y="1538288"/>
              <a:ext cx="144922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CONVERSATION BUFFER WINDOW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1809750"/>
              <a:ext cx="4705350" cy="6858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4912" y="1926431"/>
              <a:ext cx="33439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只保留最近 k 轮对话（默认 k=4），超出自动滑出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5865" y="2172652"/>
              <a:ext cx="30160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避免上下文过长导致推理速度下降和 Token 浪费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28700" y="2609850"/>
              <a:ext cx="4705350" cy="590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04912" y="27360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return_messages=True — 以消息列表形式返回对话历史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05865" y="2953702"/>
              <a:ext cx="3268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memory_key="history" — 统一注入 Agent prompt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000125"/>
            <a:ext cx="5257800" cy="2571750"/>
            <a:chOff x="6172200" y="1000125"/>
            <a:chExt cx="52578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6172200" y="1000125"/>
              <a:ext cx="5257800" cy="2571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000125"/>
              <a:ext cx="38100" cy="257175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465691" y="1288020"/>
              <a:ext cx="232167" cy="185974"/>
              <a:chOff x="6465691" y="1288020"/>
              <a:chExt cx="232167" cy="1859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473428" y="1342430"/>
                <a:ext cx="216694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77391">
                    <a:moveTo>
                      <a:pt x="216694" y="38695"/>
                    </a:moveTo>
                    <a:lnTo>
                      <a:pt x="170259" y="77391"/>
                    </a:lnTo>
                    <a:lnTo>
                      <a:pt x="46434" y="77391"/>
                    </a:lnTo>
                    <a:lnTo>
                      <a:pt x="0" y="38695"/>
                    </a:lnTo>
                    <a:lnTo>
                      <a:pt x="46434" y="0"/>
                    </a:lnTo>
                    <a:lnTo>
                      <a:pt x="170259" y="0"/>
                    </a:ln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465691" y="1288020"/>
                <a:ext cx="232167" cy="185974"/>
              </a:xfrm>
              <a:custGeom>
                <a:avLst/>
                <a:gdLst/>
                <a:ahLst/>
                <a:cxnLst/>
                <a:rect l="l" t="t" r="r" b="b"/>
                <a:pathLst>
                  <a:path w="232167" h="185974">
                    <a:moveTo>
                      <a:pt x="59124" y="60359"/>
                    </a:moveTo>
                    <a:lnTo>
                      <a:pt x="19829" y="93105"/>
                    </a:lnTo>
                    <a:lnTo>
                      <a:pt x="59124" y="125851"/>
                    </a:lnTo>
                    <a:cubicBezTo>
                      <a:pt x="61311" y="127601"/>
                      <a:pt x="62381" y="130397"/>
                      <a:pt x="61922" y="133160"/>
                    </a:cubicBezTo>
                    <a:cubicBezTo>
                      <a:pt x="61463" y="135923"/>
                      <a:pt x="59547" y="138223"/>
                      <a:pt x="56912" y="139173"/>
                    </a:cubicBezTo>
                    <a:cubicBezTo>
                      <a:pt x="54277" y="140123"/>
                      <a:pt x="51335" y="139575"/>
                      <a:pt x="49218" y="137740"/>
                    </a:cubicBezTo>
                    <a:lnTo>
                      <a:pt x="2784" y="99045"/>
                    </a:lnTo>
                    <a:cubicBezTo>
                      <a:pt x="1020" y="97574"/>
                      <a:pt x="0" y="95396"/>
                      <a:pt x="0" y="93100"/>
                    </a:cubicBezTo>
                    <a:cubicBezTo>
                      <a:pt x="0" y="90804"/>
                      <a:pt x="1020" y="88626"/>
                      <a:pt x="2784" y="87155"/>
                    </a:cubicBezTo>
                    <a:lnTo>
                      <a:pt x="49218" y="48460"/>
                    </a:lnTo>
                    <a:cubicBezTo>
                      <a:pt x="52504" y="45725"/>
                      <a:pt x="57385" y="46171"/>
                      <a:pt x="60121" y="49457"/>
                    </a:cubicBezTo>
                    <a:cubicBezTo>
                      <a:pt x="62856" y="52742"/>
                      <a:pt x="62410" y="57624"/>
                      <a:pt x="59124" y="60359"/>
                    </a:cubicBezTo>
                    <a:close/>
                    <a:moveTo>
                      <a:pt x="229383" y="87155"/>
                    </a:moveTo>
                    <a:lnTo>
                      <a:pt x="182949" y="48460"/>
                    </a:lnTo>
                    <a:cubicBezTo>
                      <a:pt x="179663" y="45725"/>
                      <a:pt x="174782" y="46171"/>
                      <a:pt x="172047" y="49457"/>
                    </a:cubicBezTo>
                    <a:cubicBezTo>
                      <a:pt x="169311" y="52742"/>
                      <a:pt x="169757" y="57624"/>
                      <a:pt x="173043" y="60359"/>
                    </a:cubicBezTo>
                    <a:lnTo>
                      <a:pt x="212338" y="93105"/>
                    </a:lnTo>
                    <a:lnTo>
                      <a:pt x="173043" y="125851"/>
                    </a:lnTo>
                    <a:cubicBezTo>
                      <a:pt x="170856" y="127601"/>
                      <a:pt x="169786" y="130397"/>
                      <a:pt x="170245" y="133160"/>
                    </a:cubicBezTo>
                    <a:cubicBezTo>
                      <a:pt x="170704" y="135923"/>
                      <a:pt x="172620" y="138223"/>
                      <a:pt x="175255" y="139173"/>
                    </a:cubicBezTo>
                    <a:cubicBezTo>
                      <a:pt x="177890" y="140123"/>
                      <a:pt x="180833" y="139575"/>
                      <a:pt x="182949" y="137740"/>
                    </a:cubicBezTo>
                    <a:lnTo>
                      <a:pt x="229383" y="99045"/>
                    </a:lnTo>
                    <a:cubicBezTo>
                      <a:pt x="231147" y="97574"/>
                      <a:pt x="232167" y="95396"/>
                      <a:pt x="232167" y="93100"/>
                    </a:cubicBezTo>
                    <a:cubicBezTo>
                      <a:pt x="232167" y="90804"/>
                      <a:pt x="231147" y="88626"/>
                      <a:pt x="229383" y="87155"/>
                    </a:cubicBezTo>
                    <a:close/>
                    <a:moveTo>
                      <a:pt x="149681" y="700"/>
                    </a:moveTo>
                    <a:cubicBezTo>
                      <a:pt x="147751" y="0"/>
                      <a:pt x="145623" y="95"/>
                      <a:pt x="143763" y="964"/>
                    </a:cubicBezTo>
                    <a:cubicBezTo>
                      <a:pt x="141904" y="1833"/>
                      <a:pt x="140466" y="3405"/>
                      <a:pt x="139765" y="5334"/>
                    </a:cubicBezTo>
                    <a:lnTo>
                      <a:pt x="77853" y="175594"/>
                    </a:lnTo>
                    <a:cubicBezTo>
                      <a:pt x="77149" y="177524"/>
                      <a:pt x="77242" y="179655"/>
                      <a:pt x="78112" y="181517"/>
                    </a:cubicBezTo>
                    <a:cubicBezTo>
                      <a:pt x="78981" y="183379"/>
                      <a:pt x="80555" y="184819"/>
                      <a:pt x="82486" y="185519"/>
                    </a:cubicBezTo>
                    <a:cubicBezTo>
                      <a:pt x="83334" y="185820"/>
                      <a:pt x="84228" y="185974"/>
                      <a:pt x="85127" y="185974"/>
                    </a:cubicBezTo>
                    <a:cubicBezTo>
                      <a:pt x="88383" y="185974"/>
                      <a:pt x="91291" y="183936"/>
                      <a:pt x="92402" y="180876"/>
                    </a:cubicBezTo>
                    <a:lnTo>
                      <a:pt x="154315" y="10616"/>
                    </a:lnTo>
                    <a:cubicBezTo>
                      <a:pt x="155015" y="8687"/>
                      <a:pt x="154920" y="6558"/>
                      <a:pt x="154051" y="4699"/>
                    </a:cubicBezTo>
                    <a:cubicBezTo>
                      <a:pt x="153182" y="2839"/>
                      <a:pt x="151610" y="1401"/>
                      <a:pt x="149681" y="700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98945" y="1269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实现细节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10375" y="1538288"/>
              <a:ext cx="799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IMPLEMENTATION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438900" y="1809750"/>
              <a:ext cx="472440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6065" y="1925002"/>
              <a:ext cx="16585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class MemoryManager: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7018" y="2142649"/>
              <a:ext cx="28006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__init__(self, k=MEMORY_KEEP_RECENT)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7018" y="2333149"/>
              <a:ext cx="22870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save_context(inputs, outputs)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7018" y="2523649"/>
              <a:ext cx="22740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def load_memory_variables(inputs)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3762375"/>
            <a:ext cx="5238750" cy="2476500"/>
            <a:chOff x="762000" y="3762375"/>
            <a:chExt cx="5238750" cy="2476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762375"/>
              <a:ext cx="523875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762375"/>
              <a:ext cx="38100" cy="24765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58800" y="4040440"/>
              <a:ext cx="224255" cy="206119"/>
              <a:chOff x="1058800" y="4040440"/>
              <a:chExt cx="224255" cy="20611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36807" y="4097057"/>
                <a:ext cx="138316" cy="141877"/>
              </a:xfrm>
              <a:custGeom>
                <a:avLst/>
                <a:gdLst/>
                <a:ahLst/>
                <a:cxnLst/>
                <a:rect l="l" t="t" r="r" b="b"/>
                <a:pathLst>
                  <a:path w="138316" h="141877">
                    <a:moveTo>
                      <a:pt x="135143" y="131777"/>
                    </a:moveTo>
                    <a:cubicBezTo>
                      <a:pt x="135724" y="133805"/>
                      <a:pt x="135159" y="135988"/>
                      <a:pt x="133668" y="137479"/>
                    </a:cubicBezTo>
                    <a:cubicBezTo>
                      <a:pt x="132176" y="138971"/>
                      <a:pt x="129993" y="139536"/>
                      <a:pt x="127965" y="138955"/>
                    </a:cubicBezTo>
                    <a:lnTo>
                      <a:pt x="99070" y="130703"/>
                    </a:lnTo>
                    <a:cubicBezTo>
                      <a:pt x="81132" y="140470"/>
                      <a:pt x="59812" y="141877"/>
                      <a:pt x="40746" y="134553"/>
                    </a:cubicBezTo>
                    <a:cubicBezTo>
                      <a:pt x="21680" y="127229"/>
                      <a:pt x="6786" y="111910"/>
                      <a:pt x="0" y="92646"/>
                    </a:cubicBezTo>
                    <a:lnTo>
                      <a:pt x="0" y="92646"/>
                    </a:lnTo>
                    <a:cubicBezTo>
                      <a:pt x="1258" y="92714"/>
                      <a:pt x="2525" y="92753"/>
                      <a:pt x="3802" y="92753"/>
                    </a:cubicBezTo>
                    <a:cubicBezTo>
                      <a:pt x="26392" y="92754"/>
                      <a:pt x="47581" y="81800"/>
                      <a:pt x="60640" y="63367"/>
                    </a:cubicBezTo>
                    <a:cubicBezTo>
                      <a:pt x="73700" y="44934"/>
                      <a:pt x="77009" y="21312"/>
                      <a:pt x="69516" y="0"/>
                    </a:cubicBezTo>
                    <a:lnTo>
                      <a:pt x="69516" y="0"/>
                    </a:lnTo>
                    <a:cubicBezTo>
                      <a:pt x="93385" y="1303"/>
                      <a:pt x="114918" y="14755"/>
                      <a:pt x="126558" y="35634"/>
                    </a:cubicBezTo>
                    <a:cubicBezTo>
                      <a:pt x="138197" y="56514"/>
                      <a:pt x="138316" y="81903"/>
                      <a:pt x="126872" y="102891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58800" y="4040440"/>
                <a:ext cx="224255" cy="206119"/>
              </a:xfrm>
              <a:custGeom>
                <a:avLst/>
                <a:gdLst/>
                <a:ahLst/>
                <a:cxnLst/>
                <a:rect l="l" t="t" r="r" b="b"/>
                <a:pathLst>
                  <a:path w="224255" h="206119">
                    <a:moveTo>
                      <a:pt x="213180" y="160330"/>
                    </a:moveTo>
                    <a:cubicBezTo>
                      <a:pt x="224255" y="137817"/>
                      <a:pt x="223729" y="111332"/>
                      <a:pt x="211769" y="89276"/>
                    </a:cubicBezTo>
                    <a:cubicBezTo>
                      <a:pt x="199809" y="67221"/>
                      <a:pt x="177899" y="52332"/>
                      <a:pt x="152989" y="49332"/>
                    </a:cubicBezTo>
                    <a:cubicBezTo>
                      <a:pt x="141906" y="23495"/>
                      <a:pt x="117683" y="5701"/>
                      <a:pt x="89714" y="2851"/>
                    </a:cubicBezTo>
                    <a:cubicBezTo>
                      <a:pt x="61745" y="0"/>
                      <a:pt x="34430" y="12541"/>
                      <a:pt x="18362" y="35611"/>
                    </a:cubicBezTo>
                    <a:cubicBezTo>
                      <a:pt x="2293" y="58681"/>
                      <a:pt x="0" y="88650"/>
                      <a:pt x="12371" y="113896"/>
                    </a:cubicBezTo>
                    <a:lnTo>
                      <a:pt x="4960" y="139841"/>
                    </a:lnTo>
                    <a:cubicBezTo>
                      <a:pt x="3614" y="144567"/>
                      <a:pt x="4934" y="149653"/>
                      <a:pt x="8409" y="153128"/>
                    </a:cubicBezTo>
                    <a:cubicBezTo>
                      <a:pt x="11884" y="156603"/>
                      <a:pt x="16969" y="157923"/>
                      <a:pt x="21696" y="156576"/>
                    </a:cubicBezTo>
                    <a:lnTo>
                      <a:pt x="47641" y="149166"/>
                    </a:lnTo>
                    <a:cubicBezTo>
                      <a:pt x="55470" y="153010"/>
                      <a:pt x="63892" y="155506"/>
                      <a:pt x="72551" y="156547"/>
                    </a:cubicBezTo>
                    <a:cubicBezTo>
                      <a:pt x="80894" y="176092"/>
                      <a:pt x="96906" y="191347"/>
                      <a:pt x="116831" y="198733"/>
                    </a:cubicBezTo>
                    <a:cubicBezTo>
                      <a:pt x="136757" y="206119"/>
                      <a:pt x="158843" y="204986"/>
                      <a:pt x="177909" y="195601"/>
                    </a:cubicBezTo>
                    <a:lnTo>
                      <a:pt x="203854" y="203011"/>
                    </a:lnTo>
                    <a:cubicBezTo>
                      <a:pt x="208581" y="204357"/>
                      <a:pt x="213666" y="203038"/>
                      <a:pt x="217142" y="199562"/>
                    </a:cubicBezTo>
                    <a:cubicBezTo>
                      <a:pt x="220617" y="196087"/>
                      <a:pt x="221937" y="191002"/>
                      <a:pt x="220590" y="186275"/>
                    </a:cubicBezTo>
                    <a:close/>
                    <a:moveTo>
                      <a:pt x="48473" y="133146"/>
                    </a:moveTo>
                    <a:cubicBezTo>
                      <a:pt x="47754" y="133147"/>
                      <a:pt x="47038" y="133244"/>
                      <a:pt x="46345" y="133437"/>
                    </a:cubicBezTo>
                    <a:lnTo>
                      <a:pt x="20796" y="140740"/>
                    </a:lnTo>
                    <a:lnTo>
                      <a:pt x="28100" y="115192"/>
                    </a:lnTo>
                    <a:cubicBezTo>
                      <a:pt x="28648" y="113245"/>
                      <a:pt x="28411" y="111162"/>
                      <a:pt x="27442" y="109388"/>
                    </a:cubicBezTo>
                    <a:cubicBezTo>
                      <a:pt x="12732" y="82381"/>
                      <a:pt x="20093" y="48669"/>
                      <a:pt x="44722" y="30252"/>
                    </a:cubicBezTo>
                    <a:cubicBezTo>
                      <a:pt x="69351" y="11835"/>
                      <a:pt x="103769" y="14305"/>
                      <a:pt x="125515" y="36051"/>
                    </a:cubicBezTo>
                    <a:cubicBezTo>
                      <a:pt x="147260" y="57797"/>
                      <a:pt x="149731" y="92215"/>
                      <a:pt x="131314" y="116844"/>
                    </a:cubicBezTo>
                    <a:cubicBezTo>
                      <a:pt x="112897" y="141473"/>
                      <a:pt x="79185" y="148834"/>
                      <a:pt x="52178" y="134124"/>
                    </a:cubicBezTo>
                    <a:cubicBezTo>
                      <a:pt x="51046" y="133490"/>
                      <a:pt x="49771" y="133154"/>
                      <a:pt x="48473" y="133146"/>
                    </a:cubicBezTo>
                    <a:close/>
                    <a:moveTo>
                      <a:pt x="197450" y="161626"/>
                    </a:moveTo>
                    <a:lnTo>
                      <a:pt x="204754" y="187175"/>
                    </a:lnTo>
                    <a:lnTo>
                      <a:pt x="179205" y="179871"/>
                    </a:lnTo>
                    <a:cubicBezTo>
                      <a:pt x="177259" y="179324"/>
                      <a:pt x="175176" y="179560"/>
                      <a:pt x="173401" y="180529"/>
                    </a:cubicBezTo>
                    <a:cubicBezTo>
                      <a:pt x="143722" y="196675"/>
                      <a:pt x="106580" y="186073"/>
                      <a:pt x="89897" y="156693"/>
                    </a:cubicBezTo>
                    <a:cubicBezTo>
                      <a:pt x="111320" y="154461"/>
                      <a:pt x="130842" y="143396"/>
                      <a:pt x="143760" y="126160"/>
                    </a:cubicBezTo>
                    <a:cubicBezTo>
                      <a:pt x="156678" y="108925"/>
                      <a:pt x="161822" y="87083"/>
                      <a:pt x="157952" y="65894"/>
                    </a:cubicBezTo>
                    <a:cubicBezTo>
                      <a:pt x="176749" y="70324"/>
                      <a:pt x="192403" y="83272"/>
                      <a:pt x="200279" y="100905"/>
                    </a:cubicBezTo>
                    <a:cubicBezTo>
                      <a:pt x="208156" y="118538"/>
                      <a:pt x="207353" y="138837"/>
                      <a:pt x="198108" y="155793"/>
                    </a:cubicBezTo>
                    <a:cubicBezTo>
                      <a:pt x="197131" y="157575"/>
                      <a:pt x="196895" y="159671"/>
                      <a:pt x="197450" y="161626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887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对话流转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0175" y="4300538"/>
              <a:ext cx="119419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CONVERSATION LIFECYCLE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28700" y="4572000"/>
              <a:ext cx="1476375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045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1. 用户提问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35656" y="48939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chat_input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8318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62250" y="4572000"/>
              <a:ext cx="1476375" cy="533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4002" y="4722495"/>
              <a:ext cx="7033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2. 加载历史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2198" y="4893945"/>
              <a:ext cx="7669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load_memory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16730" y="473106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C3FD4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495800" y="4572000"/>
              <a:ext cx="1238250" cy="5334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49838" y="4722495"/>
              <a:ext cx="9301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3. 注入 Prompt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28448" y="4893945"/>
              <a:ext cx="772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stream_chat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8700" y="5219700"/>
              <a:ext cx="4705350" cy="523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07770" y="53320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4. save_context()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940368" y="5323999"/>
              <a:ext cx="24495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保存本轮对话 → 维持 session_state 状态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07770" y="5541645"/>
              <a:ext cx="332327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页面刷新时从 st.session_state 恢复 MemoryManager 实例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172200" y="3762375"/>
            <a:ext cx="5257800" cy="2476500"/>
            <a:chOff x="6172200" y="3762375"/>
            <a:chExt cx="5257800" cy="2476500"/>
          </a:xfrm>
        </p:grpSpPr>
        <p:sp>
          <p:nvSpPr>
            <p:cNvPr id="57" name="Rectangle 57"/>
            <p:cNvSpPr/>
            <p:nvPr/>
          </p:nvSpPr>
          <p:spPr>
            <a:xfrm>
              <a:off x="6172200" y="3762375"/>
              <a:ext cx="5257800" cy="247650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172200" y="3762375"/>
              <a:ext cx="38100" cy="24765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480175" y="4041775"/>
              <a:ext cx="203229" cy="203229"/>
              <a:chOff x="6480175" y="4041775"/>
              <a:chExt cx="203229" cy="203229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88306" y="4049887"/>
                <a:ext cx="187024" cy="187034"/>
              </a:xfrm>
              <a:custGeom>
                <a:avLst/>
                <a:gdLst/>
                <a:ahLst/>
                <a:cxnLst/>
                <a:rect l="l" t="t" r="r" b="b"/>
                <a:pathLst>
                  <a:path w="187024" h="187034">
                    <a:moveTo>
                      <a:pt x="170724" y="88825"/>
                    </a:moveTo>
                    <a:lnTo>
                      <a:pt x="186956" y="68510"/>
                    </a:lnTo>
                    <a:cubicBezTo>
                      <a:pt x="184767" y="60280"/>
                      <a:pt x="181491" y="52378"/>
                      <a:pt x="177215" y="45012"/>
                    </a:cubicBezTo>
                    <a:lnTo>
                      <a:pt x="151386" y="42110"/>
                    </a:lnTo>
                    <a:cubicBezTo>
                      <a:pt x="149322" y="39785"/>
                      <a:pt x="147123" y="37586"/>
                      <a:pt x="144798" y="35522"/>
                    </a:cubicBezTo>
                    <a:lnTo>
                      <a:pt x="141896" y="9684"/>
                    </a:lnTo>
                    <a:cubicBezTo>
                      <a:pt x="134522" y="5433"/>
                      <a:pt x="126618" y="2180"/>
                      <a:pt x="118388" y="10"/>
                    </a:cubicBezTo>
                    <a:lnTo>
                      <a:pt x="98073" y="16233"/>
                    </a:lnTo>
                    <a:cubicBezTo>
                      <a:pt x="94967" y="16049"/>
                      <a:pt x="91854" y="16049"/>
                      <a:pt x="88748" y="16233"/>
                    </a:cubicBezTo>
                    <a:lnTo>
                      <a:pt x="68433" y="0"/>
                    </a:lnTo>
                    <a:cubicBezTo>
                      <a:pt x="60229" y="2196"/>
                      <a:pt x="52353" y="5472"/>
                      <a:pt x="45012" y="9742"/>
                    </a:cubicBezTo>
                    <a:lnTo>
                      <a:pt x="42110" y="35571"/>
                    </a:lnTo>
                    <a:cubicBezTo>
                      <a:pt x="39785" y="37634"/>
                      <a:pt x="37586" y="39834"/>
                      <a:pt x="35522" y="42159"/>
                    </a:cubicBezTo>
                    <a:lnTo>
                      <a:pt x="9684" y="45061"/>
                    </a:lnTo>
                    <a:cubicBezTo>
                      <a:pt x="5433" y="52434"/>
                      <a:pt x="2180" y="60339"/>
                      <a:pt x="10" y="68568"/>
                    </a:cubicBezTo>
                    <a:lnTo>
                      <a:pt x="16233" y="88883"/>
                    </a:lnTo>
                    <a:cubicBezTo>
                      <a:pt x="16049" y="91989"/>
                      <a:pt x="16049" y="95103"/>
                      <a:pt x="16233" y="98209"/>
                    </a:cubicBezTo>
                    <a:lnTo>
                      <a:pt x="0" y="118524"/>
                    </a:lnTo>
                    <a:cubicBezTo>
                      <a:pt x="2189" y="126754"/>
                      <a:pt x="5465" y="134656"/>
                      <a:pt x="9742" y="142021"/>
                    </a:cubicBezTo>
                    <a:lnTo>
                      <a:pt x="35571" y="144924"/>
                    </a:lnTo>
                    <a:cubicBezTo>
                      <a:pt x="37634" y="147248"/>
                      <a:pt x="39834" y="149448"/>
                      <a:pt x="42159" y="151511"/>
                    </a:cubicBezTo>
                    <a:lnTo>
                      <a:pt x="45061" y="177350"/>
                    </a:lnTo>
                    <a:cubicBezTo>
                      <a:pt x="52434" y="181601"/>
                      <a:pt x="60339" y="184854"/>
                      <a:pt x="68568" y="187024"/>
                    </a:cubicBezTo>
                    <a:lnTo>
                      <a:pt x="88883" y="170801"/>
                    </a:lnTo>
                    <a:cubicBezTo>
                      <a:pt x="91989" y="170985"/>
                      <a:pt x="95103" y="170985"/>
                      <a:pt x="98209" y="170801"/>
                    </a:cubicBezTo>
                    <a:lnTo>
                      <a:pt x="118524" y="187034"/>
                    </a:lnTo>
                    <a:cubicBezTo>
                      <a:pt x="126754" y="184844"/>
                      <a:pt x="134656" y="181568"/>
                      <a:pt x="142021" y="177292"/>
                    </a:cubicBezTo>
                    <a:lnTo>
                      <a:pt x="144924" y="151463"/>
                    </a:lnTo>
                    <a:cubicBezTo>
                      <a:pt x="147248" y="149400"/>
                      <a:pt x="149448" y="147200"/>
                      <a:pt x="151511" y="144875"/>
                    </a:cubicBezTo>
                    <a:lnTo>
                      <a:pt x="177350" y="141973"/>
                    </a:lnTo>
                    <a:cubicBezTo>
                      <a:pt x="181601" y="134600"/>
                      <a:pt x="184854" y="126695"/>
                      <a:pt x="187024" y="118466"/>
                    </a:cubicBezTo>
                    <a:lnTo>
                      <a:pt x="170801" y="98151"/>
                    </a:lnTo>
                    <a:cubicBezTo>
                      <a:pt x="170959" y="95043"/>
                      <a:pt x="170933" y="91929"/>
                      <a:pt x="170724" y="88825"/>
                    </a:cubicBezTo>
                    <a:close/>
                    <a:moveTo>
                      <a:pt x="93469" y="132183"/>
                    </a:moveTo>
                    <a:cubicBezTo>
                      <a:pt x="72098" y="132183"/>
                      <a:pt x="54773" y="114859"/>
                      <a:pt x="54773" y="93488"/>
                    </a:cubicBezTo>
                    <a:cubicBezTo>
                      <a:pt x="54773" y="72117"/>
                      <a:pt x="72098" y="54793"/>
                      <a:pt x="93469" y="54793"/>
                    </a:cubicBezTo>
                    <a:cubicBezTo>
                      <a:pt x="114839" y="54793"/>
                      <a:pt x="132164" y="72117"/>
                      <a:pt x="132164" y="93488"/>
                    </a:cubicBezTo>
                    <a:cubicBezTo>
                      <a:pt x="132164" y="114859"/>
                      <a:pt x="114839" y="132183"/>
                      <a:pt x="93469" y="132183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480175" y="4041775"/>
                <a:ext cx="203229" cy="203229"/>
              </a:xfrm>
              <a:custGeom>
                <a:avLst/>
                <a:gdLst/>
                <a:ahLst/>
                <a:cxnLst/>
                <a:rect l="l" t="t" r="r" b="b"/>
                <a:pathLst>
                  <a:path w="203229" h="203229">
                    <a:moveTo>
                      <a:pt x="101600" y="55166"/>
                    </a:moveTo>
                    <a:cubicBezTo>
                      <a:pt x="75955" y="55166"/>
                      <a:pt x="55166" y="75955"/>
                      <a:pt x="55166" y="101600"/>
                    </a:cubicBezTo>
                    <a:cubicBezTo>
                      <a:pt x="55166" y="127245"/>
                      <a:pt x="75955" y="148035"/>
                      <a:pt x="101600" y="148035"/>
                    </a:cubicBezTo>
                    <a:cubicBezTo>
                      <a:pt x="127245" y="148035"/>
                      <a:pt x="148035" y="127245"/>
                      <a:pt x="148035" y="101600"/>
                    </a:cubicBezTo>
                    <a:cubicBezTo>
                      <a:pt x="148008" y="75966"/>
                      <a:pt x="127234" y="55192"/>
                      <a:pt x="101600" y="55166"/>
                    </a:cubicBezTo>
                    <a:close/>
                    <a:moveTo>
                      <a:pt x="101600" y="132556"/>
                    </a:moveTo>
                    <a:cubicBezTo>
                      <a:pt x="84504" y="132556"/>
                      <a:pt x="70644" y="118697"/>
                      <a:pt x="70644" y="101600"/>
                    </a:cubicBezTo>
                    <a:cubicBezTo>
                      <a:pt x="70644" y="84504"/>
                      <a:pt x="84504" y="70644"/>
                      <a:pt x="101600" y="70644"/>
                    </a:cubicBezTo>
                    <a:cubicBezTo>
                      <a:pt x="118697" y="70644"/>
                      <a:pt x="132556" y="84504"/>
                      <a:pt x="132556" y="101600"/>
                    </a:cubicBezTo>
                    <a:cubicBezTo>
                      <a:pt x="132556" y="118697"/>
                      <a:pt x="118697" y="132556"/>
                      <a:pt x="101600" y="132556"/>
                    </a:cubicBezTo>
                    <a:close/>
                    <a:moveTo>
                      <a:pt x="186730" y="103690"/>
                    </a:moveTo>
                    <a:cubicBezTo>
                      <a:pt x="186769" y="102297"/>
                      <a:pt x="186769" y="100904"/>
                      <a:pt x="186730" y="99511"/>
                    </a:cubicBezTo>
                    <a:lnTo>
                      <a:pt x="201163" y="81479"/>
                    </a:lnTo>
                    <a:cubicBezTo>
                      <a:pt x="202698" y="79559"/>
                      <a:pt x="203229" y="77024"/>
                      <a:pt x="202595" y="74649"/>
                    </a:cubicBezTo>
                    <a:cubicBezTo>
                      <a:pt x="200225" y="65756"/>
                      <a:pt x="196685" y="57217"/>
                      <a:pt x="192070" y="49255"/>
                    </a:cubicBezTo>
                    <a:cubicBezTo>
                      <a:pt x="190843" y="47143"/>
                      <a:pt x="188692" y="45734"/>
                      <a:pt x="186266" y="45453"/>
                    </a:cubicBezTo>
                    <a:lnTo>
                      <a:pt x="163319" y="42899"/>
                    </a:lnTo>
                    <a:cubicBezTo>
                      <a:pt x="162365" y="41893"/>
                      <a:pt x="161397" y="40926"/>
                      <a:pt x="160417" y="39997"/>
                    </a:cubicBezTo>
                    <a:lnTo>
                      <a:pt x="157708" y="16993"/>
                    </a:lnTo>
                    <a:cubicBezTo>
                      <a:pt x="157426" y="14565"/>
                      <a:pt x="156013" y="12413"/>
                      <a:pt x="153897" y="11189"/>
                    </a:cubicBezTo>
                    <a:cubicBezTo>
                      <a:pt x="145935" y="6577"/>
                      <a:pt x="137396" y="3044"/>
                      <a:pt x="128503" y="683"/>
                    </a:cubicBezTo>
                    <a:cubicBezTo>
                      <a:pt x="126128" y="48"/>
                      <a:pt x="123593" y="580"/>
                      <a:pt x="121673" y="2115"/>
                    </a:cubicBezTo>
                    <a:lnTo>
                      <a:pt x="103690" y="16471"/>
                    </a:lnTo>
                    <a:cubicBezTo>
                      <a:pt x="102297" y="16471"/>
                      <a:pt x="100904" y="16471"/>
                      <a:pt x="99511" y="16471"/>
                    </a:cubicBezTo>
                    <a:lnTo>
                      <a:pt x="81479" y="2066"/>
                    </a:lnTo>
                    <a:cubicBezTo>
                      <a:pt x="79559" y="531"/>
                      <a:pt x="77024" y="0"/>
                      <a:pt x="74649" y="634"/>
                    </a:cubicBezTo>
                    <a:cubicBezTo>
                      <a:pt x="65756" y="3005"/>
                      <a:pt x="57217" y="6544"/>
                      <a:pt x="49255" y="11160"/>
                    </a:cubicBezTo>
                    <a:cubicBezTo>
                      <a:pt x="47143" y="12386"/>
                      <a:pt x="45734" y="14538"/>
                      <a:pt x="45453" y="16964"/>
                    </a:cubicBezTo>
                    <a:lnTo>
                      <a:pt x="42899" y="39949"/>
                    </a:lnTo>
                    <a:cubicBezTo>
                      <a:pt x="41893" y="40910"/>
                      <a:pt x="40926" y="41877"/>
                      <a:pt x="39997" y="42851"/>
                    </a:cubicBezTo>
                    <a:lnTo>
                      <a:pt x="16993" y="45492"/>
                    </a:lnTo>
                    <a:cubicBezTo>
                      <a:pt x="14565" y="45774"/>
                      <a:pt x="12413" y="47188"/>
                      <a:pt x="11189" y="49303"/>
                    </a:cubicBezTo>
                    <a:cubicBezTo>
                      <a:pt x="6578" y="57267"/>
                      <a:pt x="3042" y="65805"/>
                      <a:pt x="673" y="74697"/>
                    </a:cubicBezTo>
                    <a:cubicBezTo>
                      <a:pt x="41" y="77074"/>
                      <a:pt x="576" y="79609"/>
                      <a:pt x="2115" y="81527"/>
                    </a:cubicBezTo>
                    <a:lnTo>
                      <a:pt x="16471" y="99511"/>
                    </a:lnTo>
                    <a:cubicBezTo>
                      <a:pt x="16471" y="100904"/>
                      <a:pt x="16471" y="102297"/>
                      <a:pt x="16471" y="103690"/>
                    </a:cubicBezTo>
                    <a:lnTo>
                      <a:pt x="2066" y="121722"/>
                    </a:lnTo>
                    <a:cubicBezTo>
                      <a:pt x="531" y="123642"/>
                      <a:pt x="0" y="126177"/>
                      <a:pt x="634" y="128551"/>
                    </a:cubicBezTo>
                    <a:cubicBezTo>
                      <a:pt x="3005" y="137444"/>
                      <a:pt x="6544" y="145983"/>
                      <a:pt x="11160" y="153945"/>
                    </a:cubicBezTo>
                    <a:cubicBezTo>
                      <a:pt x="12386" y="156057"/>
                      <a:pt x="14538" y="157467"/>
                      <a:pt x="16964" y="157747"/>
                    </a:cubicBezTo>
                    <a:lnTo>
                      <a:pt x="39910" y="160301"/>
                    </a:lnTo>
                    <a:cubicBezTo>
                      <a:pt x="40871" y="161307"/>
                      <a:pt x="41839" y="162274"/>
                      <a:pt x="42812" y="163203"/>
                    </a:cubicBezTo>
                    <a:lnTo>
                      <a:pt x="45492" y="186207"/>
                    </a:lnTo>
                    <a:cubicBezTo>
                      <a:pt x="45774" y="188636"/>
                      <a:pt x="47188" y="190788"/>
                      <a:pt x="49303" y="192012"/>
                    </a:cubicBezTo>
                    <a:cubicBezTo>
                      <a:pt x="57267" y="196623"/>
                      <a:pt x="65805" y="200159"/>
                      <a:pt x="74697" y="202527"/>
                    </a:cubicBezTo>
                    <a:cubicBezTo>
                      <a:pt x="77074" y="203159"/>
                      <a:pt x="79609" y="202624"/>
                      <a:pt x="81527" y="201086"/>
                    </a:cubicBezTo>
                    <a:lnTo>
                      <a:pt x="99511" y="186730"/>
                    </a:lnTo>
                    <a:cubicBezTo>
                      <a:pt x="100904" y="186769"/>
                      <a:pt x="102297" y="186769"/>
                      <a:pt x="103690" y="186730"/>
                    </a:cubicBezTo>
                    <a:lnTo>
                      <a:pt x="121722" y="201163"/>
                    </a:lnTo>
                    <a:cubicBezTo>
                      <a:pt x="123642" y="202698"/>
                      <a:pt x="126177" y="203229"/>
                      <a:pt x="128551" y="202595"/>
                    </a:cubicBezTo>
                    <a:cubicBezTo>
                      <a:pt x="137446" y="200229"/>
                      <a:pt x="145985" y="196689"/>
                      <a:pt x="153945" y="192070"/>
                    </a:cubicBezTo>
                    <a:cubicBezTo>
                      <a:pt x="156057" y="190843"/>
                      <a:pt x="157467" y="188692"/>
                      <a:pt x="157747" y="186266"/>
                    </a:cubicBezTo>
                    <a:lnTo>
                      <a:pt x="160301" y="163319"/>
                    </a:lnTo>
                    <a:cubicBezTo>
                      <a:pt x="161307" y="162365"/>
                      <a:pt x="162274" y="161397"/>
                      <a:pt x="163203" y="160417"/>
                    </a:cubicBezTo>
                    <a:lnTo>
                      <a:pt x="186207" y="157708"/>
                    </a:lnTo>
                    <a:cubicBezTo>
                      <a:pt x="188636" y="157426"/>
                      <a:pt x="190788" y="156013"/>
                      <a:pt x="192012" y="153897"/>
                    </a:cubicBezTo>
                    <a:cubicBezTo>
                      <a:pt x="196623" y="145934"/>
                      <a:pt x="200159" y="137395"/>
                      <a:pt x="202527" y="128503"/>
                    </a:cubicBezTo>
                    <a:cubicBezTo>
                      <a:pt x="203159" y="126127"/>
                      <a:pt x="202624" y="123592"/>
                      <a:pt x="201086" y="121673"/>
                    </a:cubicBezTo>
                    <a:close/>
                    <a:moveTo>
                      <a:pt x="171155" y="97402"/>
                    </a:moveTo>
                    <a:cubicBezTo>
                      <a:pt x="171319" y="100198"/>
                      <a:pt x="171319" y="103002"/>
                      <a:pt x="171155" y="105799"/>
                    </a:cubicBezTo>
                    <a:cubicBezTo>
                      <a:pt x="171040" y="107713"/>
                      <a:pt x="171640" y="109602"/>
                      <a:pt x="172838" y="111100"/>
                    </a:cubicBezTo>
                    <a:lnTo>
                      <a:pt x="186565" y="128252"/>
                    </a:lnTo>
                    <a:cubicBezTo>
                      <a:pt x="184990" y="133257"/>
                      <a:pt x="182973" y="138113"/>
                      <a:pt x="180539" y="142762"/>
                    </a:cubicBezTo>
                    <a:lnTo>
                      <a:pt x="158676" y="145239"/>
                    </a:lnTo>
                    <a:cubicBezTo>
                      <a:pt x="156772" y="145450"/>
                      <a:pt x="155014" y="146360"/>
                      <a:pt x="153742" y="147793"/>
                    </a:cubicBezTo>
                    <a:cubicBezTo>
                      <a:pt x="151880" y="149887"/>
                      <a:pt x="149897" y="151870"/>
                      <a:pt x="147802" y="153732"/>
                    </a:cubicBezTo>
                    <a:cubicBezTo>
                      <a:pt x="146370" y="155004"/>
                      <a:pt x="145460" y="156762"/>
                      <a:pt x="145249" y="158666"/>
                    </a:cubicBezTo>
                    <a:lnTo>
                      <a:pt x="142820" y="180510"/>
                    </a:lnTo>
                    <a:cubicBezTo>
                      <a:pt x="138172" y="182946"/>
                      <a:pt x="133316" y="184962"/>
                      <a:pt x="128310" y="186536"/>
                    </a:cubicBezTo>
                    <a:lnTo>
                      <a:pt x="111148" y="172809"/>
                    </a:lnTo>
                    <a:cubicBezTo>
                      <a:pt x="109775" y="171712"/>
                      <a:pt x="108069" y="171115"/>
                      <a:pt x="106311" y="171116"/>
                    </a:cubicBezTo>
                    <a:lnTo>
                      <a:pt x="105847" y="171116"/>
                    </a:lnTo>
                    <a:cubicBezTo>
                      <a:pt x="103050" y="171281"/>
                      <a:pt x="100247" y="171281"/>
                      <a:pt x="97450" y="171116"/>
                    </a:cubicBezTo>
                    <a:cubicBezTo>
                      <a:pt x="95536" y="171007"/>
                      <a:pt x="93649" y="171606"/>
                      <a:pt x="92149" y="172800"/>
                    </a:cubicBezTo>
                    <a:lnTo>
                      <a:pt x="74949" y="186536"/>
                    </a:lnTo>
                    <a:cubicBezTo>
                      <a:pt x="69943" y="184961"/>
                      <a:pt x="65087" y="182944"/>
                      <a:pt x="60438" y="180510"/>
                    </a:cubicBezTo>
                    <a:lnTo>
                      <a:pt x="57962" y="158676"/>
                    </a:lnTo>
                    <a:cubicBezTo>
                      <a:pt x="57750" y="156772"/>
                      <a:pt x="56840" y="155014"/>
                      <a:pt x="55408" y="153742"/>
                    </a:cubicBezTo>
                    <a:cubicBezTo>
                      <a:pt x="53313" y="151880"/>
                      <a:pt x="51330" y="149897"/>
                      <a:pt x="49468" y="147802"/>
                    </a:cubicBezTo>
                    <a:cubicBezTo>
                      <a:pt x="48196" y="146370"/>
                      <a:pt x="46438" y="145460"/>
                      <a:pt x="44534" y="145249"/>
                    </a:cubicBezTo>
                    <a:lnTo>
                      <a:pt x="22691" y="142811"/>
                    </a:lnTo>
                    <a:cubicBezTo>
                      <a:pt x="20255" y="138162"/>
                      <a:pt x="18238" y="133306"/>
                      <a:pt x="16664" y="128300"/>
                    </a:cubicBezTo>
                    <a:lnTo>
                      <a:pt x="30391" y="111139"/>
                    </a:lnTo>
                    <a:cubicBezTo>
                      <a:pt x="31590" y="109641"/>
                      <a:pt x="32190" y="107752"/>
                      <a:pt x="32074" y="105837"/>
                    </a:cubicBezTo>
                    <a:cubicBezTo>
                      <a:pt x="31910" y="103041"/>
                      <a:pt x="31910" y="100237"/>
                      <a:pt x="32074" y="97440"/>
                    </a:cubicBezTo>
                    <a:cubicBezTo>
                      <a:pt x="32190" y="95526"/>
                      <a:pt x="31590" y="93637"/>
                      <a:pt x="30391" y="92139"/>
                    </a:cubicBezTo>
                    <a:lnTo>
                      <a:pt x="16664" y="74949"/>
                    </a:lnTo>
                    <a:cubicBezTo>
                      <a:pt x="18239" y="69943"/>
                      <a:pt x="20256" y="65087"/>
                      <a:pt x="22691" y="60438"/>
                    </a:cubicBezTo>
                    <a:lnTo>
                      <a:pt x="44525" y="57962"/>
                    </a:lnTo>
                    <a:cubicBezTo>
                      <a:pt x="46429" y="57750"/>
                      <a:pt x="48186" y="56840"/>
                      <a:pt x="49458" y="55408"/>
                    </a:cubicBezTo>
                    <a:cubicBezTo>
                      <a:pt x="51320" y="53313"/>
                      <a:pt x="53304" y="51330"/>
                      <a:pt x="55398" y="49468"/>
                    </a:cubicBezTo>
                    <a:cubicBezTo>
                      <a:pt x="56836" y="48195"/>
                      <a:pt x="57750" y="46433"/>
                      <a:pt x="57962" y="44525"/>
                    </a:cubicBezTo>
                    <a:lnTo>
                      <a:pt x="60390" y="22691"/>
                    </a:lnTo>
                    <a:cubicBezTo>
                      <a:pt x="65038" y="20255"/>
                      <a:pt x="69894" y="18238"/>
                      <a:pt x="74900" y="16664"/>
                    </a:cubicBezTo>
                    <a:lnTo>
                      <a:pt x="92062" y="30391"/>
                    </a:lnTo>
                    <a:cubicBezTo>
                      <a:pt x="93559" y="31590"/>
                      <a:pt x="95448" y="32190"/>
                      <a:pt x="97363" y="32074"/>
                    </a:cubicBezTo>
                    <a:cubicBezTo>
                      <a:pt x="100160" y="31910"/>
                      <a:pt x="102963" y="31910"/>
                      <a:pt x="105760" y="32074"/>
                    </a:cubicBezTo>
                    <a:cubicBezTo>
                      <a:pt x="107674" y="32184"/>
                      <a:pt x="109561" y="31585"/>
                      <a:pt x="111061" y="30391"/>
                    </a:cubicBezTo>
                    <a:lnTo>
                      <a:pt x="128252" y="16664"/>
                    </a:lnTo>
                    <a:cubicBezTo>
                      <a:pt x="133257" y="18239"/>
                      <a:pt x="138113" y="20256"/>
                      <a:pt x="142762" y="22691"/>
                    </a:cubicBezTo>
                    <a:lnTo>
                      <a:pt x="145239" y="44525"/>
                    </a:lnTo>
                    <a:cubicBezTo>
                      <a:pt x="145450" y="46429"/>
                      <a:pt x="146360" y="48186"/>
                      <a:pt x="147793" y="49458"/>
                    </a:cubicBezTo>
                    <a:cubicBezTo>
                      <a:pt x="149887" y="51320"/>
                      <a:pt x="151870" y="53304"/>
                      <a:pt x="153732" y="55398"/>
                    </a:cubicBezTo>
                    <a:cubicBezTo>
                      <a:pt x="155004" y="56831"/>
                      <a:pt x="156762" y="57741"/>
                      <a:pt x="158666" y="57952"/>
                    </a:cubicBezTo>
                    <a:lnTo>
                      <a:pt x="180510" y="60380"/>
                    </a:lnTo>
                    <a:cubicBezTo>
                      <a:pt x="182946" y="65028"/>
                      <a:pt x="184962" y="69884"/>
                      <a:pt x="186536" y="74891"/>
                    </a:cubicBezTo>
                    <a:lnTo>
                      <a:pt x="172809" y="92052"/>
                    </a:lnTo>
                    <a:cubicBezTo>
                      <a:pt x="171599" y="93562"/>
                      <a:pt x="170999" y="95471"/>
                      <a:pt x="171126" y="97402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798945" y="40319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配置参数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0375" y="4300538"/>
              <a:ext cx="724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CONFIGURATION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38900" y="4572000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7018" y="4733449"/>
              <a:ext cx="16902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MEMORY_KEEP_RECENT = 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17018" y="49429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保留最近 4 轮（8 条消息）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7018" y="5190649"/>
              <a:ext cx="2229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MEMORY_MAX_TOKEN_LIMIT = 4000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17018" y="54001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对话历史 Token 上限控制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17018" y="5647849"/>
              <a:ext cx="14172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session_state 持久化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17018" y="5857399"/>
              <a:ext cx="18384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Streamlit 页面刷新后状态保持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2" name="Rectangle 72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09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56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2569179" cy="574834"/>
            <a:chOff x="762000" y="280035"/>
            <a:chExt cx="2569179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适用场景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2391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USE CASES — WHERE THIS SYSTEM SHINES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028700"/>
            <a:ext cx="3524250" cy="2381250"/>
            <a:chOff x="762000" y="1028700"/>
            <a:chExt cx="3524250" cy="2381250"/>
          </a:xfrm>
        </p:grpSpPr>
        <p:sp>
          <p:nvSpPr>
            <p:cNvPr id="7" name="Rectangle 7"/>
            <p:cNvSpPr/>
            <p:nvPr/>
          </p:nvSpPr>
          <p:spPr>
            <a:xfrm>
              <a:off x="76200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2870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390766" y="1357288"/>
              <a:ext cx="285759" cy="247698"/>
              <a:chOff x="2390766" y="1357288"/>
              <a:chExt cx="285759" cy="247698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2400249" y="1371600"/>
                <a:ext cx="266759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66759" h="219075">
                    <a:moveTo>
                      <a:pt x="266751" y="109538"/>
                    </a:moveTo>
                    <a:cubicBezTo>
                      <a:pt x="266759" y="133763"/>
                      <a:pt x="251491" y="155362"/>
                      <a:pt x="228651" y="163437"/>
                    </a:cubicBezTo>
                    <a:lnTo>
                      <a:pt x="228651" y="163437"/>
                    </a:lnTo>
                    <a:lnTo>
                      <a:pt x="228651" y="171450"/>
                    </a:lnTo>
                    <a:cubicBezTo>
                      <a:pt x="228651" y="197753"/>
                      <a:pt x="207329" y="219075"/>
                      <a:pt x="181026" y="219075"/>
                    </a:cubicBezTo>
                    <a:cubicBezTo>
                      <a:pt x="154724" y="219075"/>
                      <a:pt x="133401" y="197753"/>
                      <a:pt x="133401" y="171450"/>
                    </a:cubicBezTo>
                    <a:cubicBezTo>
                      <a:pt x="133401" y="197753"/>
                      <a:pt x="112079" y="219075"/>
                      <a:pt x="85776" y="219075"/>
                    </a:cubicBezTo>
                    <a:cubicBezTo>
                      <a:pt x="59474" y="219075"/>
                      <a:pt x="38151" y="197753"/>
                      <a:pt x="38151" y="171450"/>
                    </a:cubicBezTo>
                    <a:lnTo>
                      <a:pt x="38151" y="163437"/>
                    </a:lnTo>
                    <a:lnTo>
                      <a:pt x="38151" y="163437"/>
                    </a:lnTo>
                    <a:cubicBezTo>
                      <a:pt x="15291" y="155379"/>
                      <a:pt x="0" y="133777"/>
                      <a:pt x="0" y="109538"/>
                    </a:cubicBezTo>
                    <a:cubicBezTo>
                      <a:pt x="0" y="85298"/>
                      <a:pt x="15291" y="63696"/>
                      <a:pt x="38151" y="55638"/>
                    </a:cubicBezTo>
                    <a:lnTo>
                      <a:pt x="38151" y="47625"/>
                    </a:lnTo>
                    <a:cubicBezTo>
                      <a:pt x="38151" y="21322"/>
                      <a:pt x="59474" y="0"/>
                      <a:pt x="85776" y="0"/>
                    </a:cubicBezTo>
                    <a:cubicBezTo>
                      <a:pt x="112079" y="0"/>
                      <a:pt x="133401" y="21322"/>
                      <a:pt x="133401" y="47625"/>
                    </a:cubicBezTo>
                    <a:cubicBezTo>
                      <a:pt x="133401" y="21322"/>
                      <a:pt x="154724" y="0"/>
                      <a:pt x="181026" y="0"/>
                    </a:cubicBezTo>
                    <a:cubicBezTo>
                      <a:pt x="207329" y="0"/>
                      <a:pt x="228651" y="21322"/>
                      <a:pt x="228651" y="47625"/>
                    </a:cubicBezTo>
                    <a:lnTo>
                      <a:pt x="228651" y="55638"/>
                    </a:lnTo>
                    <a:cubicBezTo>
                      <a:pt x="251491" y="63713"/>
                      <a:pt x="266759" y="85312"/>
                      <a:pt x="266751" y="109538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90766" y="1357288"/>
                <a:ext cx="285759" cy="247698"/>
              </a:xfrm>
              <a:custGeom>
                <a:avLst/>
                <a:gdLst/>
                <a:ahLst/>
                <a:cxnLst/>
                <a:rect l="l" t="t" r="r" b="b"/>
                <a:pathLst>
                  <a:path w="285759" h="247698">
                    <a:moveTo>
                      <a:pt x="285759" y="123849"/>
                    </a:moveTo>
                    <a:cubicBezTo>
                      <a:pt x="285733" y="98099"/>
                      <a:pt x="270911" y="74656"/>
                      <a:pt x="247659" y="63592"/>
                    </a:cubicBezTo>
                    <a:lnTo>
                      <a:pt x="247659" y="61937"/>
                    </a:lnTo>
                    <a:cubicBezTo>
                      <a:pt x="247636" y="36738"/>
                      <a:pt x="231112" y="14527"/>
                      <a:pt x="206982" y="7264"/>
                    </a:cubicBezTo>
                    <a:cubicBezTo>
                      <a:pt x="182853" y="0"/>
                      <a:pt x="156813" y="9398"/>
                      <a:pt x="142884" y="30397"/>
                    </a:cubicBezTo>
                    <a:cubicBezTo>
                      <a:pt x="128955" y="9398"/>
                      <a:pt x="102915" y="0"/>
                      <a:pt x="78786" y="7264"/>
                    </a:cubicBezTo>
                    <a:cubicBezTo>
                      <a:pt x="54656" y="14527"/>
                      <a:pt x="38131" y="36738"/>
                      <a:pt x="38109" y="61937"/>
                    </a:cubicBezTo>
                    <a:lnTo>
                      <a:pt x="38109" y="63592"/>
                    </a:lnTo>
                    <a:cubicBezTo>
                      <a:pt x="14836" y="74627"/>
                      <a:pt x="0" y="98080"/>
                      <a:pt x="0" y="123837"/>
                    </a:cubicBezTo>
                    <a:cubicBezTo>
                      <a:pt x="0" y="149594"/>
                      <a:pt x="14836" y="173048"/>
                      <a:pt x="38109" y="184083"/>
                    </a:cubicBezTo>
                    <a:lnTo>
                      <a:pt x="38109" y="185762"/>
                    </a:lnTo>
                    <a:cubicBezTo>
                      <a:pt x="38131" y="210961"/>
                      <a:pt x="54656" y="233171"/>
                      <a:pt x="78786" y="240435"/>
                    </a:cubicBezTo>
                    <a:cubicBezTo>
                      <a:pt x="102915" y="247698"/>
                      <a:pt x="128955" y="238301"/>
                      <a:pt x="142884" y="217301"/>
                    </a:cubicBezTo>
                    <a:cubicBezTo>
                      <a:pt x="156813" y="238301"/>
                      <a:pt x="182853" y="247698"/>
                      <a:pt x="206982" y="240435"/>
                    </a:cubicBezTo>
                    <a:cubicBezTo>
                      <a:pt x="231112" y="233171"/>
                      <a:pt x="247636" y="210961"/>
                      <a:pt x="247659" y="185762"/>
                    </a:cubicBezTo>
                    <a:lnTo>
                      <a:pt x="247659" y="184083"/>
                    </a:lnTo>
                    <a:cubicBezTo>
                      <a:pt x="270907" y="173027"/>
                      <a:pt x="285730" y="149592"/>
                      <a:pt x="285759" y="123849"/>
                    </a:cubicBezTo>
                    <a:close/>
                    <a:moveTo>
                      <a:pt x="95259" y="223862"/>
                    </a:moveTo>
                    <a:cubicBezTo>
                      <a:pt x="75804" y="223859"/>
                      <a:pt x="59477" y="209199"/>
                      <a:pt x="57385" y="189857"/>
                    </a:cubicBezTo>
                    <a:cubicBezTo>
                      <a:pt x="60465" y="190297"/>
                      <a:pt x="63573" y="190520"/>
                      <a:pt x="66684" y="190524"/>
                    </a:cubicBezTo>
                    <a:lnTo>
                      <a:pt x="76209" y="190524"/>
                    </a:lnTo>
                    <a:cubicBezTo>
                      <a:pt x="81469" y="190524"/>
                      <a:pt x="85734" y="186260"/>
                      <a:pt x="85734" y="180999"/>
                    </a:cubicBezTo>
                    <a:cubicBezTo>
                      <a:pt x="85734" y="175739"/>
                      <a:pt x="81469" y="171474"/>
                      <a:pt x="76209" y="171474"/>
                    </a:cubicBezTo>
                    <a:lnTo>
                      <a:pt x="66684" y="171474"/>
                    </a:lnTo>
                    <a:cubicBezTo>
                      <a:pt x="43466" y="171501"/>
                      <a:pt x="23613" y="154783"/>
                      <a:pt x="19689" y="131899"/>
                    </a:cubicBezTo>
                    <a:cubicBezTo>
                      <a:pt x="15764" y="109016"/>
                      <a:pt x="28913" y="86637"/>
                      <a:pt x="50813" y="78927"/>
                    </a:cubicBezTo>
                    <a:cubicBezTo>
                      <a:pt x="54616" y="77580"/>
                      <a:pt x="57158" y="73984"/>
                      <a:pt x="57159" y="69950"/>
                    </a:cubicBezTo>
                    <a:lnTo>
                      <a:pt x="57159" y="61937"/>
                    </a:lnTo>
                    <a:cubicBezTo>
                      <a:pt x="57159" y="40895"/>
                      <a:pt x="74217" y="23837"/>
                      <a:pt x="95259" y="23837"/>
                    </a:cubicBezTo>
                    <a:cubicBezTo>
                      <a:pt x="116301" y="23837"/>
                      <a:pt x="133359" y="40895"/>
                      <a:pt x="133359" y="61937"/>
                    </a:cubicBezTo>
                    <a:lnTo>
                      <a:pt x="133359" y="143209"/>
                    </a:lnTo>
                    <a:cubicBezTo>
                      <a:pt x="122899" y="133802"/>
                      <a:pt x="109327" y="128601"/>
                      <a:pt x="95259" y="128612"/>
                    </a:cubicBezTo>
                    <a:cubicBezTo>
                      <a:pt x="89998" y="128612"/>
                      <a:pt x="85734" y="132876"/>
                      <a:pt x="85734" y="138137"/>
                    </a:cubicBezTo>
                    <a:cubicBezTo>
                      <a:pt x="85734" y="143397"/>
                      <a:pt x="89998" y="147662"/>
                      <a:pt x="95259" y="147662"/>
                    </a:cubicBezTo>
                    <a:cubicBezTo>
                      <a:pt x="116301" y="147662"/>
                      <a:pt x="133359" y="164720"/>
                      <a:pt x="133359" y="185762"/>
                    </a:cubicBezTo>
                    <a:cubicBezTo>
                      <a:pt x="133359" y="206804"/>
                      <a:pt x="116301" y="223862"/>
                      <a:pt x="95259" y="223862"/>
                    </a:cubicBezTo>
                    <a:close/>
                    <a:moveTo>
                      <a:pt x="219084" y="171474"/>
                    </a:moveTo>
                    <a:lnTo>
                      <a:pt x="209559" y="171474"/>
                    </a:lnTo>
                    <a:cubicBezTo>
                      <a:pt x="204298" y="171474"/>
                      <a:pt x="200034" y="175739"/>
                      <a:pt x="200034" y="180999"/>
                    </a:cubicBezTo>
                    <a:cubicBezTo>
                      <a:pt x="200034" y="186260"/>
                      <a:pt x="204298" y="190524"/>
                      <a:pt x="209559" y="190524"/>
                    </a:cubicBezTo>
                    <a:lnTo>
                      <a:pt x="219084" y="190524"/>
                    </a:lnTo>
                    <a:cubicBezTo>
                      <a:pt x="222195" y="190520"/>
                      <a:pt x="225303" y="190297"/>
                      <a:pt x="228383" y="189857"/>
                    </a:cubicBezTo>
                    <a:cubicBezTo>
                      <a:pt x="226178" y="210249"/>
                      <a:pt x="208226" y="225236"/>
                      <a:pt x="187768" y="223763"/>
                    </a:cubicBezTo>
                    <a:cubicBezTo>
                      <a:pt x="167311" y="222291"/>
                      <a:pt x="151690" y="204888"/>
                      <a:pt x="152428" y="184391"/>
                    </a:cubicBezTo>
                    <a:cubicBezTo>
                      <a:pt x="153166" y="163893"/>
                      <a:pt x="169998" y="147659"/>
                      <a:pt x="190509" y="147662"/>
                    </a:cubicBezTo>
                    <a:cubicBezTo>
                      <a:pt x="195769" y="147662"/>
                      <a:pt x="200034" y="143397"/>
                      <a:pt x="200034" y="138137"/>
                    </a:cubicBezTo>
                    <a:cubicBezTo>
                      <a:pt x="200034" y="132876"/>
                      <a:pt x="195769" y="128612"/>
                      <a:pt x="190509" y="128612"/>
                    </a:cubicBezTo>
                    <a:cubicBezTo>
                      <a:pt x="176441" y="128601"/>
                      <a:pt x="162868" y="133802"/>
                      <a:pt x="152409" y="143209"/>
                    </a:cubicBezTo>
                    <a:lnTo>
                      <a:pt x="152409" y="61937"/>
                    </a:lnTo>
                    <a:cubicBezTo>
                      <a:pt x="152409" y="40895"/>
                      <a:pt x="169467" y="23837"/>
                      <a:pt x="190509" y="23837"/>
                    </a:cubicBezTo>
                    <a:cubicBezTo>
                      <a:pt x="211551" y="23837"/>
                      <a:pt x="228609" y="40895"/>
                      <a:pt x="228609" y="61937"/>
                    </a:cubicBezTo>
                    <a:lnTo>
                      <a:pt x="228609" y="69950"/>
                    </a:lnTo>
                    <a:cubicBezTo>
                      <a:pt x="228610" y="73984"/>
                      <a:pt x="231152" y="77580"/>
                      <a:pt x="234955" y="78927"/>
                    </a:cubicBezTo>
                    <a:cubicBezTo>
                      <a:pt x="256855" y="86637"/>
                      <a:pt x="270004" y="109016"/>
                      <a:pt x="266079" y="131899"/>
                    </a:cubicBezTo>
                    <a:cubicBezTo>
                      <a:pt x="262155" y="154783"/>
                      <a:pt x="242301" y="171501"/>
                      <a:pt x="219084" y="171474"/>
                    </a:cubicBezTo>
                    <a:close/>
                    <a:moveTo>
                      <a:pt x="238134" y="109562"/>
                    </a:moveTo>
                    <a:cubicBezTo>
                      <a:pt x="238134" y="114822"/>
                      <a:pt x="233869" y="119087"/>
                      <a:pt x="228609" y="119087"/>
                    </a:cubicBezTo>
                    <a:lnTo>
                      <a:pt x="223846" y="119087"/>
                    </a:lnTo>
                    <a:cubicBezTo>
                      <a:pt x="200174" y="119087"/>
                      <a:pt x="180984" y="99897"/>
                      <a:pt x="180984" y="76224"/>
                    </a:cubicBezTo>
                    <a:lnTo>
                      <a:pt x="180984" y="71462"/>
                    </a:lnTo>
                    <a:cubicBezTo>
                      <a:pt x="180984" y="66201"/>
                      <a:pt x="185248" y="61937"/>
                      <a:pt x="190509" y="61937"/>
                    </a:cubicBezTo>
                    <a:cubicBezTo>
                      <a:pt x="195769" y="61937"/>
                      <a:pt x="200034" y="66201"/>
                      <a:pt x="200034" y="71462"/>
                    </a:cubicBezTo>
                    <a:lnTo>
                      <a:pt x="200034" y="76224"/>
                    </a:lnTo>
                    <a:cubicBezTo>
                      <a:pt x="200034" y="89376"/>
                      <a:pt x="210695" y="100037"/>
                      <a:pt x="223846" y="100037"/>
                    </a:cubicBezTo>
                    <a:lnTo>
                      <a:pt x="228609" y="100037"/>
                    </a:lnTo>
                    <a:cubicBezTo>
                      <a:pt x="233869" y="100037"/>
                      <a:pt x="238134" y="104301"/>
                      <a:pt x="238134" y="109562"/>
                    </a:cubicBezTo>
                    <a:close/>
                    <a:moveTo>
                      <a:pt x="61921" y="119087"/>
                    </a:moveTo>
                    <a:lnTo>
                      <a:pt x="57159" y="119087"/>
                    </a:lnTo>
                    <a:cubicBezTo>
                      <a:pt x="51898" y="119087"/>
                      <a:pt x="47634" y="114822"/>
                      <a:pt x="47634" y="109562"/>
                    </a:cubicBezTo>
                    <a:cubicBezTo>
                      <a:pt x="47634" y="104301"/>
                      <a:pt x="51898" y="100037"/>
                      <a:pt x="57159" y="100037"/>
                    </a:cubicBezTo>
                    <a:lnTo>
                      <a:pt x="61921" y="100037"/>
                    </a:lnTo>
                    <a:cubicBezTo>
                      <a:pt x="75073" y="100037"/>
                      <a:pt x="85734" y="89376"/>
                      <a:pt x="85734" y="76224"/>
                    </a:cubicBezTo>
                    <a:lnTo>
                      <a:pt x="85734" y="71462"/>
                    </a:lnTo>
                    <a:cubicBezTo>
                      <a:pt x="85734" y="66201"/>
                      <a:pt x="89998" y="61937"/>
                      <a:pt x="95259" y="61937"/>
                    </a:cubicBezTo>
                    <a:cubicBezTo>
                      <a:pt x="100519" y="61937"/>
                      <a:pt x="104784" y="66201"/>
                      <a:pt x="104784" y="71462"/>
                    </a:cubicBezTo>
                    <a:lnTo>
                      <a:pt x="104784" y="76224"/>
                    </a:lnTo>
                    <a:cubicBezTo>
                      <a:pt x="104784" y="99897"/>
                      <a:pt x="85594" y="119087"/>
                      <a:pt x="61921" y="119087"/>
                    </a:cubicBez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80009" y="16954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企业知识库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37065" y="1995488"/>
              <a:ext cx="57411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INTERNAL KB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59744" y="2307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上传内部文档即建即用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76008" y="2545556"/>
              <a:ext cx="12962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员工 FAQ 自助查询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97416" y="2799874"/>
              <a:ext cx="1253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无需手工整理 FAQ 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00550" y="1028700"/>
            <a:ext cx="3524250" cy="2381250"/>
            <a:chOff x="4400550" y="1028700"/>
            <a:chExt cx="35242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4400550" y="102870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00550" y="102870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6038850" y="1390650"/>
              <a:ext cx="266700" cy="228600"/>
              <a:chOff x="6038850" y="1390650"/>
              <a:chExt cx="2667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048375" y="1400175"/>
                <a:ext cx="2476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09550">
                    <a:moveTo>
                      <a:pt x="247650" y="9525"/>
                    </a:moveTo>
                    <a:lnTo>
                      <a:pt x="247650" y="161925"/>
                    </a:lnTo>
                    <a:cubicBezTo>
                      <a:pt x="247650" y="167186"/>
                      <a:pt x="243386" y="171450"/>
                      <a:pt x="238125" y="171450"/>
                    </a:cubicBezTo>
                    <a:lnTo>
                      <a:pt x="161925" y="171450"/>
                    </a:lnTo>
                    <a:cubicBezTo>
                      <a:pt x="140883" y="171450"/>
                      <a:pt x="123825" y="188508"/>
                      <a:pt x="123825" y="209550"/>
                    </a:cubicBezTo>
                    <a:cubicBezTo>
                      <a:pt x="123825" y="188508"/>
                      <a:pt x="106767" y="171450"/>
                      <a:pt x="85725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9525"/>
                    </a:lnTo>
                    <a:cubicBezTo>
                      <a:pt x="0" y="4264"/>
                      <a:pt x="4264" y="0"/>
                      <a:pt x="9525" y="0"/>
                    </a:cubicBezTo>
                    <a:lnTo>
                      <a:pt x="85725" y="0"/>
                    </a:lnTo>
                    <a:cubicBezTo>
                      <a:pt x="106767" y="0"/>
                      <a:pt x="123825" y="17058"/>
                      <a:pt x="123825" y="38100"/>
                    </a:cubicBezTo>
                    <a:cubicBezTo>
                      <a:pt x="123825" y="17058"/>
                      <a:pt x="140883" y="0"/>
                      <a:pt x="161925" y="0"/>
                    </a:cubicBezTo>
                    <a:lnTo>
                      <a:pt x="238125" y="0"/>
                    </a:lnTo>
                    <a:cubicBezTo>
                      <a:pt x="243386" y="0"/>
                      <a:pt x="247650" y="4264"/>
                      <a:pt x="247650" y="952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038850" y="139065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247650" y="0"/>
                    </a:moveTo>
                    <a:lnTo>
                      <a:pt x="171450" y="0"/>
                    </a:lnTo>
                    <a:cubicBezTo>
                      <a:pt x="156460" y="0"/>
                      <a:pt x="142344" y="7058"/>
                      <a:pt x="133350" y="19050"/>
                    </a:cubicBezTo>
                    <a:cubicBezTo>
                      <a:pt x="124356" y="7058"/>
                      <a:pt x="110240" y="0"/>
                      <a:pt x="95250" y="0"/>
                    </a:cubicBez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171450"/>
                    </a:lnTo>
                    <a:cubicBezTo>
                      <a:pt x="0" y="181971"/>
                      <a:pt x="8529" y="190500"/>
                      <a:pt x="19050" y="190500"/>
                    </a:cubicBezTo>
                    <a:lnTo>
                      <a:pt x="95250" y="190500"/>
                    </a:lnTo>
                    <a:cubicBezTo>
                      <a:pt x="111032" y="190500"/>
                      <a:pt x="123825" y="203293"/>
                      <a:pt x="123825" y="219075"/>
                    </a:cubicBezTo>
                    <a:cubicBezTo>
                      <a:pt x="123825" y="224336"/>
                      <a:pt x="128089" y="228600"/>
                      <a:pt x="133350" y="228600"/>
                    </a:cubicBezTo>
                    <a:cubicBezTo>
                      <a:pt x="138611" y="228600"/>
                      <a:pt x="142875" y="224336"/>
                      <a:pt x="142875" y="219075"/>
                    </a:cubicBezTo>
                    <a:cubicBezTo>
                      <a:pt x="142875" y="203293"/>
                      <a:pt x="155668" y="190500"/>
                      <a:pt x="171450" y="190500"/>
                    </a:cubicBezTo>
                    <a:lnTo>
                      <a:pt x="247650" y="190500"/>
                    </a:lnTo>
                    <a:cubicBezTo>
                      <a:pt x="258171" y="190500"/>
                      <a:pt x="266700" y="181971"/>
                      <a:pt x="266700" y="171450"/>
                    </a:cubicBezTo>
                    <a:lnTo>
                      <a:pt x="266700" y="19050"/>
                    </a:lnTo>
                    <a:cubicBezTo>
                      <a:pt x="266700" y="8529"/>
                      <a:pt x="258171" y="0"/>
                      <a:pt x="247650" y="0"/>
                    </a:cubicBezTo>
                    <a:close/>
                    <a:moveTo>
                      <a:pt x="95250" y="171450"/>
                    </a:moveTo>
                    <a:lnTo>
                      <a:pt x="19050" y="171450"/>
                    </a:lnTo>
                    <a:lnTo>
                      <a:pt x="19050" y="19050"/>
                    </a:lnTo>
                    <a:lnTo>
                      <a:pt x="95250" y="19050"/>
                    </a:lnTo>
                    <a:cubicBezTo>
                      <a:pt x="111032" y="19050"/>
                      <a:pt x="123825" y="31843"/>
                      <a:pt x="123825" y="47625"/>
                    </a:cubicBezTo>
                    <a:lnTo>
                      <a:pt x="123825" y="180975"/>
                    </a:lnTo>
                    <a:cubicBezTo>
                      <a:pt x="115589" y="174778"/>
                      <a:pt x="105557" y="171434"/>
                      <a:pt x="95250" y="171450"/>
                    </a:cubicBezTo>
                    <a:close/>
                    <a:moveTo>
                      <a:pt x="247650" y="171450"/>
                    </a:moveTo>
                    <a:lnTo>
                      <a:pt x="171450" y="171450"/>
                    </a:lnTo>
                    <a:cubicBezTo>
                      <a:pt x="161143" y="171434"/>
                      <a:pt x="151111" y="174778"/>
                      <a:pt x="142875" y="180975"/>
                    </a:cubicBezTo>
                    <a:lnTo>
                      <a:pt x="142875" y="47625"/>
                    </a:lnTo>
                    <a:cubicBezTo>
                      <a:pt x="142875" y="31843"/>
                      <a:pt x="155668" y="19050"/>
                      <a:pt x="171450" y="19050"/>
                    </a:cubicBezTo>
                    <a:lnTo>
                      <a:pt x="247650" y="19050"/>
                    </a:ln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5513546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产品文档问答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15608" y="1995488"/>
              <a:ext cx="69413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PRODUCT DOCS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32048" y="2307431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产品手册/说明书上传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98294" y="25455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用户自助查询功能说明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30228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降低客服人工压力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39100" y="1028700"/>
            <a:ext cx="3390900" cy="2381250"/>
            <a:chOff x="8039100" y="1028700"/>
            <a:chExt cx="33909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8039100" y="102870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39100" y="102870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667875" y="1381125"/>
              <a:ext cx="247650" cy="228600"/>
              <a:chOff x="9667875" y="1381125"/>
              <a:chExt cx="247650" cy="2286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677400" y="1390650"/>
                <a:ext cx="228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3825">
                    <a:moveTo>
                      <a:pt x="228600" y="19050"/>
                    </a:moveTo>
                    <a:lnTo>
                      <a:pt x="228600" y="123825"/>
                    </a:lnTo>
                    <a:lnTo>
                      <a:pt x="0" y="123825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209550" y="0"/>
                    </a:lnTo>
                    <a:cubicBezTo>
                      <a:pt x="220071" y="0"/>
                      <a:pt x="228600" y="8529"/>
                      <a:pt x="228600" y="19050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67875" y="1381125"/>
                <a:ext cx="2476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28600">
                    <a:moveTo>
                      <a:pt x="21907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61925"/>
                    </a:lnTo>
                    <a:cubicBezTo>
                      <a:pt x="0" y="177707"/>
                      <a:pt x="12793" y="190500"/>
                      <a:pt x="28575" y="190500"/>
                    </a:cubicBezTo>
                    <a:lnTo>
                      <a:pt x="114300" y="190500"/>
                    </a:lnTo>
                    <a:lnTo>
                      <a:pt x="114300" y="209550"/>
                    </a:lnTo>
                    <a:lnTo>
                      <a:pt x="85725" y="209550"/>
                    </a:lnTo>
                    <a:cubicBezTo>
                      <a:pt x="80464" y="209550"/>
                      <a:pt x="76200" y="213814"/>
                      <a:pt x="76200" y="219075"/>
                    </a:cubicBezTo>
                    <a:cubicBezTo>
                      <a:pt x="76200" y="224336"/>
                      <a:pt x="80464" y="228600"/>
                      <a:pt x="85725" y="228600"/>
                    </a:cubicBezTo>
                    <a:lnTo>
                      <a:pt x="161925" y="228600"/>
                    </a:lnTo>
                    <a:cubicBezTo>
                      <a:pt x="167186" y="228600"/>
                      <a:pt x="171450" y="224336"/>
                      <a:pt x="171450" y="219075"/>
                    </a:cubicBezTo>
                    <a:cubicBezTo>
                      <a:pt x="171450" y="213814"/>
                      <a:pt x="167186" y="209550"/>
                      <a:pt x="161925" y="209550"/>
                    </a:cubicBezTo>
                    <a:lnTo>
                      <a:pt x="133350" y="209550"/>
                    </a:lnTo>
                    <a:lnTo>
                      <a:pt x="133350" y="190500"/>
                    </a:lnTo>
                    <a:lnTo>
                      <a:pt x="219075" y="190500"/>
                    </a:lnTo>
                    <a:cubicBezTo>
                      <a:pt x="234857" y="190500"/>
                      <a:pt x="247650" y="177707"/>
                      <a:pt x="247650" y="161925"/>
                    </a:cubicBezTo>
                    <a:lnTo>
                      <a:pt x="247650" y="28575"/>
                    </a:lnTo>
                    <a:cubicBezTo>
                      <a:pt x="247650" y="12793"/>
                      <a:pt x="234857" y="0"/>
                      <a:pt x="219075" y="0"/>
                    </a:cubicBezTo>
                    <a:close/>
                    <a:moveTo>
                      <a:pt x="28575" y="19050"/>
                    </a:moveTo>
                    <a:lnTo>
                      <a:pt x="219075" y="19050"/>
                    </a:lnTo>
                    <a:cubicBezTo>
                      <a:pt x="224336" y="19050"/>
                      <a:pt x="228600" y="23314"/>
                      <a:pt x="228600" y="28575"/>
                    </a:cubicBezTo>
                    <a:lnTo>
                      <a:pt x="228600" y="123825"/>
                    </a:lnTo>
                    <a:lnTo>
                      <a:pt x="19050" y="123825"/>
                    </a:lnTo>
                    <a:lnTo>
                      <a:pt x="19050" y="28575"/>
                    </a:lnTo>
                    <a:cubicBezTo>
                      <a:pt x="19050" y="23314"/>
                      <a:pt x="23314" y="19050"/>
                      <a:pt x="28575" y="19050"/>
                    </a:cubicBezTo>
                    <a:close/>
                    <a:moveTo>
                      <a:pt x="219075" y="171450"/>
                    </a:moveTo>
                    <a:lnTo>
                      <a:pt x="28575" y="171450"/>
                    </a:lnTo>
                    <a:cubicBezTo>
                      <a:pt x="23314" y="171450"/>
                      <a:pt x="19050" y="167186"/>
                      <a:pt x="19050" y="161925"/>
                    </a:cubicBezTo>
                    <a:lnTo>
                      <a:pt x="19050" y="142875"/>
                    </a:lnTo>
                    <a:lnTo>
                      <a:pt x="228600" y="142875"/>
                    </a:lnTo>
                    <a:lnTo>
                      <a:pt x="228600" y="161925"/>
                    </a:lnTo>
                    <a:cubicBezTo>
                      <a:pt x="228600" y="167186"/>
                      <a:pt x="224336" y="171450"/>
                      <a:pt x="219075" y="171450"/>
                    </a:cubicBez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9085421" y="16954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技术支持助手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97484" y="1995488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TECH SUPPORT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62668" y="2307431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技术文档/日志/错误码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20188" y="25455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快速定位解决方案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202102" y="27998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支持联网搜索补充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3600450"/>
            <a:ext cx="3524250" cy="2381250"/>
            <a:chOff x="762000" y="3600450"/>
            <a:chExt cx="3524250" cy="2381250"/>
          </a:xfrm>
        </p:grpSpPr>
        <p:sp>
          <p:nvSpPr>
            <p:cNvPr id="40" name="Rectangle 40"/>
            <p:cNvSpPr/>
            <p:nvPr/>
          </p:nvSpPr>
          <p:spPr>
            <a:xfrm>
              <a:off x="76200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600450"/>
              <a:ext cx="35242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2408569" y="3923869"/>
              <a:ext cx="250228" cy="267563"/>
              <a:chOff x="2408569" y="3923869"/>
              <a:chExt cx="250228" cy="26756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419350" y="3933825"/>
                <a:ext cx="2286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33350">
                    <a:moveTo>
                      <a:pt x="228600" y="66675"/>
                    </a:moveTo>
                    <a:lnTo>
                      <a:pt x="114300" y="133350"/>
                    </a:lnTo>
                    <a:lnTo>
                      <a:pt x="0" y="66675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2408569" y="3923869"/>
                <a:ext cx="250228" cy="267563"/>
              </a:xfrm>
              <a:custGeom>
                <a:avLst/>
                <a:gdLst/>
                <a:ahLst/>
                <a:cxnLst/>
                <a:rect l="l" t="t" r="r" b="b"/>
                <a:pathLst>
                  <a:path w="250228" h="267563">
                    <a:moveTo>
                      <a:pt x="247609" y="186169"/>
                    </a:moveTo>
                    <a:cubicBezTo>
                      <a:pt x="250228" y="190714"/>
                      <a:pt x="248679" y="196522"/>
                      <a:pt x="244144" y="199159"/>
                    </a:cubicBezTo>
                    <a:lnTo>
                      <a:pt x="129844" y="265834"/>
                    </a:lnTo>
                    <a:cubicBezTo>
                      <a:pt x="126879" y="267563"/>
                      <a:pt x="123213" y="267563"/>
                      <a:pt x="120248" y="265834"/>
                    </a:cubicBezTo>
                    <a:lnTo>
                      <a:pt x="5948" y="199159"/>
                    </a:lnTo>
                    <a:cubicBezTo>
                      <a:pt x="1480" y="196474"/>
                      <a:pt x="0" y="190698"/>
                      <a:pt x="2626" y="186196"/>
                    </a:cubicBezTo>
                    <a:cubicBezTo>
                      <a:pt x="5251" y="181694"/>
                      <a:pt x="11008" y="180138"/>
                      <a:pt x="15544" y="182704"/>
                    </a:cubicBezTo>
                    <a:lnTo>
                      <a:pt x="125081" y="246581"/>
                    </a:lnTo>
                    <a:lnTo>
                      <a:pt x="234619" y="182704"/>
                    </a:lnTo>
                    <a:cubicBezTo>
                      <a:pt x="239164" y="180085"/>
                      <a:pt x="244972" y="181634"/>
                      <a:pt x="247609" y="186169"/>
                    </a:cubicBezTo>
                    <a:close/>
                    <a:moveTo>
                      <a:pt x="234619" y="125554"/>
                    </a:moveTo>
                    <a:lnTo>
                      <a:pt x="125081" y="189431"/>
                    </a:lnTo>
                    <a:lnTo>
                      <a:pt x="15544" y="125554"/>
                    </a:lnTo>
                    <a:cubicBezTo>
                      <a:pt x="11043" y="123313"/>
                      <a:pt x="5574" y="124957"/>
                      <a:pt x="3055" y="129309"/>
                    </a:cubicBezTo>
                    <a:cubicBezTo>
                      <a:pt x="536" y="133661"/>
                      <a:pt x="1834" y="139221"/>
                      <a:pt x="6019" y="142009"/>
                    </a:cubicBezTo>
                    <a:lnTo>
                      <a:pt x="120319" y="208684"/>
                    </a:lnTo>
                    <a:cubicBezTo>
                      <a:pt x="123284" y="210413"/>
                      <a:pt x="126950" y="210413"/>
                      <a:pt x="129915" y="208684"/>
                    </a:cubicBezTo>
                    <a:lnTo>
                      <a:pt x="244215" y="142009"/>
                    </a:lnTo>
                    <a:cubicBezTo>
                      <a:pt x="247203" y="140318"/>
                      <a:pt x="249050" y="137151"/>
                      <a:pt x="249050" y="133718"/>
                    </a:cubicBezTo>
                    <a:cubicBezTo>
                      <a:pt x="249050" y="130286"/>
                      <a:pt x="247203" y="127118"/>
                      <a:pt x="244215" y="125428"/>
                    </a:cubicBezTo>
                    <a:cubicBezTo>
                      <a:pt x="241227" y="123738"/>
                      <a:pt x="237561" y="123786"/>
                      <a:pt x="234619" y="125554"/>
                    </a:cubicBezTo>
                    <a:close/>
                    <a:moveTo>
                      <a:pt x="1256" y="76631"/>
                    </a:moveTo>
                    <a:cubicBezTo>
                      <a:pt x="1264" y="73236"/>
                      <a:pt x="3079" y="70102"/>
                      <a:pt x="6019" y="68404"/>
                    </a:cubicBezTo>
                    <a:lnTo>
                      <a:pt x="120319" y="1729"/>
                    </a:lnTo>
                    <a:cubicBezTo>
                      <a:pt x="123284" y="0"/>
                      <a:pt x="126950" y="0"/>
                      <a:pt x="129915" y="1729"/>
                    </a:cubicBezTo>
                    <a:lnTo>
                      <a:pt x="244215" y="68404"/>
                    </a:lnTo>
                    <a:cubicBezTo>
                      <a:pt x="247141" y="70111"/>
                      <a:pt x="248941" y="73244"/>
                      <a:pt x="248941" y="76631"/>
                    </a:cubicBezTo>
                    <a:cubicBezTo>
                      <a:pt x="248941" y="80019"/>
                      <a:pt x="247141" y="83152"/>
                      <a:pt x="244215" y="84859"/>
                    </a:cubicBezTo>
                    <a:lnTo>
                      <a:pt x="129915" y="151534"/>
                    </a:lnTo>
                    <a:cubicBezTo>
                      <a:pt x="126950" y="153263"/>
                      <a:pt x="123284" y="153263"/>
                      <a:pt x="120319" y="151534"/>
                    </a:cubicBezTo>
                    <a:lnTo>
                      <a:pt x="6019" y="84859"/>
                    </a:lnTo>
                    <a:cubicBezTo>
                      <a:pt x="3079" y="83161"/>
                      <a:pt x="1264" y="80027"/>
                      <a:pt x="1256" y="76631"/>
                    </a:cubicBezTo>
                    <a:close/>
                    <a:moveTo>
                      <a:pt x="29689" y="76631"/>
                    </a:moveTo>
                    <a:lnTo>
                      <a:pt x="125081" y="132281"/>
                    </a:lnTo>
                    <a:lnTo>
                      <a:pt x="220474" y="76631"/>
                    </a:lnTo>
                    <a:lnTo>
                      <a:pt x="125081" y="20982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817239" y="4267200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合同/法规检索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62043" y="4567238"/>
              <a:ext cx="92416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LEGAL &amp; CONTRACTS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72258" y="4879181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上传合同/法规 PDF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718489" y="51173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快速查找条款/合规要求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26669" y="5371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标注来源页码可溯源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400550" y="3600450"/>
            <a:ext cx="3524250" cy="2381250"/>
            <a:chOff x="4400550" y="3600450"/>
            <a:chExt cx="3524250" cy="2381250"/>
          </a:xfrm>
        </p:grpSpPr>
        <p:sp>
          <p:nvSpPr>
            <p:cNvPr id="51" name="Rectangle 51"/>
            <p:cNvSpPr/>
            <p:nvPr/>
          </p:nvSpPr>
          <p:spPr>
            <a:xfrm>
              <a:off x="4400550" y="3600450"/>
              <a:ext cx="352425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4400550" y="3600450"/>
              <a:ext cx="352425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033400" y="3930961"/>
              <a:ext cx="276006" cy="253684"/>
              <a:chOff x="6033400" y="3930961"/>
              <a:chExt cx="276006" cy="25368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129409" y="4000643"/>
                <a:ext cx="170234" cy="174618"/>
              </a:xfrm>
              <a:custGeom>
                <a:avLst/>
                <a:gdLst/>
                <a:ahLst/>
                <a:cxnLst/>
                <a:rect l="l" t="t" r="r" b="b"/>
                <a:pathLst>
                  <a:path w="170234" h="174618">
                    <a:moveTo>
                      <a:pt x="166330" y="162187"/>
                    </a:moveTo>
                    <a:cubicBezTo>
                      <a:pt x="167045" y="164683"/>
                      <a:pt x="166350" y="167369"/>
                      <a:pt x="164514" y="169205"/>
                    </a:cubicBezTo>
                    <a:cubicBezTo>
                      <a:pt x="162678" y="171041"/>
                      <a:pt x="159992" y="171736"/>
                      <a:pt x="157496" y="171021"/>
                    </a:cubicBezTo>
                    <a:lnTo>
                      <a:pt x="121932" y="160865"/>
                    </a:lnTo>
                    <a:cubicBezTo>
                      <a:pt x="99854" y="172886"/>
                      <a:pt x="73615" y="174618"/>
                      <a:pt x="50149" y="165604"/>
                    </a:cubicBezTo>
                    <a:cubicBezTo>
                      <a:pt x="26683" y="156589"/>
                      <a:pt x="8352" y="137736"/>
                      <a:pt x="0" y="114026"/>
                    </a:cubicBezTo>
                    <a:lnTo>
                      <a:pt x="0" y="114026"/>
                    </a:lnTo>
                    <a:cubicBezTo>
                      <a:pt x="1548" y="114110"/>
                      <a:pt x="3108" y="114157"/>
                      <a:pt x="4679" y="114157"/>
                    </a:cubicBezTo>
                    <a:cubicBezTo>
                      <a:pt x="32483" y="114159"/>
                      <a:pt x="58561" y="100677"/>
                      <a:pt x="74634" y="77990"/>
                    </a:cubicBezTo>
                    <a:cubicBezTo>
                      <a:pt x="90708" y="55303"/>
                      <a:pt x="94780" y="26230"/>
                      <a:pt x="85558" y="0"/>
                    </a:cubicBezTo>
                    <a:lnTo>
                      <a:pt x="85558" y="0"/>
                    </a:lnTo>
                    <a:cubicBezTo>
                      <a:pt x="114935" y="1603"/>
                      <a:pt x="141438" y="18160"/>
                      <a:pt x="155763" y="43858"/>
                    </a:cubicBezTo>
                    <a:cubicBezTo>
                      <a:pt x="170088" y="69555"/>
                      <a:pt x="170234" y="100804"/>
                      <a:pt x="156150" y="126635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033400" y="3930961"/>
                <a:ext cx="276006" cy="253684"/>
              </a:xfrm>
              <a:custGeom>
                <a:avLst/>
                <a:gdLst/>
                <a:ahLst/>
                <a:cxnLst/>
                <a:rect l="l" t="t" r="r" b="b"/>
                <a:pathLst>
                  <a:path w="276006" h="253684">
                    <a:moveTo>
                      <a:pt x="262375" y="197329"/>
                    </a:moveTo>
                    <a:cubicBezTo>
                      <a:pt x="276006" y="169621"/>
                      <a:pt x="275359" y="137024"/>
                      <a:pt x="260639" y="109879"/>
                    </a:cubicBezTo>
                    <a:cubicBezTo>
                      <a:pt x="245919" y="82733"/>
                      <a:pt x="218953" y="64408"/>
                      <a:pt x="188295" y="60717"/>
                    </a:cubicBezTo>
                    <a:cubicBezTo>
                      <a:pt x="174653" y="28918"/>
                      <a:pt x="144840" y="7017"/>
                      <a:pt x="110417" y="3508"/>
                    </a:cubicBezTo>
                    <a:cubicBezTo>
                      <a:pt x="75993" y="0"/>
                      <a:pt x="42375" y="15435"/>
                      <a:pt x="22599" y="43829"/>
                    </a:cubicBezTo>
                    <a:cubicBezTo>
                      <a:pt x="2823" y="72222"/>
                      <a:pt x="0" y="109107"/>
                      <a:pt x="15225" y="140179"/>
                    </a:cubicBezTo>
                    <a:lnTo>
                      <a:pt x="6105" y="172112"/>
                    </a:lnTo>
                    <a:cubicBezTo>
                      <a:pt x="4448" y="177929"/>
                      <a:pt x="6072" y="184188"/>
                      <a:pt x="10349" y="188465"/>
                    </a:cubicBezTo>
                    <a:cubicBezTo>
                      <a:pt x="14627" y="192742"/>
                      <a:pt x="20885" y="194367"/>
                      <a:pt x="26703" y="192710"/>
                    </a:cubicBezTo>
                    <a:lnTo>
                      <a:pt x="58636" y="183589"/>
                    </a:lnTo>
                    <a:cubicBezTo>
                      <a:pt x="68271" y="188320"/>
                      <a:pt x="78636" y="191392"/>
                      <a:pt x="89294" y="192674"/>
                    </a:cubicBezTo>
                    <a:cubicBezTo>
                      <a:pt x="99561" y="216729"/>
                      <a:pt x="119268" y="235504"/>
                      <a:pt x="143792" y="244594"/>
                    </a:cubicBezTo>
                    <a:cubicBezTo>
                      <a:pt x="168316" y="253684"/>
                      <a:pt x="195499" y="252290"/>
                      <a:pt x="218965" y="240739"/>
                    </a:cubicBezTo>
                    <a:lnTo>
                      <a:pt x="250898" y="249860"/>
                    </a:lnTo>
                    <a:cubicBezTo>
                      <a:pt x="256715" y="251517"/>
                      <a:pt x="262974" y="249892"/>
                      <a:pt x="267251" y="245615"/>
                    </a:cubicBezTo>
                    <a:cubicBezTo>
                      <a:pt x="271528" y="241338"/>
                      <a:pt x="273153" y="235079"/>
                      <a:pt x="271495" y="229262"/>
                    </a:cubicBezTo>
                    <a:close/>
                    <a:moveTo>
                      <a:pt x="59659" y="163873"/>
                    </a:moveTo>
                    <a:cubicBezTo>
                      <a:pt x="58774" y="163873"/>
                      <a:pt x="57893" y="163993"/>
                      <a:pt x="57040" y="164230"/>
                    </a:cubicBezTo>
                    <a:lnTo>
                      <a:pt x="25596" y="173219"/>
                    </a:lnTo>
                    <a:lnTo>
                      <a:pt x="34585" y="141775"/>
                    </a:lnTo>
                    <a:cubicBezTo>
                      <a:pt x="35259" y="139379"/>
                      <a:pt x="34968" y="136815"/>
                      <a:pt x="33775" y="134631"/>
                    </a:cubicBezTo>
                    <a:cubicBezTo>
                      <a:pt x="15670" y="101392"/>
                      <a:pt x="24730" y="59900"/>
                      <a:pt x="55043" y="37233"/>
                    </a:cubicBezTo>
                    <a:cubicBezTo>
                      <a:pt x="85355" y="14566"/>
                      <a:pt x="127715" y="17607"/>
                      <a:pt x="154480" y="44371"/>
                    </a:cubicBezTo>
                    <a:cubicBezTo>
                      <a:pt x="181244" y="71135"/>
                      <a:pt x="184284" y="113495"/>
                      <a:pt x="161617" y="143808"/>
                    </a:cubicBezTo>
                    <a:cubicBezTo>
                      <a:pt x="138951" y="174120"/>
                      <a:pt x="97459" y="183180"/>
                      <a:pt x="64220" y="165075"/>
                    </a:cubicBezTo>
                    <a:cubicBezTo>
                      <a:pt x="62826" y="164295"/>
                      <a:pt x="61257" y="163882"/>
                      <a:pt x="59659" y="163873"/>
                    </a:cubicBezTo>
                    <a:close/>
                    <a:moveTo>
                      <a:pt x="243016" y="198925"/>
                    </a:moveTo>
                    <a:lnTo>
                      <a:pt x="252005" y="230369"/>
                    </a:lnTo>
                    <a:lnTo>
                      <a:pt x="220561" y="221380"/>
                    </a:lnTo>
                    <a:cubicBezTo>
                      <a:pt x="218165" y="220706"/>
                      <a:pt x="215601" y="220997"/>
                      <a:pt x="213417" y="222189"/>
                    </a:cubicBezTo>
                    <a:cubicBezTo>
                      <a:pt x="176889" y="242062"/>
                      <a:pt x="131175" y="229013"/>
                      <a:pt x="110642" y="192852"/>
                    </a:cubicBezTo>
                    <a:cubicBezTo>
                      <a:pt x="137009" y="190106"/>
                      <a:pt x="161036" y="176487"/>
                      <a:pt x="176935" y="155274"/>
                    </a:cubicBezTo>
                    <a:cubicBezTo>
                      <a:pt x="192834" y="134062"/>
                      <a:pt x="199165" y="107179"/>
                      <a:pt x="194402" y="81100"/>
                    </a:cubicBezTo>
                    <a:cubicBezTo>
                      <a:pt x="217538" y="86553"/>
                      <a:pt x="236804" y="102488"/>
                      <a:pt x="246498" y="124191"/>
                    </a:cubicBezTo>
                    <a:cubicBezTo>
                      <a:pt x="256192" y="145893"/>
                      <a:pt x="255203" y="170876"/>
                      <a:pt x="243825" y="191745"/>
                    </a:cubicBezTo>
                    <a:cubicBezTo>
                      <a:pt x="242623" y="193939"/>
                      <a:pt x="242332" y="196518"/>
                      <a:pt x="243016" y="198925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618559" y="4267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私有化部署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870615" y="4567238"/>
              <a:ext cx="5841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ON-PREMISE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48312" y="4879181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数据不出企业内网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73266" y="5117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纯本地 CPU 嵌入 + ChromaDB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490460" y="537162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仅 LLM 调用需外网 API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39100" y="3600450"/>
            <a:ext cx="3390900" cy="2381250"/>
            <a:chOff x="8039100" y="3600450"/>
            <a:chExt cx="3390900" cy="2381250"/>
          </a:xfrm>
        </p:grpSpPr>
        <p:sp>
          <p:nvSpPr>
            <p:cNvPr id="62" name="Rectangle 62"/>
            <p:cNvSpPr/>
            <p:nvPr/>
          </p:nvSpPr>
          <p:spPr>
            <a:xfrm>
              <a:off x="8039100" y="3600450"/>
              <a:ext cx="3390900" cy="23812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39100" y="3600450"/>
              <a:ext cx="3390900" cy="38100"/>
            </a:xfrm>
            <a:prstGeom prst="rect">
              <a:avLst/>
            </a:prstGeom>
            <a:solidFill>
              <a:srgbClr val="E8456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9676588" y="3913430"/>
              <a:ext cx="230225" cy="268045"/>
              <a:chOff x="9676588" y="3913430"/>
              <a:chExt cx="230225" cy="26804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9686509" y="4037302"/>
                <a:ext cx="210383" cy="125669"/>
              </a:xfrm>
              <a:custGeom>
                <a:avLst/>
                <a:gdLst/>
                <a:ahLst/>
                <a:cxnLst/>
                <a:rect l="l" t="t" r="r" b="b"/>
                <a:pathLst>
                  <a:path w="210383" h="125669">
                    <a:moveTo>
                      <a:pt x="65675" y="96548"/>
                    </a:moveTo>
                    <a:lnTo>
                      <a:pt x="30611" y="123027"/>
                    </a:lnTo>
                    <a:cubicBezTo>
                      <a:pt x="28043" y="125083"/>
                      <a:pt x="24597" y="125669"/>
                      <a:pt x="21494" y="124577"/>
                    </a:cubicBezTo>
                    <a:cubicBezTo>
                      <a:pt x="18391" y="123484"/>
                      <a:pt x="16072" y="120869"/>
                      <a:pt x="15359" y="117658"/>
                    </a:cubicBezTo>
                    <a:lnTo>
                      <a:pt x="643" y="51423"/>
                    </a:lnTo>
                    <a:cubicBezTo>
                      <a:pt x="0" y="48541"/>
                      <a:pt x="730" y="45524"/>
                      <a:pt x="2619" y="43255"/>
                    </a:cubicBezTo>
                    <a:lnTo>
                      <a:pt x="38707" y="0"/>
                    </a:lnTo>
                    <a:cubicBezTo>
                      <a:pt x="37326" y="27789"/>
                      <a:pt x="44112" y="60150"/>
                      <a:pt x="65675" y="96548"/>
                    </a:cubicBezTo>
                    <a:close/>
                    <a:moveTo>
                      <a:pt x="207764" y="43255"/>
                    </a:moveTo>
                    <a:lnTo>
                      <a:pt x="171676" y="0"/>
                    </a:lnTo>
                    <a:cubicBezTo>
                      <a:pt x="173117" y="27789"/>
                      <a:pt x="166271" y="60150"/>
                      <a:pt x="144708" y="96548"/>
                    </a:cubicBezTo>
                    <a:lnTo>
                      <a:pt x="179772" y="123027"/>
                    </a:lnTo>
                    <a:cubicBezTo>
                      <a:pt x="182340" y="125083"/>
                      <a:pt x="185786" y="125669"/>
                      <a:pt x="188889" y="124577"/>
                    </a:cubicBezTo>
                    <a:cubicBezTo>
                      <a:pt x="191991" y="123484"/>
                      <a:pt x="194311" y="120869"/>
                      <a:pt x="195024" y="117658"/>
                    </a:cubicBezTo>
                    <a:lnTo>
                      <a:pt x="209740" y="51423"/>
                    </a:lnTo>
                    <a:cubicBezTo>
                      <a:pt x="210383" y="48541"/>
                      <a:pt x="209653" y="45524"/>
                      <a:pt x="207764" y="43255"/>
                    </a:cubicBezTo>
                    <a:close/>
                  </a:path>
                </a:pathLst>
              </a:custGeom>
              <a:solidFill>
                <a:srgbClr val="E845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9676588" y="3913430"/>
                <a:ext cx="230225" cy="268045"/>
              </a:xfrm>
              <a:custGeom>
                <a:avLst/>
                <a:gdLst/>
                <a:ahLst/>
                <a:cxnLst/>
                <a:rect l="l" t="t" r="r" b="b"/>
                <a:pathLst>
                  <a:path w="230225" h="268045">
                    <a:moveTo>
                      <a:pt x="143687" y="258520"/>
                    </a:moveTo>
                    <a:cubicBezTo>
                      <a:pt x="143687" y="263781"/>
                      <a:pt x="139423" y="268045"/>
                      <a:pt x="134162" y="268045"/>
                    </a:cubicBezTo>
                    <a:lnTo>
                      <a:pt x="96062" y="268045"/>
                    </a:lnTo>
                    <a:cubicBezTo>
                      <a:pt x="90802" y="268045"/>
                      <a:pt x="86537" y="263781"/>
                      <a:pt x="86537" y="258520"/>
                    </a:cubicBezTo>
                    <a:cubicBezTo>
                      <a:pt x="86537" y="253260"/>
                      <a:pt x="90802" y="248995"/>
                      <a:pt x="96062" y="248995"/>
                    </a:cubicBezTo>
                    <a:lnTo>
                      <a:pt x="134162" y="248995"/>
                    </a:lnTo>
                    <a:cubicBezTo>
                      <a:pt x="139423" y="248995"/>
                      <a:pt x="143687" y="253260"/>
                      <a:pt x="143687" y="258520"/>
                    </a:cubicBezTo>
                    <a:close/>
                    <a:moveTo>
                      <a:pt x="115112" y="125170"/>
                    </a:moveTo>
                    <a:cubicBezTo>
                      <a:pt x="123003" y="125170"/>
                      <a:pt x="129400" y="118774"/>
                      <a:pt x="129400" y="110883"/>
                    </a:cubicBezTo>
                    <a:cubicBezTo>
                      <a:pt x="129400" y="102992"/>
                      <a:pt x="123003" y="96595"/>
                      <a:pt x="115112" y="96595"/>
                    </a:cubicBezTo>
                    <a:cubicBezTo>
                      <a:pt x="107222" y="96595"/>
                      <a:pt x="100825" y="102992"/>
                      <a:pt x="100825" y="110883"/>
                    </a:cubicBezTo>
                    <a:cubicBezTo>
                      <a:pt x="100825" y="118774"/>
                      <a:pt x="107222" y="125170"/>
                      <a:pt x="115112" y="125170"/>
                    </a:cubicBezTo>
                    <a:close/>
                    <a:moveTo>
                      <a:pt x="228960" y="177355"/>
                    </a:moveTo>
                    <a:lnTo>
                      <a:pt x="214244" y="243590"/>
                    </a:lnTo>
                    <a:cubicBezTo>
                      <a:pt x="212825" y="249983"/>
                      <a:pt x="208221" y="255200"/>
                      <a:pt x="202053" y="257402"/>
                    </a:cubicBezTo>
                    <a:cubicBezTo>
                      <a:pt x="195886" y="259605"/>
                      <a:pt x="189019" y="258485"/>
                      <a:pt x="183871" y="254437"/>
                    </a:cubicBezTo>
                    <a:lnTo>
                      <a:pt x="151438" y="229945"/>
                    </a:lnTo>
                    <a:lnTo>
                      <a:pt x="78810" y="229945"/>
                    </a:lnTo>
                    <a:lnTo>
                      <a:pt x="46354" y="254437"/>
                    </a:lnTo>
                    <a:cubicBezTo>
                      <a:pt x="41206" y="258485"/>
                      <a:pt x="34339" y="259605"/>
                      <a:pt x="28172" y="257402"/>
                    </a:cubicBezTo>
                    <a:cubicBezTo>
                      <a:pt x="22004" y="255200"/>
                      <a:pt x="17400" y="249983"/>
                      <a:pt x="15981" y="243590"/>
                    </a:cubicBezTo>
                    <a:lnTo>
                      <a:pt x="1265" y="177355"/>
                    </a:lnTo>
                    <a:cubicBezTo>
                      <a:pt x="0" y="171596"/>
                      <a:pt x="1458" y="165575"/>
                      <a:pt x="5218" y="161032"/>
                    </a:cubicBezTo>
                    <a:lnTo>
                      <a:pt x="39222" y="120241"/>
                    </a:lnTo>
                    <a:cubicBezTo>
                      <a:pt x="40363" y="105250"/>
                      <a:pt x="43805" y="90525"/>
                      <a:pt x="49426" y="76581"/>
                    </a:cubicBezTo>
                    <a:cubicBezTo>
                      <a:pt x="64785" y="38076"/>
                      <a:pt x="92288" y="13918"/>
                      <a:pt x="103444" y="5322"/>
                    </a:cubicBezTo>
                    <a:cubicBezTo>
                      <a:pt x="110313" y="0"/>
                      <a:pt x="119912" y="0"/>
                      <a:pt x="126781" y="5322"/>
                    </a:cubicBezTo>
                    <a:cubicBezTo>
                      <a:pt x="137901" y="13918"/>
                      <a:pt x="165440" y="38076"/>
                      <a:pt x="180799" y="76581"/>
                    </a:cubicBezTo>
                    <a:cubicBezTo>
                      <a:pt x="186420" y="90525"/>
                      <a:pt x="189862" y="105250"/>
                      <a:pt x="191003" y="120241"/>
                    </a:cubicBezTo>
                    <a:lnTo>
                      <a:pt x="225007" y="161032"/>
                    </a:lnTo>
                    <a:cubicBezTo>
                      <a:pt x="228767" y="165575"/>
                      <a:pt x="230225" y="171596"/>
                      <a:pt x="228960" y="177355"/>
                    </a:cubicBezTo>
                    <a:close/>
                    <a:moveTo>
                      <a:pt x="81096" y="210895"/>
                    </a:moveTo>
                    <a:lnTo>
                      <a:pt x="149129" y="210895"/>
                    </a:lnTo>
                    <a:cubicBezTo>
                      <a:pt x="174275" y="166199"/>
                      <a:pt x="178978" y="123408"/>
                      <a:pt x="163107" y="83641"/>
                    </a:cubicBezTo>
                    <a:cubicBezTo>
                      <a:pt x="149105" y="48542"/>
                      <a:pt x="122840" y="26348"/>
                      <a:pt x="115112" y="20395"/>
                    </a:cubicBezTo>
                    <a:cubicBezTo>
                      <a:pt x="107361" y="26348"/>
                      <a:pt x="81096" y="48542"/>
                      <a:pt x="67095" y="83641"/>
                    </a:cubicBezTo>
                    <a:cubicBezTo>
                      <a:pt x="51247" y="123408"/>
                      <a:pt x="55950" y="166199"/>
                      <a:pt x="81096" y="210895"/>
                    </a:cubicBezTo>
                    <a:close/>
                    <a:moveTo>
                      <a:pt x="63237" y="217861"/>
                    </a:moveTo>
                    <a:cubicBezTo>
                      <a:pt x="50418" y="194564"/>
                      <a:pt x="42639" y="171668"/>
                      <a:pt x="39901" y="149173"/>
                    </a:cubicBezTo>
                    <a:lnTo>
                      <a:pt x="19862" y="173224"/>
                    </a:lnTo>
                    <a:lnTo>
                      <a:pt x="34579" y="239470"/>
                    </a:lnTo>
                    <a:lnTo>
                      <a:pt x="34793" y="239316"/>
                    </a:lnTo>
                    <a:close/>
                    <a:moveTo>
                      <a:pt x="210362" y="173224"/>
                    </a:moveTo>
                    <a:lnTo>
                      <a:pt x="190324" y="149173"/>
                    </a:lnTo>
                    <a:cubicBezTo>
                      <a:pt x="187610" y="171621"/>
                      <a:pt x="179847" y="194516"/>
                      <a:pt x="167036" y="217861"/>
                    </a:cubicBezTo>
                    <a:lnTo>
                      <a:pt x="195432" y="239292"/>
                    </a:lnTo>
                    <a:lnTo>
                      <a:pt x="195646" y="239447"/>
                    </a:lnTo>
                    <a:close/>
                  </a:path>
                </a:pathLst>
              </a:custGeom>
              <a:solidFill>
                <a:srgbClr val="E8456B"/>
              </a:solidFill>
              <a:ln>
                <a:noFill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85421" y="4267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快速原型验证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17474" y="4567238"/>
              <a:ext cx="83415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RAPID PROTOTYPE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01435" y="4879181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最小可行 RAG 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45178" y="5117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分钟级搭建验证概念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72086" y="53716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再决定是否上生产平台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73" name="Rectangle 73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10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50" grpId="0"/>
      <p:bldP spid="61" grpId="0"/>
      <p:bldP spid="7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280035"/>
            <a:ext cx="3719823" cy="574834"/>
            <a:chOff x="762000" y="280035"/>
            <a:chExt cx="3719823" cy="574834"/>
          </a:xfrm>
        </p:grpSpPr>
        <p:sp>
          <p:nvSpPr>
            <p:cNvPr id="3" name="Rectangle 3"/>
            <p:cNvSpPr/>
            <p:nvPr/>
          </p:nvSpPr>
          <p:spPr>
            <a:xfrm>
              <a:off x="762000" y="34290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8210" y="2800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运行与部署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0118" y="656749"/>
              <a:ext cx="35417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RUN &amp; DEPLOY — COMMANDS · CONFIGURATION · DATA PATHS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000125"/>
            <a:ext cx="5238750" cy="5238750"/>
            <a:chOff x="762000" y="1000125"/>
            <a:chExt cx="5238750" cy="5238750"/>
          </a:xfrm>
        </p:grpSpPr>
        <p:sp>
          <p:nvSpPr>
            <p:cNvPr id="7" name="Rectangle 7"/>
            <p:cNvSpPr/>
            <p:nvPr/>
          </p:nvSpPr>
          <p:spPr>
            <a:xfrm>
              <a:off x="762000" y="1000125"/>
              <a:ext cx="523875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00125"/>
              <a:ext cx="5238750" cy="381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72753" y="1298972"/>
              <a:ext cx="216694" cy="183356"/>
              <a:chOff x="1072753" y="1298972"/>
              <a:chExt cx="216694" cy="18335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81088" y="1307306"/>
                <a:ext cx="2000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66688">
                    <a:moveTo>
                      <a:pt x="200025" y="8334"/>
                    </a:moveTo>
                    <a:lnTo>
                      <a:pt x="200025" y="158353"/>
                    </a:lnTo>
                    <a:cubicBezTo>
                      <a:pt x="200025" y="162956"/>
                      <a:pt x="196294" y="166688"/>
                      <a:pt x="191691" y="166688"/>
                    </a:cubicBezTo>
                    <a:lnTo>
                      <a:pt x="8334" y="166688"/>
                    </a:lnTo>
                    <a:cubicBezTo>
                      <a:pt x="3731" y="166688"/>
                      <a:pt x="0" y="162956"/>
                      <a:pt x="0" y="158353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91691" y="0"/>
                    </a:lnTo>
                    <a:cubicBezTo>
                      <a:pt x="196294" y="0"/>
                      <a:pt x="200025" y="3731"/>
                      <a:pt x="200025" y="8334"/>
                    </a:cubicBezTo>
                    <a:close/>
                  </a:path>
                </a:pathLst>
              </a:custGeom>
              <a:solidFill>
                <a:srgbClr val="1A73E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753" y="1298972"/>
                <a:ext cx="216694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83356">
                    <a:moveTo>
                      <a:pt x="108347" y="91678"/>
                    </a:moveTo>
                    <a:cubicBezTo>
                      <a:pt x="108348" y="94211"/>
                      <a:pt x="107198" y="96607"/>
                      <a:pt x="105221" y="98189"/>
                    </a:cubicBezTo>
                    <a:lnTo>
                      <a:pt x="63550" y="131527"/>
                    </a:lnTo>
                    <a:cubicBezTo>
                      <a:pt x="59954" y="134404"/>
                      <a:pt x="54706" y="133821"/>
                      <a:pt x="51829" y="130225"/>
                    </a:cubicBezTo>
                    <a:cubicBezTo>
                      <a:pt x="48953" y="126629"/>
                      <a:pt x="49536" y="121381"/>
                      <a:pt x="53132" y="118504"/>
                    </a:cubicBezTo>
                    <a:lnTo>
                      <a:pt x="86667" y="91678"/>
                    </a:lnTo>
                    <a:lnTo>
                      <a:pt x="53132" y="64852"/>
                    </a:lnTo>
                    <a:cubicBezTo>
                      <a:pt x="49536" y="61975"/>
                      <a:pt x="48953" y="56728"/>
                      <a:pt x="51829" y="53132"/>
                    </a:cubicBezTo>
                    <a:cubicBezTo>
                      <a:pt x="54706" y="49536"/>
                      <a:pt x="59954" y="48953"/>
                      <a:pt x="63550" y="51829"/>
                    </a:cubicBezTo>
                    <a:lnTo>
                      <a:pt x="105221" y="85167"/>
                    </a:lnTo>
                    <a:cubicBezTo>
                      <a:pt x="107198" y="86750"/>
                      <a:pt x="108348" y="89146"/>
                      <a:pt x="108347" y="91678"/>
                    </a:cubicBezTo>
                    <a:close/>
                    <a:moveTo>
                      <a:pt x="158353" y="116681"/>
                    </a:moveTo>
                    <a:lnTo>
                      <a:pt x="116681" y="116681"/>
                    </a:lnTo>
                    <a:cubicBezTo>
                      <a:pt x="112078" y="116681"/>
                      <a:pt x="108347" y="120413"/>
                      <a:pt x="108347" y="125016"/>
                    </a:cubicBezTo>
                    <a:cubicBezTo>
                      <a:pt x="108347" y="129619"/>
                      <a:pt x="112078" y="133350"/>
                      <a:pt x="116681" y="133350"/>
                    </a:cubicBezTo>
                    <a:lnTo>
                      <a:pt x="158353" y="133350"/>
                    </a:lnTo>
                    <a:cubicBezTo>
                      <a:pt x="162956" y="133350"/>
                      <a:pt x="166688" y="129619"/>
                      <a:pt x="166688" y="125016"/>
                    </a:cubicBezTo>
                    <a:cubicBezTo>
                      <a:pt x="166688" y="120413"/>
                      <a:pt x="162956" y="116681"/>
                      <a:pt x="158353" y="116681"/>
                    </a:cubicBezTo>
                    <a:close/>
                    <a:moveTo>
                      <a:pt x="216694" y="16669"/>
                    </a:moveTo>
                    <a:lnTo>
                      <a:pt x="216694" y="166688"/>
                    </a:lnTo>
                    <a:cubicBezTo>
                      <a:pt x="216694" y="175893"/>
                      <a:pt x="209231" y="183356"/>
                      <a:pt x="200025" y="183356"/>
                    </a:cubicBezTo>
                    <a:lnTo>
                      <a:pt x="16669" y="183356"/>
                    </a:lnTo>
                    <a:cubicBezTo>
                      <a:pt x="7463" y="183356"/>
                      <a:pt x="0" y="175893"/>
                      <a:pt x="0" y="166688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200025" y="0"/>
                    </a:lnTo>
                    <a:cubicBezTo>
                      <a:pt x="209231" y="0"/>
                      <a:pt x="216694" y="7463"/>
                      <a:pt x="216694" y="16669"/>
                    </a:cubicBezTo>
                    <a:close/>
                    <a:moveTo>
                      <a:pt x="200025" y="166688"/>
                    </a:moveTo>
                    <a:lnTo>
                      <a:pt x="200025" y="16669"/>
                    </a:lnTo>
                    <a:lnTo>
                      <a:pt x="16669" y="16669"/>
                    </a:lnTo>
                    <a:lnTo>
                      <a:pt x="16669" y="166688"/>
                    </a:lnTo>
                    <a:lnTo>
                      <a:pt x="200025" y="166688"/>
                    </a:lnTo>
                    <a:close/>
                  </a:path>
                </a:pathLst>
              </a:custGeom>
              <a:solidFill>
                <a:srgbClr val="1A73E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4097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命令速查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28700" y="1666875"/>
              <a:ext cx="4705350" cy="742950"/>
              <a:chOff x="1028700" y="1666875"/>
              <a:chExt cx="4705350" cy="7429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28700" y="16668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028700" y="1666875"/>
                <a:ext cx="38100" cy="742950"/>
              </a:xfrm>
              <a:prstGeom prst="rect">
                <a:avLst/>
              </a:prstGeom>
              <a:solidFill>
                <a:srgbClr val="00C853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05865" y="18107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C853"/>
                    </a:solidFill>
                    <a:latin typeface="Arial"/>
                    <a:ea typeface="Microsoft YaHei"/>
                    <a:cs typeface="Arial"/>
                  </a:rPr>
                  <a:t>安装依赖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219200" y="20383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8265" y="2125028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pip install -r requirements.txt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28700" y="2524125"/>
              <a:ext cx="4705350" cy="742950"/>
              <a:chOff x="1028700" y="2524125"/>
              <a:chExt cx="4705350" cy="742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1028700" y="25241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1028700" y="2524125"/>
                <a:ext cx="38100" cy="74295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5865" y="26679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73E8"/>
                    </a:solidFill>
                    <a:latin typeface="Arial"/>
                    <a:ea typeface="Microsoft YaHei"/>
                    <a:cs typeface="Arial"/>
                  </a:rPr>
                  <a:t>启动应用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19200" y="28956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358265" y="29822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streamlit run app.py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028700" y="3381375"/>
              <a:ext cx="4705350" cy="742950"/>
              <a:chOff x="1028700" y="3381375"/>
              <a:chExt cx="4705350" cy="7429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381375"/>
                <a:ext cx="4705350" cy="7429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28700" y="3381375"/>
                <a:ext cx="38100" cy="74295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05865" y="35252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6C3FD4"/>
                    </a:solidFill>
                    <a:latin typeface="Arial"/>
                    <a:ea typeface="Microsoft YaHei"/>
                    <a:cs typeface="Arial"/>
                  </a:rPr>
                  <a:t>运行测试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219200" y="375285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358265" y="383952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 -v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028700" y="4238625"/>
              <a:ext cx="4705350" cy="742950"/>
              <a:chOff x="1028700" y="4238625"/>
              <a:chExt cx="4705350" cy="7429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028700" y="4238625"/>
                <a:ext cx="4705350" cy="7429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1028700" y="4238625"/>
                <a:ext cx="38100" cy="74295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05865" y="43824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456B"/>
                    </a:solidFill>
                    <a:latin typeface="Arial"/>
                    <a:ea typeface="Microsoft YaHei"/>
                    <a:cs typeface="Arial"/>
                  </a:rPr>
                  <a:t>单独测试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219200" y="4610100"/>
                <a:ext cx="4286250" cy="285750"/>
              </a:xfrm>
              <a:prstGeom prst="rect">
                <a:avLst/>
              </a:prstGeom>
              <a:solidFill>
                <a:srgbClr val="EDE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9218" y="4704874"/>
                <a:ext cx="30411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A1D2E"/>
                    </a:solidFill>
                    <a:latin typeface="Consolas"/>
                    <a:ea typeface="Microsoft YaHei"/>
                    <a:cs typeface="Consolas"/>
                  </a:rPr>
                  <a:t>pytest tests/test_agent.py -k test_retriever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1028700" y="5191125"/>
              <a:ext cx="4705350" cy="7620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05865" y="53349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测试覆盖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06818" y="5562124"/>
              <a:ext cx="37367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test_e2e.py: 文件加载 → 向量存储 → 搜索 → Agent 创建 → 记忆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06818" y="5752624"/>
              <a:ext cx="39447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tempfile.TemporaryDirectory 隔离 · store.close() 释放文件锁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72200" y="1000125"/>
            <a:ext cx="5257800" cy="5238750"/>
            <a:chOff x="6172200" y="1000125"/>
            <a:chExt cx="5257800" cy="5238750"/>
          </a:xfrm>
        </p:grpSpPr>
        <p:sp>
          <p:nvSpPr>
            <p:cNvPr id="42" name="Rectangle 42"/>
            <p:cNvSpPr/>
            <p:nvPr/>
          </p:nvSpPr>
          <p:spPr>
            <a:xfrm>
              <a:off x="6172200" y="1000125"/>
              <a:ext cx="5257800" cy="5238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1000125"/>
              <a:ext cx="5257800" cy="381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481884" y="1281234"/>
              <a:ext cx="218862" cy="218862"/>
              <a:chOff x="6481884" y="1281234"/>
              <a:chExt cx="218862" cy="2188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90642" y="1289971"/>
                <a:ext cx="201411" cy="201421"/>
              </a:xfrm>
              <a:custGeom>
                <a:avLst/>
                <a:gdLst/>
                <a:ahLst/>
                <a:cxnLst/>
                <a:rect l="l" t="t" r="r" b="b"/>
                <a:pathLst>
                  <a:path w="201411" h="201421">
                    <a:moveTo>
                      <a:pt x="183856" y="95658"/>
                    </a:moveTo>
                    <a:lnTo>
                      <a:pt x="201338" y="73780"/>
                    </a:lnTo>
                    <a:cubicBezTo>
                      <a:pt x="198980" y="64917"/>
                      <a:pt x="195452" y="56407"/>
                      <a:pt x="190847" y="48475"/>
                    </a:cubicBezTo>
                    <a:lnTo>
                      <a:pt x="163031" y="45349"/>
                    </a:lnTo>
                    <a:cubicBezTo>
                      <a:pt x="160809" y="42846"/>
                      <a:pt x="158440" y="40477"/>
                      <a:pt x="155936" y="38255"/>
                    </a:cubicBezTo>
                    <a:lnTo>
                      <a:pt x="152811" y="10428"/>
                    </a:lnTo>
                    <a:cubicBezTo>
                      <a:pt x="144870" y="5851"/>
                      <a:pt x="136357" y="2348"/>
                      <a:pt x="127495" y="10"/>
                    </a:cubicBezTo>
                    <a:lnTo>
                      <a:pt x="105617" y="17481"/>
                    </a:lnTo>
                    <a:cubicBezTo>
                      <a:pt x="102273" y="17283"/>
                      <a:pt x="98919" y="17283"/>
                      <a:pt x="95574" y="17481"/>
                    </a:cubicBezTo>
                    <a:lnTo>
                      <a:pt x="73697" y="0"/>
                    </a:lnTo>
                    <a:cubicBezTo>
                      <a:pt x="64862" y="2365"/>
                      <a:pt x="56381" y="5893"/>
                      <a:pt x="48475" y="10491"/>
                    </a:cubicBezTo>
                    <a:lnTo>
                      <a:pt x="45349" y="38307"/>
                    </a:lnTo>
                    <a:cubicBezTo>
                      <a:pt x="42846" y="40529"/>
                      <a:pt x="40477" y="42898"/>
                      <a:pt x="38255" y="45402"/>
                    </a:cubicBezTo>
                    <a:lnTo>
                      <a:pt x="10428" y="48527"/>
                    </a:lnTo>
                    <a:cubicBezTo>
                      <a:pt x="5851" y="56467"/>
                      <a:pt x="2348" y="64980"/>
                      <a:pt x="10" y="73843"/>
                    </a:cubicBezTo>
                    <a:lnTo>
                      <a:pt x="17481" y="95720"/>
                    </a:lnTo>
                    <a:cubicBezTo>
                      <a:pt x="17283" y="99065"/>
                      <a:pt x="17283" y="102419"/>
                      <a:pt x="17481" y="105763"/>
                    </a:cubicBezTo>
                    <a:lnTo>
                      <a:pt x="0" y="127641"/>
                    </a:lnTo>
                    <a:cubicBezTo>
                      <a:pt x="2358" y="136504"/>
                      <a:pt x="5886" y="145014"/>
                      <a:pt x="10491" y="152946"/>
                    </a:cubicBezTo>
                    <a:lnTo>
                      <a:pt x="38307" y="156072"/>
                    </a:lnTo>
                    <a:cubicBezTo>
                      <a:pt x="40529" y="158575"/>
                      <a:pt x="42898" y="160944"/>
                      <a:pt x="45402" y="163166"/>
                    </a:cubicBezTo>
                    <a:lnTo>
                      <a:pt x="48527" y="190993"/>
                    </a:lnTo>
                    <a:cubicBezTo>
                      <a:pt x="56467" y="195570"/>
                      <a:pt x="64980" y="199073"/>
                      <a:pt x="73843" y="201411"/>
                    </a:cubicBezTo>
                    <a:lnTo>
                      <a:pt x="95720" y="183940"/>
                    </a:lnTo>
                    <a:cubicBezTo>
                      <a:pt x="99065" y="184138"/>
                      <a:pt x="102419" y="184138"/>
                      <a:pt x="105763" y="183940"/>
                    </a:cubicBezTo>
                    <a:lnTo>
                      <a:pt x="127641" y="201421"/>
                    </a:lnTo>
                    <a:cubicBezTo>
                      <a:pt x="136504" y="199063"/>
                      <a:pt x="145014" y="195535"/>
                      <a:pt x="152946" y="190930"/>
                    </a:cubicBezTo>
                    <a:lnTo>
                      <a:pt x="156072" y="163114"/>
                    </a:lnTo>
                    <a:cubicBezTo>
                      <a:pt x="158575" y="160892"/>
                      <a:pt x="160944" y="158523"/>
                      <a:pt x="163166" y="156019"/>
                    </a:cubicBezTo>
                    <a:lnTo>
                      <a:pt x="190993" y="152894"/>
                    </a:lnTo>
                    <a:cubicBezTo>
                      <a:pt x="195570" y="144954"/>
                      <a:pt x="199073" y="136441"/>
                      <a:pt x="201411" y="127578"/>
                    </a:cubicBezTo>
                    <a:lnTo>
                      <a:pt x="183940" y="105701"/>
                    </a:lnTo>
                    <a:cubicBezTo>
                      <a:pt x="184110" y="102354"/>
                      <a:pt x="184082" y="99001"/>
                      <a:pt x="183856" y="95658"/>
                    </a:cubicBezTo>
                    <a:close/>
                    <a:moveTo>
                      <a:pt x="100658" y="142351"/>
                    </a:moveTo>
                    <a:cubicBezTo>
                      <a:pt x="77644" y="142351"/>
                      <a:pt x="58987" y="123694"/>
                      <a:pt x="58987" y="100679"/>
                    </a:cubicBezTo>
                    <a:cubicBezTo>
                      <a:pt x="58987" y="77665"/>
                      <a:pt x="77644" y="59007"/>
                      <a:pt x="100658" y="59007"/>
                    </a:cubicBezTo>
                    <a:cubicBezTo>
                      <a:pt x="123673" y="59007"/>
                      <a:pt x="142330" y="77665"/>
                      <a:pt x="142330" y="100679"/>
                    </a:cubicBezTo>
                    <a:cubicBezTo>
                      <a:pt x="142330" y="123694"/>
                      <a:pt x="123673" y="142351"/>
                      <a:pt x="100658" y="142351"/>
                    </a:cubicBezTo>
                    <a:close/>
                  </a:path>
                </a:pathLst>
              </a:custGeom>
              <a:solidFill>
                <a:srgbClr val="6C3FD4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81884" y="1281234"/>
                <a:ext cx="218862" cy="218862"/>
              </a:xfrm>
              <a:custGeom>
                <a:avLst/>
                <a:gdLst/>
                <a:ahLst/>
                <a:cxnLst/>
                <a:rect l="l" t="t" r="r" b="b"/>
                <a:pathLst>
                  <a:path w="218862" h="218862">
                    <a:moveTo>
                      <a:pt x="109416" y="59409"/>
                    </a:moveTo>
                    <a:cubicBezTo>
                      <a:pt x="81798" y="59409"/>
                      <a:pt x="59409" y="81798"/>
                      <a:pt x="59409" y="109416"/>
                    </a:cubicBezTo>
                    <a:cubicBezTo>
                      <a:pt x="59409" y="137033"/>
                      <a:pt x="81798" y="159422"/>
                      <a:pt x="109416" y="159422"/>
                    </a:cubicBezTo>
                    <a:cubicBezTo>
                      <a:pt x="137033" y="159422"/>
                      <a:pt x="159422" y="137033"/>
                      <a:pt x="159422" y="109416"/>
                    </a:cubicBezTo>
                    <a:cubicBezTo>
                      <a:pt x="159393" y="81810"/>
                      <a:pt x="137021" y="59438"/>
                      <a:pt x="109416" y="59409"/>
                    </a:cubicBezTo>
                    <a:close/>
                    <a:moveTo>
                      <a:pt x="109416" y="142753"/>
                    </a:moveTo>
                    <a:cubicBezTo>
                      <a:pt x="91004" y="142753"/>
                      <a:pt x="76078" y="127827"/>
                      <a:pt x="76078" y="109416"/>
                    </a:cubicBezTo>
                    <a:cubicBezTo>
                      <a:pt x="76078" y="91004"/>
                      <a:pt x="91004" y="76078"/>
                      <a:pt x="109416" y="76078"/>
                    </a:cubicBezTo>
                    <a:cubicBezTo>
                      <a:pt x="127827" y="76078"/>
                      <a:pt x="142753" y="91004"/>
                      <a:pt x="142753" y="109416"/>
                    </a:cubicBezTo>
                    <a:cubicBezTo>
                      <a:pt x="142753" y="127827"/>
                      <a:pt x="127827" y="142753"/>
                      <a:pt x="109416" y="142753"/>
                    </a:cubicBezTo>
                    <a:close/>
                    <a:moveTo>
                      <a:pt x="201094" y="111666"/>
                    </a:moveTo>
                    <a:cubicBezTo>
                      <a:pt x="201135" y="110166"/>
                      <a:pt x="201135" y="108666"/>
                      <a:pt x="201094" y="107165"/>
                    </a:cubicBezTo>
                    <a:lnTo>
                      <a:pt x="216637" y="87746"/>
                    </a:lnTo>
                    <a:cubicBezTo>
                      <a:pt x="218290" y="85679"/>
                      <a:pt x="218862" y="82949"/>
                      <a:pt x="218179" y="80391"/>
                    </a:cubicBezTo>
                    <a:cubicBezTo>
                      <a:pt x="215627" y="70814"/>
                      <a:pt x="211815" y="61619"/>
                      <a:pt x="206844" y="53044"/>
                    </a:cubicBezTo>
                    <a:cubicBezTo>
                      <a:pt x="205524" y="50769"/>
                      <a:pt x="203207" y="49252"/>
                      <a:pt x="200594" y="48950"/>
                    </a:cubicBezTo>
                    <a:lnTo>
                      <a:pt x="175882" y="46199"/>
                    </a:lnTo>
                    <a:cubicBezTo>
                      <a:pt x="174854" y="45116"/>
                      <a:pt x="173813" y="44074"/>
                      <a:pt x="172757" y="43074"/>
                    </a:cubicBezTo>
                    <a:lnTo>
                      <a:pt x="169840" y="18300"/>
                    </a:lnTo>
                    <a:cubicBezTo>
                      <a:pt x="169536" y="15685"/>
                      <a:pt x="168014" y="13368"/>
                      <a:pt x="165735" y="12049"/>
                    </a:cubicBezTo>
                    <a:cubicBezTo>
                      <a:pt x="157161" y="7082"/>
                      <a:pt x="147965" y="3278"/>
                      <a:pt x="138388" y="735"/>
                    </a:cubicBezTo>
                    <a:cubicBezTo>
                      <a:pt x="135831" y="52"/>
                      <a:pt x="133101" y="624"/>
                      <a:pt x="131033" y="2277"/>
                    </a:cubicBezTo>
                    <a:lnTo>
                      <a:pt x="111666" y="17737"/>
                    </a:lnTo>
                    <a:cubicBezTo>
                      <a:pt x="110166" y="17737"/>
                      <a:pt x="108666" y="17737"/>
                      <a:pt x="107165" y="17737"/>
                    </a:cubicBezTo>
                    <a:lnTo>
                      <a:pt x="87746" y="2225"/>
                    </a:lnTo>
                    <a:cubicBezTo>
                      <a:pt x="85679" y="572"/>
                      <a:pt x="82949" y="0"/>
                      <a:pt x="80391" y="683"/>
                    </a:cubicBezTo>
                    <a:cubicBezTo>
                      <a:pt x="70814" y="3236"/>
                      <a:pt x="61619" y="7047"/>
                      <a:pt x="53044" y="12018"/>
                    </a:cubicBezTo>
                    <a:cubicBezTo>
                      <a:pt x="50769" y="13339"/>
                      <a:pt x="49252" y="15656"/>
                      <a:pt x="48950" y="18269"/>
                    </a:cubicBezTo>
                    <a:lnTo>
                      <a:pt x="46199" y="43022"/>
                    </a:lnTo>
                    <a:cubicBezTo>
                      <a:pt x="45116" y="44057"/>
                      <a:pt x="44074" y="45099"/>
                      <a:pt x="43074" y="46147"/>
                    </a:cubicBezTo>
                    <a:lnTo>
                      <a:pt x="18300" y="48991"/>
                    </a:lnTo>
                    <a:cubicBezTo>
                      <a:pt x="15685" y="49296"/>
                      <a:pt x="13368" y="50817"/>
                      <a:pt x="12049" y="53096"/>
                    </a:cubicBezTo>
                    <a:cubicBezTo>
                      <a:pt x="7084" y="61672"/>
                      <a:pt x="3276" y="70867"/>
                      <a:pt x="725" y="80443"/>
                    </a:cubicBezTo>
                    <a:cubicBezTo>
                      <a:pt x="45" y="83002"/>
                      <a:pt x="621" y="85732"/>
                      <a:pt x="2277" y="87798"/>
                    </a:cubicBezTo>
                    <a:lnTo>
                      <a:pt x="17737" y="107165"/>
                    </a:lnTo>
                    <a:cubicBezTo>
                      <a:pt x="17737" y="108666"/>
                      <a:pt x="17737" y="110166"/>
                      <a:pt x="17737" y="111666"/>
                    </a:cubicBezTo>
                    <a:lnTo>
                      <a:pt x="2225" y="131085"/>
                    </a:lnTo>
                    <a:cubicBezTo>
                      <a:pt x="572" y="133153"/>
                      <a:pt x="0" y="135883"/>
                      <a:pt x="683" y="138440"/>
                    </a:cubicBezTo>
                    <a:cubicBezTo>
                      <a:pt x="3236" y="148017"/>
                      <a:pt x="7047" y="157213"/>
                      <a:pt x="12018" y="165787"/>
                    </a:cubicBezTo>
                    <a:cubicBezTo>
                      <a:pt x="13339" y="168062"/>
                      <a:pt x="15656" y="169580"/>
                      <a:pt x="18269" y="169881"/>
                    </a:cubicBezTo>
                    <a:lnTo>
                      <a:pt x="42980" y="172632"/>
                    </a:lnTo>
                    <a:cubicBezTo>
                      <a:pt x="44015" y="173715"/>
                      <a:pt x="45057" y="174757"/>
                      <a:pt x="46106" y="175757"/>
                    </a:cubicBezTo>
                    <a:lnTo>
                      <a:pt x="48991" y="200531"/>
                    </a:lnTo>
                    <a:cubicBezTo>
                      <a:pt x="49296" y="203146"/>
                      <a:pt x="50817" y="205464"/>
                      <a:pt x="53096" y="206782"/>
                    </a:cubicBezTo>
                    <a:cubicBezTo>
                      <a:pt x="61672" y="211748"/>
                      <a:pt x="70867" y="215556"/>
                      <a:pt x="80443" y="218106"/>
                    </a:cubicBezTo>
                    <a:cubicBezTo>
                      <a:pt x="83002" y="218787"/>
                      <a:pt x="85732" y="218210"/>
                      <a:pt x="87798" y="216554"/>
                    </a:cubicBezTo>
                    <a:lnTo>
                      <a:pt x="107165" y="201094"/>
                    </a:lnTo>
                    <a:cubicBezTo>
                      <a:pt x="108666" y="201135"/>
                      <a:pt x="110166" y="201135"/>
                      <a:pt x="111666" y="201094"/>
                    </a:cubicBezTo>
                    <a:lnTo>
                      <a:pt x="131085" y="216637"/>
                    </a:lnTo>
                    <a:cubicBezTo>
                      <a:pt x="133153" y="218290"/>
                      <a:pt x="135883" y="218862"/>
                      <a:pt x="138440" y="218179"/>
                    </a:cubicBezTo>
                    <a:cubicBezTo>
                      <a:pt x="148018" y="215631"/>
                      <a:pt x="157215" y="211819"/>
                      <a:pt x="165787" y="206844"/>
                    </a:cubicBezTo>
                    <a:cubicBezTo>
                      <a:pt x="168062" y="205524"/>
                      <a:pt x="169580" y="203207"/>
                      <a:pt x="169881" y="200594"/>
                    </a:cubicBezTo>
                    <a:lnTo>
                      <a:pt x="172632" y="175882"/>
                    </a:lnTo>
                    <a:cubicBezTo>
                      <a:pt x="173715" y="174854"/>
                      <a:pt x="174757" y="173813"/>
                      <a:pt x="175757" y="172757"/>
                    </a:cubicBezTo>
                    <a:lnTo>
                      <a:pt x="200531" y="169840"/>
                    </a:lnTo>
                    <a:cubicBezTo>
                      <a:pt x="203146" y="169536"/>
                      <a:pt x="205464" y="168014"/>
                      <a:pt x="206782" y="165735"/>
                    </a:cubicBezTo>
                    <a:cubicBezTo>
                      <a:pt x="211748" y="157159"/>
                      <a:pt x="215556" y="147964"/>
                      <a:pt x="218106" y="138388"/>
                    </a:cubicBezTo>
                    <a:cubicBezTo>
                      <a:pt x="218787" y="135829"/>
                      <a:pt x="218210" y="133099"/>
                      <a:pt x="216554" y="131033"/>
                    </a:cubicBezTo>
                    <a:close/>
                    <a:moveTo>
                      <a:pt x="184321" y="104894"/>
                    </a:moveTo>
                    <a:cubicBezTo>
                      <a:pt x="184498" y="107906"/>
                      <a:pt x="184498" y="110925"/>
                      <a:pt x="184321" y="113937"/>
                    </a:cubicBezTo>
                    <a:cubicBezTo>
                      <a:pt x="184197" y="115999"/>
                      <a:pt x="184843" y="118033"/>
                      <a:pt x="186134" y="119646"/>
                    </a:cubicBezTo>
                    <a:lnTo>
                      <a:pt x="200917" y="138117"/>
                    </a:lnTo>
                    <a:cubicBezTo>
                      <a:pt x="199220" y="143508"/>
                      <a:pt x="197048" y="148738"/>
                      <a:pt x="194426" y="153744"/>
                    </a:cubicBezTo>
                    <a:lnTo>
                      <a:pt x="170882" y="156411"/>
                    </a:lnTo>
                    <a:cubicBezTo>
                      <a:pt x="168831" y="156639"/>
                      <a:pt x="166938" y="157619"/>
                      <a:pt x="165568" y="159161"/>
                    </a:cubicBezTo>
                    <a:cubicBezTo>
                      <a:pt x="163563" y="161417"/>
                      <a:pt x="161427" y="163553"/>
                      <a:pt x="159172" y="165558"/>
                    </a:cubicBezTo>
                    <a:cubicBezTo>
                      <a:pt x="157629" y="166928"/>
                      <a:pt x="156649" y="168821"/>
                      <a:pt x="156421" y="170871"/>
                    </a:cubicBezTo>
                    <a:lnTo>
                      <a:pt x="153807" y="194395"/>
                    </a:lnTo>
                    <a:cubicBezTo>
                      <a:pt x="148801" y="197018"/>
                      <a:pt x="143571" y="199190"/>
                      <a:pt x="138180" y="200885"/>
                    </a:cubicBezTo>
                    <a:lnTo>
                      <a:pt x="119698" y="186102"/>
                    </a:lnTo>
                    <a:cubicBezTo>
                      <a:pt x="118219" y="184921"/>
                      <a:pt x="116382" y="184278"/>
                      <a:pt x="114489" y="184279"/>
                    </a:cubicBezTo>
                    <a:lnTo>
                      <a:pt x="113989" y="184279"/>
                    </a:lnTo>
                    <a:cubicBezTo>
                      <a:pt x="110977" y="184456"/>
                      <a:pt x="107958" y="184456"/>
                      <a:pt x="104946" y="184279"/>
                    </a:cubicBezTo>
                    <a:cubicBezTo>
                      <a:pt x="102885" y="184161"/>
                      <a:pt x="100853" y="184806"/>
                      <a:pt x="99237" y="186092"/>
                    </a:cubicBezTo>
                    <a:lnTo>
                      <a:pt x="80714" y="200885"/>
                    </a:lnTo>
                    <a:cubicBezTo>
                      <a:pt x="75323" y="199189"/>
                      <a:pt x="70094" y="197017"/>
                      <a:pt x="65087" y="194395"/>
                    </a:cubicBezTo>
                    <a:lnTo>
                      <a:pt x="62420" y="170882"/>
                    </a:lnTo>
                    <a:cubicBezTo>
                      <a:pt x="62193" y="168831"/>
                      <a:pt x="61213" y="166938"/>
                      <a:pt x="59670" y="165568"/>
                    </a:cubicBezTo>
                    <a:cubicBezTo>
                      <a:pt x="57414" y="163563"/>
                      <a:pt x="55279" y="161427"/>
                      <a:pt x="53273" y="159172"/>
                    </a:cubicBezTo>
                    <a:cubicBezTo>
                      <a:pt x="51904" y="157629"/>
                      <a:pt x="50010" y="156649"/>
                      <a:pt x="47960" y="156421"/>
                    </a:cubicBezTo>
                    <a:lnTo>
                      <a:pt x="24436" y="153796"/>
                    </a:lnTo>
                    <a:cubicBezTo>
                      <a:pt x="21813" y="148790"/>
                      <a:pt x="19641" y="143561"/>
                      <a:pt x="17946" y="138169"/>
                    </a:cubicBezTo>
                    <a:lnTo>
                      <a:pt x="32729" y="119688"/>
                    </a:lnTo>
                    <a:cubicBezTo>
                      <a:pt x="34020" y="118075"/>
                      <a:pt x="34666" y="116041"/>
                      <a:pt x="34542" y="113979"/>
                    </a:cubicBezTo>
                    <a:cubicBezTo>
                      <a:pt x="34365" y="110967"/>
                      <a:pt x="34365" y="107948"/>
                      <a:pt x="34542" y="104936"/>
                    </a:cubicBezTo>
                    <a:cubicBezTo>
                      <a:pt x="34666" y="102874"/>
                      <a:pt x="34020" y="100839"/>
                      <a:pt x="32729" y="99227"/>
                    </a:cubicBezTo>
                    <a:lnTo>
                      <a:pt x="17946" y="80714"/>
                    </a:lnTo>
                    <a:cubicBezTo>
                      <a:pt x="19642" y="75323"/>
                      <a:pt x="21814" y="70094"/>
                      <a:pt x="24436" y="65087"/>
                    </a:cubicBezTo>
                    <a:lnTo>
                      <a:pt x="47950" y="62420"/>
                    </a:lnTo>
                    <a:cubicBezTo>
                      <a:pt x="50000" y="62193"/>
                      <a:pt x="51893" y="61213"/>
                      <a:pt x="53263" y="59670"/>
                    </a:cubicBezTo>
                    <a:cubicBezTo>
                      <a:pt x="55268" y="57414"/>
                      <a:pt x="57404" y="55279"/>
                      <a:pt x="59659" y="53273"/>
                    </a:cubicBezTo>
                    <a:cubicBezTo>
                      <a:pt x="61208" y="51903"/>
                      <a:pt x="62192" y="50005"/>
                      <a:pt x="62420" y="47950"/>
                    </a:cubicBezTo>
                    <a:lnTo>
                      <a:pt x="65035" y="24436"/>
                    </a:lnTo>
                    <a:cubicBezTo>
                      <a:pt x="70041" y="21813"/>
                      <a:pt x="75271" y="19641"/>
                      <a:pt x="80662" y="17946"/>
                    </a:cubicBezTo>
                    <a:lnTo>
                      <a:pt x="99143" y="32729"/>
                    </a:lnTo>
                    <a:cubicBezTo>
                      <a:pt x="100756" y="34020"/>
                      <a:pt x="102791" y="34666"/>
                      <a:pt x="104853" y="34542"/>
                    </a:cubicBezTo>
                    <a:cubicBezTo>
                      <a:pt x="107864" y="34365"/>
                      <a:pt x="110884" y="34365"/>
                      <a:pt x="113895" y="34542"/>
                    </a:cubicBezTo>
                    <a:cubicBezTo>
                      <a:pt x="115956" y="34660"/>
                      <a:pt x="117989" y="34014"/>
                      <a:pt x="119604" y="32729"/>
                    </a:cubicBezTo>
                    <a:lnTo>
                      <a:pt x="138117" y="17946"/>
                    </a:lnTo>
                    <a:cubicBezTo>
                      <a:pt x="143508" y="19642"/>
                      <a:pt x="148738" y="21814"/>
                      <a:pt x="153744" y="24436"/>
                    </a:cubicBezTo>
                    <a:lnTo>
                      <a:pt x="156411" y="47950"/>
                    </a:lnTo>
                    <a:cubicBezTo>
                      <a:pt x="156639" y="50000"/>
                      <a:pt x="157619" y="51893"/>
                      <a:pt x="159161" y="53263"/>
                    </a:cubicBezTo>
                    <a:cubicBezTo>
                      <a:pt x="161417" y="55268"/>
                      <a:pt x="163553" y="57404"/>
                      <a:pt x="165558" y="59659"/>
                    </a:cubicBezTo>
                    <a:cubicBezTo>
                      <a:pt x="166928" y="61202"/>
                      <a:pt x="168821" y="62182"/>
                      <a:pt x="170871" y="62410"/>
                    </a:cubicBezTo>
                    <a:lnTo>
                      <a:pt x="194395" y="65025"/>
                    </a:lnTo>
                    <a:cubicBezTo>
                      <a:pt x="197018" y="70030"/>
                      <a:pt x="199190" y="75260"/>
                      <a:pt x="200885" y="80652"/>
                    </a:cubicBezTo>
                    <a:lnTo>
                      <a:pt x="186102" y="99133"/>
                    </a:lnTo>
                    <a:cubicBezTo>
                      <a:pt x="184799" y="100759"/>
                      <a:pt x="184152" y="102815"/>
                      <a:pt x="184290" y="104894"/>
                    </a:cubicBezTo>
                    <a:close/>
                  </a:path>
                </a:pathLst>
              </a:custGeom>
              <a:solidFill>
                <a:srgbClr val="6C3FD4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819900" y="1285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环境配置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38900" y="1666875"/>
              <a:ext cx="4724400" cy="1333500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16065" y="1791652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.env 文件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29400" y="2038350"/>
              <a:ext cx="4343400" cy="809625"/>
            </a:xfrm>
            <a:prstGeom prst="rect">
              <a:avLst/>
            </a:prstGeom>
            <a:solidFill>
              <a:srgbClr val="EDEFF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89420" y="215074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ANTHROPIC_AUTH_TOKEN=sk-xxx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89420" y="2341245"/>
              <a:ext cx="34792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ANTHROPIC_BASE_URL=https://api.deepseek.com/anthropic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89420" y="2531745"/>
              <a:ext cx="21111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1D2E"/>
                  </a:solidFill>
                  <a:latin typeface="Consolas"/>
                  <a:ea typeface="Microsoft YaHei"/>
                  <a:cs typeface="Consolas"/>
                </a:rPr>
                <a:t>ANTHROPIC_MODEL=deepseek-v4-pro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90372" y="2711291"/>
              <a:ext cx="201220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.env gitignored · python-dotenv 加载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38900" y="3143250"/>
              <a:ext cx="47244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15112" y="32599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LLM 端点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7018" y="3495199"/>
              <a:ext cx="26380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DeepSeek OpenAI-compatible /v1 endpoint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7970" y="3693795"/>
              <a:ext cx="334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LLM_OPENAI_BASE_URL = "https://api.deepseek.com/v1"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048125"/>
              <a:ext cx="4724400" cy="904875"/>
            </a:xfrm>
            <a:prstGeom prst="rect">
              <a:avLst/>
            </a:prstGeom>
            <a:solidFill>
              <a:srgbClr val="F5F6F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41648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数据目录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17018" y="4419124"/>
              <a:ext cx="11234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data/chroma_db/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79118" y="44191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向量库持久化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7018" y="46191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C3FD4"/>
                  </a:solidFill>
                  <a:latin typeface="Consolas"/>
                  <a:ea typeface="Microsoft YaHei"/>
                  <a:cs typeface="Consolas"/>
                </a:rPr>
                <a:t>data/uploads/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79118" y="4619149"/>
              <a:ext cx="1136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原始文件 UUID 保存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17018" y="481917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456B"/>
                  </a:solidFill>
                  <a:latin typeface="Consolas"/>
                  <a:ea typeface="Microsoft YaHei"/>
                  <a:cs typeface="Consolas"/>
                </a:rPr>
                <a:t>data/app.log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79118" y="4819174"/>
              <a:ext cx="1610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日志 UTF-8 · 侧边栏可查看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62000" y="6477000"/>
            <a:ext cx="10679430" cy="276225"/>
            <a:chOff x="762000" y="6477000"/>
            <a:chExt cx="10679430" cy="276225"/>
          </a:xfrm>
        </p:grpSpPr>
        <p:sp>
          <p:nvSpPr>
            <p:cNvPr id="68" name="Rectangle 68"/>
            <p:cNvSpPr/>
            <p:nvPr/>
          </p:nvSpPr>
          <p:spPr>
            <a:xfrm>
              <a:off x="762000" y="6477000"/>
              <a:ext cx="10668000" cy="9525"/>
            </a:xfrm>
            <a:prstGeom prst="rect">
              <a:avLst/>
            </a:prstGeom>
            <a:solidFill>
              <a:srgbClr val="D8DAE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016520" y="65703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B7280"/>
                  </a:solidFill>
                  <a:latin typeface="Consolas"/>
                  <a:ea typeface="Microsoft YaHei"/>
                  <a:cs typeface="Consolas"/>
                </a:rPr>
                <a:t>11 / 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EFF4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0" y="0"/>
            <a:ext cx="57150" cy="6858000"/>
            <a:chOff x="0" y="0"/>
            <a:chExt cx="5715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2667000"/>
              <a:ext cx="57150" cy="1333500"/>
            </a:xfrm>
            <a:prstGeom prst="rect">
              <a:avLst/>
            </a:prstGeom>
            <a:solidFill>
              <a:srgbClr val="6C3FD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04850" y="1038225"/>
            <a:ext cx="1374458" cy="914400"/>
            <a:chOff x="704850" y="1038225"/>
            <a:chExt cx="1374458" cy="914400"/>
          </a:xfrm>
        </p:grpSpPr>
        <p:sp>
          <p:nvSpPr>
            <p:cNvPr id="6" name="TextBox 6"/>
            <p:cNvSpPr txBox="1"/>
            <p:nvPr/>
          </p:nvSpPr>
          <p:spPr>
            <a:xfrm>
              <a:off x="704850" y="1038225"/>
              <a:ext cx="1374458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714500"/>
              <a:ext cx="571500" cy="28575"/>
            </a:xfrm>
            <a:prstGeom prst="rect">
              <a:avLst/>
            </a:prstGeom>
            <a:solidFill>
              <a:srgbClr val="1A73E8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2095500"/>
            <a:ext cx="10668000" cy="3333750"/>
            <a:chOff x="762000" y="2095500"/>
            <a:chExt cx="10668000" cy="3333750"/>
          </a:xfrm>
        </p:grpSpPr>
        <p:sp>
          <p:nvSpPr>
            <p:cNvPr id="9" name="Rectangle 9"/>
            <p:cNvSpPr/>
            <p:nvPr/>
          </p:nvSpPr>
          <p:spPr>
            <a:xfrm>
              <a:off x="762000" y="2095500"/>
              <a:ext cx="10668000" cy="3333750"/>
            </a:xfrm>
            <a:prstGeom prst="rect">
              <a:avLst/>
            </a:prstGeom>
            <a:solidFill>
              <a:srgbClr val="FFFFFF"/>
            </a:solidFill>
            <a:ln w="4762">
              <a:solidFill>
                <a:srgbClr val="D8DAE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286000"/>
              <a:ext cx="10134600" cy="666750"/>
              <a:chOff x="1028700" y="2286000"/>
              <a:chExt cx="101346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028700" y="22860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21105" y="24450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619250" y="238125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809750" y="24288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Streamlit Web 界面，开箱即用 — 一条命令启动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15465" y="2706052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streamlit run app.py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028700" y="3028950"/>
              <a:ext cx="10134600" cy="666750"/>
              <a:chOff x="1028700" y="3028950"/>
              <a:chExt cx="101346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028700" y="3028950"/>
                <a:ext cx="10134600" cy="666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21105" y="31880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6C3FD4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619250" y="3124200"/>
                <a:ext cx="19050" cy="381000"/>
              </a:xfrm>
              <a:prstGeom prst="rect">
                <a:avLst/>
              </a:prstGeom>
              <a:solidFill>
                <a:srgbClr val="6C3FD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809750" y="3171825"/>
                <a:ext cx="366855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7 种格式 × 中文优化分块 × 本地嵌入模型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815465" y="3449002"/>
                <a:ext cx="3002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多格式文档一键上传 · 中文感知分割 · CPU 友好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3771900"/>
              <a:ext cx="10134600" cy="666750"/>
              <a:chOff x="1028700" y="3771900"/>
              <a:chExt cx="10134600" cy="666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1028700" y="3771900"/>
                <a:ext cx="10134600" cy="666750"/>
              </a:xfrm>
              <a:prstGeom prst="rect">
                <a:avLst/>
              </a:prstGeom>
              <a:solidFill>
                <a:srgbClr val="F5F6F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21105" y="393096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456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619250" y="3867150"/>
                <a:ext cx="19050" cy="381000"/>
              </a:xfrm>
              <a:prstGeom prst="rect">
                <a:avLst/>
              </a:prstGeom>
              <a:solidFill>
                <a:srgbClr val="E845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809750" y="3914775"/>
                <a:ext cx="42886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ReAct Agent 双工具编排，文档优先 + 智能回退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815465" y="4191952"/>
                <a:ext cx="30860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retriever → web_search · 失败保护 · 禁止编造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028700" y="4514850"/>
              <a:ext cx="10134600" cy="614362"/>
              <a:chOff x="1028700" y="4514850"/>
              <a:chExt cx="10134600" cy="614362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028700" y="4514850"/>
                <a:ext cx="1013460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21105" y="4673918"/>
                <a:ext cx="24221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73E8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619250" y="4610100"/>
                <a:ext cx="19050" cy="381000"/>
              </a:xfrm>
              <a:prstGeom prst="rect">
                <a:avLst/>
              </a:prstGeom>
              <a:solidFill>
                <a:srgbClr val="1A73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809750" y="4657725"/>
                <a:ext cx="3638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1A1D2E"/>
                    </a:solidFill>
                    <a:latin typeface="Arial"/>
                    <a:ea typeface="Microsoft YaHei"/>
                    <a:cs typeface="Arial"/>
                  </a:rPr>
                  <a:t>全流程可溯源，适合企业知识库问答场景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15465" y="4915852"/>
                <a:ext cx="20289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轻量高效 · 即装即用 · 中文优化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3228785" y="5806440"/>
            <a:ext cx="5734431" cy="651510"/>
            <a:chOff x="3228785" y="5806440"/>
            <a:chExt cx="5734431" cy="651510"/>
          </a:xfrm>
        </p:grpSpPr>
        <p:sp>
          <p:nvSpPr>
            <p:cNvPr id="35" name="TextBox 35"/>
            <p:cNvSpPr txBox="1"/>
            <p:nvPr/>
          </p:nvSpPr>
          <p:spPr>
            <a:xfrm>
              <a:off x="3228785" y="5806440"/>
              <a:ext cx="57344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A1D2E"/>
                  </a:solidFill>
                  <a:latin typeface="Arial"/>
                  <a:ea typeface="Microsoft YaHei"/>
                  <a:cs typeface="Arial"/>
                </a:rPr>
                <a:t>智能客服系统 = RAG + LangGraph Agent + ChromaDB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8668" y="62141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感谢观看 · 欢迎提问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016520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12 / 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4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3025</Words>
  <Application>Microsoft Office PowerPoint</Application>
  <PresentationFormat>宽屏</PresentationFormat>
  <Paragraphs>393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跞 严</cp:lastModifiedBy>
  <cp:revision>3</cp:revision>
  <dcterms:created xsi:type="dcterms:W3CDTF">2026-06-14T09:23:36Z</dcterms:created>
  <dcterms:modified xsi:type="dcterms:W3CDTF">2026-06-14T09:33:41Z</dcterms:modified>
  <cp:category/>
  <cp:contentStatus/>
  <dc:language/>
</cp:coreProperties>
</file>