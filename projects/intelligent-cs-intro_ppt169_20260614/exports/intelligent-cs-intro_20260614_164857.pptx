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欢迎来到本次技术分享。今天我们要介绍的是一个基于 RAG 架构的智能客服系统，它整合了 Streamlit 前端、LangChain LangGraph 代理框架和 ChromaDB 向量数据库，形成了一套完整的智能问答解决方案。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接下来的分享将分为七个部分：我们首先了解项目整体定位，然后深入技术栈和架构设计，接着拆解数据处理流程和四大核心模块，最后总结核心特性并演示如何快速部署运行。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这个系统的核心思路是将用户上传的文档转化为可检索的知识库。当用户提问时，系统优先从文档中语义检索答案，只有在文档覆盖不足时才自动回退到网络搜索。它支持七种常见的文件格式，包括 PDF、Word、Markdown 和图片 OCR，基本覆盖了企业日常的文档类型。同时内置的多轮对话记忆机制确保每次回答都理解前文语境。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系统基于三大核心技术构建。展示层使用 Streamlit，以纯 Python 代码实现 Web 界面和会话管理。代理层基于 LangChain 和 LangGraph，通过 ReAct 模式编排多个工具调用。存储层使用 ChromaDB 作为向量数据库，配合 HuggingFace 的多语言嵌入模型在本地 CPU 上运行。大语言模型选择了 DeepSeek，通过 OpenAI 兼容接口接入，网络搜索回退使用 DuckDuckGo，无需额外 API 密钥。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系统采用经典的三层水平架构。最上层是展示层，包含 Streamlit 界面、会话状态和设置面板。中间是代理层，LangGraph ReAct Agent 负责编排两个工具：retriever 用于文档语义检索，web_search 用于网络搜索回退。最下层是存储层，包含 ChromaDB 向量库、HuggingFace 嵌入模型和文件加载器。基础设施层提供配置管理、日志记录和测试支持。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数据经过四个阶段完成从文件到智能回答的流转。第一阶段是文件上传，用户在 Web 界面拖拽或点击上传，系统基于文件名和大小进行去重校验。第二阶段是解析分块，系统自动检测文件格式并调度对应的加载器，使用中文感知的分割策略将文档切分为语义连贯的分块。第三阶段是向量化存储，每个分块通过嵌入模型转为向量并存入 ChromaDB。第四阶段是检索生成，用户提问后 retriever 先检索文档，不足时回退到 web_search，最后 DeepSeek 大模型流式生成回答并标注来源。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FileLoader 模块提供了七种格式的自动检测与解析能力。每种格式都有对应的 LangChain 加载器，图片则通过 pytesseract 进行中英文混合 OCR 识别。分块策略采用 RecursiveCharacterTextSplitter，特别配置了中文句号作为核心分隔符，chunk 大小为一千字符，重叠一百五十字符。每个分块都会注入完整的元数据，包括原始文件名、格式类型、分块序号和上传时间，为后续的回答溯源提供基础。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VectorStoreManager 封装了 ChromaDB 和 HuggingFace 嵌入模型。采用懒加载初始化策略，只有首次访问时才创建 Chroma 客户端，同时内置了基于来源和序号的分块去重逻辑。AgentManager 使用 LangGraph 的 create_react_agent 创建 ReAct 代理，配置了 retriever 和 web_search 两个工具。retriever 优先调用，返回带来源标注的文档内容；web_search 作为回退方案，通过 DuckDuckGo 的 html 和 lite 双后端保证可用性。流式输出基于 LangGraph 的 values 模式，每次 AI 消息更新时 yield 完整响应文本。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MemoryManager 封装了 ConversationBufferWindowMemory，默认保留最近四轮对话。当用户提问时，系统先加载对话历史，将其注入 Agent 的 prompt 中，模型生成回答后再将本轮对话保存到记忆中。滑动窗口机制确保上下文不会无限增长，避免推理速度下降和 Token 浪费。记忆存储在 Streamlit 的 session_state 中，页面刷新后依然保持。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起来，这个系统有六大核心优势。多格式支持覆盖了七种常见文件类型。中文深度优化体现在分块策略和多语言嵌入模型上。智能回退机制确保文档不足时无缝切换到网络搜索。流式响应提供了实时逐字输出的体验。去重与持久化保证了数据一致性和跨会话可用性。回答可溯源让每个答案都附带文件名和页码，增强可信度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部署这个系统非常简便。首先通过 pip 安装依赖，然后配置环境变量文件，设置 API 密钥、基础 URL 和模型名称，最后一条 streamlit run 命令即可启动应用。运行测试只需执行 pytest，测试套件覆盖了从文件加载到向量检索到代理创建的完整流程。所有数据包括向量库、上传文件和日志都持久化在 data 目录下。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让我们快速回顾今天的内容。智能客服系统将 RAG 架构、LangGraph Agent 编排和 ChromaDB 向量检索深度整合，提供了一个轻量高效、即装即用的智能问答平台。它支持七种文档格式、中文优化分块、本地嵌入、双工具智能回退，并且全流程可溯源，非常适合企业内部知识库问答场景。感谢各位的时间，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57150" cy="6858000"/>
            <a:chOff x="0" y="0"/>
            <a:chExt cx="5715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2857500"/>
              <a:ext cx="57150" cy="11430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0001250" y="762000"/>
            <a:ext cx="1714500" cy="1714500"/>
            <a:chOff x="10001250" y="762000"/>
            <a:chExt cx="1714500" cy="1714500"/>
          </a:xfrm>
        </p:grpSpPr>
        <p:sp>
          <p:nvSpPr>
            <p:cNvPr id="6" name="Rectangle 6"/>
            <p:cNvSpPr/>
            <p:nvPr/>
          </p:nvSpPr>
          <p:spPr>
            <a:xfrm>
              <a:off x="10001250" y="762000"/>
              <a:ext cx="1714500" cy="1714500"/>
            </a:xfrm>
            <a:prstGeom prst="rect">
              <a:avLst/>
            </a:prstGeom>
            <a:noFill/>
            <a:ln w="14288">
              <a:solidFill>
                <a:srgbClr val="1A73E8">
                  <a:alpha val="20000"/>
                </a:srgb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0287000" y="1047750"/>
              <a:ext cx="1143000" cy="1143000"/>
            </a:xfrm>
            <a:prstGeom prst="rect">
              <a:avLst/>
            </a:prstGeom>
            <a:noFill/>
            <a:ln w="9525">
              <a:solidFill>
                <a:srgbClr val="6C3FD4">
                  <a:alpha val="15000"/>
                </a:srgbClr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572750" y="1333500"/>
              <a:ext cx="571500" cy="571500"/>
            </a:xfrm>
            <a:prstGeom prst="rect">
              <a:avLst/>
            </a:prstGeom>
            <a:solidFill>
              <a:srgbClr val="1A73E8">
                <a:alpha val="6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62000" y="5905500"/>
            <a:ext cx="1905000" cy="95250"/>
            <a:chOff x="762000" y="5905500"/>
            <a:chExt cx="1905000" cy="95250"/>
          </a:xfrm>
        </p:grpSpPr>
        <p:sp>
          <p:nvSpPr>
            <p:cNvPr id="10" name="Rectangle 10"/>
            <p:cNvSpPr/>
            <p:nvPr/>
          </p:nvSpPr>
          <p:spPr>
            <a:xfrm>
              <a:off x="762000" y="5905500"/>
              <a:ext cx="1905000" cy="190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5981700"/>
              <a:ext cx="952500" cy="1905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01040" y="2148840"/>
            <a:ext cx="4154424" cy="975360"/>
            <a:chOff x="701040" y="2148840"/>
            <a:chExt cx="4154424" cy="975360"/>
          </a:xfrm>
        </p:grpSpPr>
        <p:sp>
          <p:nvSpPr>
            <p:cNvPr id="13" name="TextBox 13"/>
            <p:cNvSpPr txBox="1"/>
            <p:nvPr/>
          </p:nvSpPr>
          <p:spPr>
            <a:xfrm>
              <a:off x="701040" y="2148840"/>
              <a:ext cx="4154424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智能客服系统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5330" y="3011805"/>
            <a:ext cx="3203734" cy="750570"/>
            <a:chOff x="735330" y="3011805"/>
            <a:chExt cx="3203734" cy="750570"/>
          </a:xfrm>
        </p:grpSpPr>
        <p:sp>
          <p:nvSpPr>
            <p:cNvPr id="15" name="TextBox 15"/>
            <p:cNvSpPr txBox="1"/>
            <p:nvPr/>
          </p:nvSpPr>
          <p:spPr>
            <a:xfrm>
              <a:off x="735330" y="3011805"/>
              <a:ext cx="32037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基于 RAG 的智能问答平台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2950" y="345757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技术架构解析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4000500"/>
            <a:ext cx="1219200" cy="28575"/>
            <a:chOff x="762000" y="4000500"/>
            <a:chExt cx="1219200" cy="28575"/>
          </a:xfrm>
        </p:grpSpPr>
        <p:sp>
          <p:nvSpPr>
            <p:cNvPr id="18" name="Rectangle 18"/>
            <p:cNvSpPr/>
            <p:nvPr/>
          </p:nvSpPr>
          <p:spPr>
            <a:xfrm>
              <a:off x="762000" y="4000500"/>
              <a:ext cx="762000" cy="28575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600200" y="4000500"/>
              <a:ext cx="381000" cy="28575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47712" y="6165056"/>
            <a:ext cx="10695623" cy="411956"/>
            <a:chOff x="747712" y="6165056"/>
            <a:chExt cx="10695623" cy="411956"/>
          </a:xfrm>
        </p:grpSpPr>
        <p:sp>
          <p:nvSpPr>
            <p:cNvPr id="21" name="TextBox 21"/>
            <p:cNvSpPr txBox="1"/>
            <p:nvPr/>
          </p:nvSpPr>
          <p:spPr>
            <a:xfrm>
              <a:off x="747712" y="6165056"/>
              <a:ext cx="4124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+ LangChain/LangGraph + ChromaDB + DeepSeek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77598" y="636365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2026.06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18160"/>
            <a:ext cx="980885" cy="610552"/>
            <a:chOff x="762000" y="518160"/>
            <a:chExt cx="980885" cy="610552"/>
          </a:xfrm>
        </p:grpSpPr>
        <p:sp>
          <p:nvSpPr>
            <p:cNvPr id="3" name="Rectangle 3"/>
            <p:cNvSpPr/>
            <p:nvPr/>
          </p:nvSpPr>
          <p:spPr>
            <a:xfrm>
              <a:off x="762000" y="571500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518160"/>
              <a:ext cx="82467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9165" y="915352"/>
              <a:ext cx="4887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AGENDA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1476375"/>
            <a:ext cx="10668000" cy="2693194"/>
            <a:chOff x="762000" y="1476375"/>
            <a:chExt cx="10668000" cy="2693194"/>
          </a:xfrm>
        </p:grpSpPr>
        <p:grpSp>
          <p:nvGrpSpPr>
            <p:cNvPr id="27" name="Group 27"/>
            <p:cNvGrpSpPr/>
            <p:nvPr/>
          </p:nvGrpSpPr>
          <p:grpSpPr>
            <a:xfrm>
              <a:off x="762000" y="1476375"/>
              <a:ext cx="5143500" cy="2693194"/>
              <a:chOff x="762000" y="1476375"/>
              <a:chExt cx="5143500" cy="2693194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762000" y="14763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21080" y="16021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1524000" y="16383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695450" y="166687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项目概述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702118" y="19140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系统定位与核心能力介绍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762000" y="21621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21080" y="22879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1524000" y="23241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695450" y="2352675"/>
                <a:ext cx="10382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技术栈一览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702118" y="25998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核心技术组件与选型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62000" y="28479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21080" y="29737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1524000" y="3009900"/>
                <a:ext cx="19050" cy="2667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695450" y="30384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系统架构总览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702118" y="32856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模块关系与三层架构设计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762000" y="35337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21080" y="36595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04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524000" y="36957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695450" y="37242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数据处理流程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702118" y="39714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从上传到检索的完整链路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286500" y="1476375"/>
              <a:ext cx="5143500" cy="2693194"/>
              <a:chOff x="6286500" y="1476375"/>
              <a:chExt cx="5143500" cy="2693194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286500" y="14763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545580" y="16021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05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7048500" y="16383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219950" y="16668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核心模块解析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226618" y="1914049"/>
                <a:ext cx="27486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FileLoader / VectorStore / Agent / Memory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286500" y="21621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545580" y="22879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06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7048500" y="23241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219950" y="2352675"/>
                <a:ext cx="14382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核心特性与亮点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226618" y="259984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六大核心优势总结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6286500" y="28479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545580" y="29737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07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7048500" y="3009900"/>
                <a:ext cx="19050" cy="2667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219950" y="3038475"/>
                <a:ext cx="10382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运行与部署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226618" y="328564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命令、配置与环境变量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286500" y="35337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545580" y="36595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08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7048500" y="36957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219950" y="3724275"/>
                <a:ext cx="4381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总结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226618" y="397144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回顾与后续展望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50" name="Rectangle 50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413385"/>
            <a:ext cx="3466291" cy="593884"/>
            <a:chOff x="762000" y="413385"/>
            <a:chExt cx="3466291" cy="593884"/>
          </a:xfrm>
        </p:grpSpPr>
        <p:sp>
          <p:nvSpPr>
            <p:cNvPr id="3" name="Rectangle 3"/>
            <p:cNvSpPr/>
            <p:nvPr/>
          </p:nvSpPr>
          <p:spPr>
            <a:xfrm>
              <a:off x="762000" y="457200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41338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项目概述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809149"/>
              <a:ext cx="32881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RAG-POWERED INTELLIGENT CUSTOMER SERVICE SYSTEM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238250"/>
            <a:ext cx="10614993" cy="5048250"/>
            <a:chOff x="762000" y="1238250"/>
            <a:chExt cx="10614993" cy="5048250"/>
          </a:xfrm>
        </p:grpSpPr>
        <p:sp>
          <p:nvSpPr>
            <p:cNvPr id="7" name="Rectangle 7"/>
            <p:cNvSpPr/>
            <p:nvPr/>
          </p:nvSpPr>
          <p:spPr>
            <a:xfrm>
              <a:off x="762000" y="1238250"/>
              <a:ext cx="5238750" cy="5048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238250"/>
              <a:ext cx="38100" cy="50482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6795" y="1488758"/>
              <a:ext cx="949209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基于</a:t>
              </a:r>
              <a:r>
                <a:rPr lang="zh-CN" sz="16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 xml:space="preserve"> RAG（检索增强生成）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架构，将用户上传的文档作为知识库，结合大语言模型进行智能问答。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6795" y="2012632"/>
              <a:ext cx="1035019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 xml:space="preserve">支持 </a:t>
              </a:r>
              <a:r>
                <a:rPr lang="zh-CN" sz="16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7 种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文件格式：PDF、DOCX、TXT、Markdown、CSV、HTML、图片 OCR，满足企业多样化文档需求。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6795" y="2536508"/>
              <a:ext cx="88210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优先从上传文档中</a:t>
              </a:r>
              <a:r>
                <a:rPr lang="zh-CN" sz="16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语义检索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答案；文档覆盖不足时，自动</a:t>
              </a:r>
              <a:r>
                <a:rPr lang="zh-CN" sz="1650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回退至网络搜索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 xml:space="preserve"> (DuckDuckGo)。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6795" y="3060382"/>
              <a:ext cx="81829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内置</a:t>
              </a:r>
              <a:r>
                <a:rPr lang="zh-CN" sz="16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多轮对话记忆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机制，基于滑动窗口保持上下文连贯，让每一次回答都理解前文。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286500" y="1238250"/>
            <a:ext cx="5161216" cy="5048250"/>
            <a:chOff x="6286500" y="1238250"/>
            <a:chExt cx="5161216" cy="5048250"/>
          </a:xfrm>
        </p:grpSpPr>
        <p:sp>
          <p:nvSpPr>
            <p:cNvPr id="14" name="Rectangle 14"/>
            <p:cNvSpPr/>
            <p:nvPr/>
          </p:nvSpPr>
          <p:spPr>
            <a:xfrm>
              <a:off x="6286500" y="1238250"/>
              <a:ext cx="5143500" cy="5048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86500" y="1238250"/>
              <a:ext cx="5143500" cy="4572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06968" y="13944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核心能力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6496050" y="1866900"/>
              <a:ext cx="4951666" cy="381000"/>
              <a:chOff x="6496050" y="1866900"/>
              <a:chExt cx="4951666" cy="3810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496050" y="18669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6654403" y="1945480"/>
                <a:ext cx="175766" cy="171451"/>
                <a:chOff x="6654403" y="1945480"/>
                <a:chExt cx="175766" cy="171451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6765131" y="1952625"/>
                  <a:ext cx="50006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06" h="50006">
                      <a:moveTo>
                        <a:pt x="50006" y="50006"/>
                      </a:moveTo>
                      <a:lnTo>
                        <a:pt x="0" y="5000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6654403" y="1945480"/>
                  <a:ext cx="175766" cy="171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766" h="171451">
                      <a:moveTo>
                        <a:pt x="21431" y="107158"/>
                      </a:moveTo>
                      <a:lnTo>
                        <a:pt x="7144" y="107158"/>
                      </a:lnTo>
                      <a:cubicBezTo>
                        <a:pt x="3198" y="107158"/>
                        <a:pt x="0" y="110356"/>
                        <a:pt x="0" y="114301"/>
                      </a:cubicBezTo>
                      <a:lnTo>
                        <a:pt x="0" y="164308"/>
                      </a:lnTo>
                      <a:cubicBezTo>
                        <a:pt x="0" y="168253"/>
                        <a:pt x="3198" y="171451"/>
                        <a:pt x="7144" y="171451"/>
                      </a:cubicBezTo>
                      <a:lnTo>
                        <a:pt x="21431" y="171451"/>
                      </a:lnTo>
                      <a:cubicBezTo>
                        <a:pt x="39185" y="171451"/>
                        <a:pt x="53578" y="157059"/>
                        <a:pt x="53578" y="139305"/>
                      </a:cubicBezTo>
                      <a:cubicBezTo>
                        <a:pt x="53578" y="121550"/>
                        <a:pt x="39185" y="107158"/>
                        <a:pt x="21431" y="107158"/>
                      </a:cubicBezTo>
                      <a:close/>
                      <a:moveTo>
                        <a:pt x="21431" y="157164"/>
                      </a:moveTo>
                      <a:lnTo>
                        <a:pt x="14288" y="157164"/>
                      </a:lnTo>
                      <a:lnTo>
                        <a:pt x="14288" y="121445"/>
                      </a:lnTo>
                      <a:lnTo>
                        <a:pt x="21431" y="121445"/>
                      </a:lnTo>
                      <a:cubicBezTo>
                        <a:pt x="31295" y="121445"/>
                        <a:pt x="39291" y="129441"/>
                        <a:pt x="39291" y="139305"/>
                      </a:cubicBezTo>
                      <a:cubicBezTo>
                        <a:pt x="39291" y="149168"/>
                        <a:pt x="31295" y="157164"/>
                        <a:pt x="21431" y="157164"/>
                      </a:cubicBezTo>
                      <a:close/>
                      <a:moveTo>
                        <a:pt x="172816" y="152780"/>
                      </a:moveTo>
                      <a:cubicBezTo>
                        <a:pt x="175666" y="155507"/>
                        <a:pt x="175766" y="160028"/>
                        <a:pt x="173039" y="162879"/>
                      </a:cubicBezTo>
                      <a:cubicBezTo>
                        <a:pt x="168012" y="168291"/>
                        <a:pt x="160977" y="171392"/>
                        <a:pt x="153591" y="171451"/>
                      </a:cubicBezTo>
                      <a:cubicBezTo>
                        <a:pt x="137830" y="171451"/>
                        <a:pt x="125016" y="157030"/>
                        <a:pt x="125016" y="139305"/>
                      </a:cubicBezTo>
                      <a:cubicBezTo>
                        <a:pt x="125016" y="121579"/>
                        <a:pt x="137830" y="107158"/>
                        <a:pt x="153591" y="107158"/>
                      </a:cubicBezTo>
                      <a:cubicBezTo>
                        <a:pt x="160977" y="107218"/>
                        <a:pt x="168012" y="110318"/>
                        <a:pt x="173039" y="115730"/>
                      </a:cubicBezTo>
                      <a:cubicBezTo>
                        <a:pt x="175705" y="118590"/>
                        <a:pt x="175578" y="123061"/>
                        <a:pt x="172753" y="125763"/>
                      </a:cubicBezTo>
                      <a:cubicBezTo>
                        <a:pt x="169928" y="128466"/>
                        <a:pt x="165456" y="128396"/>
                        <a:pt x="162717" y="125606"/>
                      </a:cubicBezTo>
                      <a:cubicBezTo>
                        <a:pt x="160373" y="123028"/>
                        <a:pt x="157074" y="121523"/>
                        <a:pt x="153591" y="121445"/>
                      </a:cubicBezTo>
                      <a:cubicBezTo>
                        <a:pt x="145715" y="121445"/>
                        <a:pt x="139303" y="129482"/>
                        <a:pt x="139303" y="139305"/>
                      </a:cubicBezTo>
                      <a:cubicBezTo>
                        <a:pt x="139303" y="149127"/>
                        <a:pt x="145715" y="157164"/>
                        <a:pt x="153591" y="157164"/>
                      </a:cubicBezTo>
                      <a:cubicBezTo>
                        <a:pt x="157076" y="157092"/>
                        <a:pt x="160377" y="155587"/>
                        <a:pt x="162717" y="153003"/>
                      </a:cubicBezTo>
                      <a:cubicBezTo>
                        <a:pt x="165444" y="150153"/>
                        <a:pt x="169966" y="150053"/>
                        <a:pt x="172816" y="152780"/>
                      </a:cubicBezTo>
                      <a:close/>
                      <a:moveTo>
                        <a:pt x="89297" y="107158"/>
                      </a:moveTo>
                      <a:cubicBezTo>
                        <a:pt x="73545" y="107158"/>
                        <a:pt x="60722" y="121579"/>
                        <a:pt x="60722" y="139305"/>
                      </a:cubicBezTo>
                      <a:cubicBezTo>
                        <a:pt x="60722" y="157030"/>
                        <a:pt x="73545" y="171451"/>
                        <a:pt x="89297" y="171451"/>
                      </a:cubicBezTo>
                      <a:cubicBezTo>
                        <a:pt x="105049" y="171451"/>
                        <a:pt x="117872" y="157030"/>
                        <a:pt x="117872" y="139305"/>
                      </a:cubicBezTo>
                      <a:cubicBezTo>
                        <a:pt x="117872" y="121579"/>
                        <a:pt x="105049" y="107158"/>
                        <a:pt x="89297" y="107158"/>
                      </a:cubicBezTo>
                      <a:close/>
                      <a:moveTo>
                        <a:pt x="89297" y="157164"/>
                      </a:moveTo>
                      <a:cubicBezTo>
                        <a:pt x="81421" y="157164"/>
                        <a:pt x="75009" y="149127"/>
                        <a:pt x="75009" y="139305"/>
                      </a:cubicBezTo>
                      <a:cubicBezTo>
                        <a:pt x="75009" y="129482"/>
                        <a:pt x="81421" y="121445"/>
                        <a:pt x="89297" y="121445"/>
                      </a:cubicBezTo>
                      <a:cubicBezTo>
                        <a:pt x="97173" y="121445"/>
                        <a:pt x="103584" y="129482"/>
                        <a:pt x="103584" y="139305"/>
                      </a:cubicBezTo>
                      <a:cubicBezTo>
                        <a:pt x="103584" y="149127"/>
                        <a:pt x="97173" y="157164"/>
                        <a:pt x="89297" y="157164"/>
                      </a:cubicBezTo>
                      <a:close/>
                      <a:moveTo>
                        <a:pt x="17859" y="85726"/>
                      </a:moveTo>
                      <a:cubicBezTo>
                        <a:pt x="21805" y="85726"/>
                        <a:pt x="25003" y="82528"/>
                        <a:pt x="25003" y="78583"/>
                      </a:cubicBezTo>
                      <a:lnTo>
                        <a:pt x="25003" y="14289"/>
                      </a:lnTo>
                      <a:lnTo>
                        <a:pt x="103584" y="14289"/>
                      </a:lnTo>
                      <a:lnTo>
                        <a:pt x="103584" y="57151"/>
                      </a:lnTo>
                      <a:cubicBezTo>
                        <a:pt x="103584" y="61097"/>
                        <a:pt x="106783" y="64295"/>
                        <a:pt x="110728" y="64295"/>
                      </a:cubicBezTo>
                      <a:lnTo>
                        <a:pt x="153591" y="64295"/>
                      </a:lnTo>
                      <a:lnTo>
                        <a:pt x="153591" y="78583"/>
                      </a:lnTo>
                      <a:cubicBezTo>
                        <a:pt x="153591" y="82528"/>
                        <a:pt x="156789" y="85726"/>
                        <a:pt x="160734" y="85726"/>
                      </a:cubicBezTo>
                      <a:cubicBezTo>
                        <a:pt x="164680" y="85726"/>
                        <a:pt x="167878" y="82528"/>
                        <a:pt x="167878" y="78583"/>
                      </a:cubicBezTo>
                      <a:lnTo>
                        <a:pt x="167878" y="57151"/>
                      </a:lnTo>
                      <a:cubicBezTo>
                        <a:pt x="167880" y="55256"/>
                        <a:pt x="167128" y="53438"/>
                        <a:pt x="165789" y="52097"/>
                      </a:cubicBezTo>
                      <a:lnTo>
                        <a:pt x="115782" y="2091"/>
                      </a:lnTo>
                      <a:cubicBezTo>
                        <a:pt x="114441" y="752"/>
                        <a:pt x="112623" y="0"/>
                        <a:pt x="110728" y="1"/>
                      </a:cubicBezTo>
                      <a:lnTo>
                        <a:pt x="25003" y="1"/>
                      </a:lnTo>
                      <a:cubicBezTo>
                        <a:pt x="17112" y="1"/>
                        <a:pt x="10716" y="6398"/>
                        <a:pt x="10716" y="14289"/>
                      </a:cubicBezTo>
                      <a:lnTo>
                        <a:pt x="10716" y="78583"/>
                      </a:lnTo>
                      <a:cubicBezTo>
                        <a:pt x="10716" y="82528"/>
                        <a:pt x="13914" y="85726"/>
                        <a:pt x="17859" y="85726"/>
                      </a:cubicBezTo>
                      <a:close/>
                      <a:moveTo>
                        <a:pt x="117872" y="24388"/>
                      </a:moveTo>
                      <a:lnTo>
                        <a:pt x="143491" y="50008"/>
                      </a:lnTo>
                      <a:lnTo>
                        <a:pt x="117872" y="50008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6956108" y="1957864"/>
                <a:ext cx="10767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7 种文件格式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68665" y="1982152"/>
                <a:ext cx="30790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PDF · DOCX · TXT · MD · CSV · HTML · 图片OCR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496050" y="2400300"/>
              <a:ext cx="4724400" cy="381000"/>
              <a:chOff x="6496050" y="2400300"/>
              <a:chExt cx="4724400" cy="381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496050" y="2400300"/>
                <a:ext cx="4724400" cy="381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6642705" y="2470721"/>
                <a:ext cx="194566" cy="194600"/>
                <a:chOff x="6642705" y="2470721"/>
                <a:chExt cx="194566" cy="1946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657975" y="2486025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642705" y="2470721"/>
                  <a:ext cx="194566" cy="1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566" h="194600">
                      <a:moveTo>
                        <a:pt x="191774" y="181700"/>
                      </a:moveTo>
                      <a:lnTo>
                        <a:pt x="147072" y="136998"/>
                      </a:lnTo>
                      <a:cubicBezTo>
                        <a:pt x="174041" y="104654"/>
                        <a:pt x="170798" y="56818"/>
                        <a:pt x="139712" y="28409"/>
                      </a:cubicBezTo>
                      <a:cubicBezTo>
                        <a:pt x="108625" y="0"/>
                        <a:pt x="60692" y="1067"/>
                        <a:pt x="30901" y="30832"/>
                      </a:cubicBezTo>
                      <a:cubicBezTo>
                        <a:pt x="1110" y="60597"/>
                        <a:pt x="0" y="108529"/>
                        <a:pt x="28382" y="139641"/>
                      </a:cubicBezTo>
                      <a:cubicBezTo>
                        <a:pt x="56763" y="170752"/>
                        <a:pt x="104596" y="174037"/>
                        <a:pt x="136964" y="147097"/>
                      </a:cubicBezTo>
                      <a:lnTo>
                        <a:pt x="181666" y="191808"/>
                      </a:lnTo>
                      <a:cubicBezTo>
                        <a:pt x="184457" y="194600"/>
                        <a:pt x="188983" y="194600"/>
                        <a:pt x="191774" y="191808"/>
                      </a:cubicBezTo>
                      <a:cubicBezTo>
                        <a:pt x="194566" y="189017"/>
                        <a:pt x="194566" y="184491"/>
                        <a:pt x="191774" y="181700"/>
                      </a:cubicBezTo>
                      <a:close/>
                      <a:moveTo>
                        <a:pt x="22414" y="86742"/>
                      </a:moveTo>
                      <a:cubicBezTo>
                        <a:pt x="22414" y="51233"/>
                        <a:pt x="51199" y="22448"/>
                        <a:pt x="86707" y="22448"/>
                      </a:cubicBezTo>
                      <a:cubicBezTo>
                        <a:pt x="122216" y="22448"/>
                        <a:pt x="151001" y="51233"/>
                        <a:pt x="151001" y="86742"/>
                      </a:cubicBezTo>
                      <a:cubicBezTo>
                        <a:pt x="151001" y="122250"/>
                        <a:pt x="122216" y="151035"/>
                        <a:pt x="86707" y="151035"/>
                      </a:cubicBezTo>
                      <a:cubicBezTo>
                        <a:pt x="51215" y="150996"/>
                        <a:pt x="22453" y="122234"/>
                        <a:pt x="22414" y="86742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6956108" y="2491264"/>
                <a:ext cx="12820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双工具智能检索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749665" y="251555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文档优先 + 联网回退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496050" y="2933700"/>
              <a:ext cx="4724400" cy="381000"/>
              <a:chOff x="6496050" y="2933700"/>
              <a:chExt cx="4724400" cy="3810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496050" y="29337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6636537" y="3008691"/>
                <a:ext cx="214319" cy="185774"/>
                <a:chOff x="6636537" y="3008691"/>
                <a:chExt cx="214319" cy="185774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6643649" y="3019425"/>
                  <a:ext cx="200069" cy="164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69" h="164306">
                      <a:moveTo>
                        <a:pt x="200063" y="82153"/>
                      </a:moveTo>
                      <a:cubicBezTo>
                        <a:pt x="200069" y="100322"/>
                        <a:pt x="188619" y="116521"/>
                        <a:pt x="171488" y="122578"/>
                      </a:cubicBezTo>
                      <a:lnTo>
                        <a:pt x="171488" y="122578"/>
                      </a:lnTo>
                      <a:lnTo>
                        <a:pt x="171488" y="128588"/>
                      </a:lnTo>
                      <a:cubicBezTo>
                        <a:pt x="171488" y="148314"/>
                        <a:pt x="155497" y="164306"/>
                        <a:pt x="135770" y="164306"/>
                      </a:cubicBezTo>
                      <a:cubicBezTo>
                        <a:pt x="116043" y="164306"/>
                        <a:pt x="100051" y="148314"/>
                        <a:pt x="100051" y="128588"/>
                      </a:cubicBezTo>
                      <a:cubicBezTo>
                        <a:pt x="100051" y="148314"/>
                        <a:pt x="84059" y="164306"/>
                        <a:pt x="64332" y="164306"/>
                      </a:cubicBezTo>
                      <a:cubicBezTo>
                        <a:pt x="44605" y="164306"/>
                        <a:pt x="28613" y="148314"/>
                        <a:pt x="28613" y="128588"/>
                      </a:cubicBezTo>
                      <a:lnTo>
                        <a:pt x="28613" y="122578"/>
                      </a:lnTo>
                      <a:lnTo>
                        <a:pt x="28613" y="122578"/>
                      </a:lnTo>
                      <a:cubicBezTo>
                        <a:pt x="11468" y="116534"/>
                        <a:pt x="0" y="100332"/>
                        <a:pt x="0" y="82153"/>
                      </a:cubicBezTo>
                      <a:cubicBezTo>
                        <a:pt x="0" y="63974"/>
                        <a:pt x="11468" y="47772"/>
                        <a:pt x="28613" y="41728"/>
                      </a:cubicBezTo>
                      <a:lnTo>
                        <a:pt x="28613" y="35719"/>
                      </a:lnTo>
                      <a:cubicBezTo>
                        <a:pt x="28613" y="15992"/>
                        <a:pt x="44605" y="0"/>
                        <a:pt x="64332" y="0"/>
                      </a:cubicBezTo>
                      <a:cubicBezTo>
                        <a:pt x="84059" y="0"/>
                        <a:pt x="100051" y="15992"/>
                        <a:pt x="100051" y="35719"/>
                      </a:cubicBezTo>
                      <a:cubicBezTo>
                        <a:pt x="100051" y="15992"/>
                        <a:pt x="116043" y="0"/>
                        <a:pt x="135770" y="0"/>
                      </a:cubicBezTo>
                      <a:cubicBezTo>
                        <a:pt x="155497" y="0"/>
                        <a:pt x="171488" y="15992"/>
                        <a:pt x="171488" y="35719"/>
                      </a:cubicBezTo>
                      <a:lnTo>
                        <a:pt x="171488" y="41728"/>
                      </a:lnTo>
                      <a:cubicBezTo>
                        <a:pt x="188619" y="47785"/>
                        <a:pt x="200069" y="63984"/>
                        <a:pt x="200063" y="82153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636537" y="3008691"/>
                  <a:ext cx="214319" cy="1857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9" h="185774">
                      <a:moveTo>
                        <a:pt x="214319" y="92887"/>
                      </a:moveTo>
                      <a:cubicBezTo>
                        <a:pt x="214300" y="73574"/>
                        <a:pt x="203183" y="55992"/>
                        <a:pt x="185744" y="47694"/>
                      </a:cubicBezTo>
                      <a:lnTo>
                        <a:pt x="185744" y="46453"/>
                      </a:lnTo>
                      <a:cubicBezTo>
                        <a:pt x="185727" y="27553"/>
                        <a:pt x="173334" y="10895"/>
                        <a:pt x="155237" y="5448"/>
                      </a:cubicBezTo>
                      <a:cubicBezTo>
                        <a:pt x="137139" y="0"/>
                        <a:pt x="117610" y="7048"/>
                        <a:pt x="107163" y="22798"/>
                      </a:cubicBezTo>
                      <a:cubicBezTo>
                        <a:pt x="96716" y="7048"/>
                        <a:pt x="77186" y="0"/>
                        <a:pt x="59089" y="5448"/>
                      </a:cubicBezTo>
                      <a:cubicBezTo>
                        <a:pt x="40992" y="10895"/>
                        <a:pt x="28599" y="27553"/>
                        <a:pt x="28582" y="46453"/>
                      </a:cubicBezTo>
                      <a:lnTo>
                        <a:pt x="28582" y="47694"/>
                      </a:lnTo>
                      <a:cubicBezTo>
                        <a:pt x="11127" y="55970"/>
                        <a:pt x="0" y="73560"/>
                        <a:pt x="0" y="92878"/>
                      </a:cubicBezTo>
                      <a:cubicBezTo>
                        <a:pt x="0" y="112196"/>
                        <a:pt x="11127" y="129786"/>
                        <a:pt x="28582" y="138062"/>
                      </a:cubicBezTo>
                      <a:lnTo>
                        <a:pt x="28582" y="139321"/>
                      </a:lnTo>
                      <a:cubicBezTo>
                        <a:pt x="28599" y="158221"/>
                        <a:pt x="40992" y="174879"/>
                        <a:pt x="59089" y="180326"/>
                      </a:cubicBezTo>
                      <a:cubicBezTo>
                        <a:pt x="77186" y="185774"/>
                        <a:pt x="96716" y="178726"/>
                        <a:pt x="107163" y="162976"/>
                      </a:cubicBezTo>
                      <a:cubicBezTo>
                        <a:pt x="117610" y="178726"/>
                        <a:pt x="137139" y="185774"/>
                        <a:pt x="155237" y="180326"/>
                      </a:cubicBezTo>
                      <a:cubicBezTo>
                        <a:pt x="173334" y="174879"/>
                        <a:pt x="185727" y="158221"/>
                        <a:pt x="185744" y="139321"/>
                      </a:cubicBezTo>
                      <a:lnTo>
                        <a:pt x="185744" y="138062"/>
                      </a:lnTo>
                      <a:cubicBezTo>
                        <a:pt x="203180" y="129770"/>
                        <a:pt x="214297" y="112194"/>
                        <a:pt x="214319" y="92887"/>
                      </a:cubicBezTo>
                      <a:close/>
                      <a:moveTo>
                        <a:pt x="71444" y="167896"/>
                      </a:moveTo>
                      <a:cubicBezTo>
                        <a:pt x="56853" y="167894"/>
                        <a:pt x="44607" y="156900"/>
                        <a:pt x="43039" y="142393"/>
                      </a:cubicBezTo>
                      <a:cubicBezTo>
                        <a:pt x="45349" y="142723"/>
                        <a:pt x="47679" y="142890"/>
                        <a:pt x="50013" y="142893"/>
                      </a:cubicBezTo>
                      <a:lnTo>
                        <a:pt x="57157" y="142893"/>
                      </a:lnTo>
                      <a:cubicBezTo>
                        <a:pt x="61102" y="142893"/>
                        <a:pt x="64300" y="139695"/>
                        <a:pt x="64300" y="135749"/>
                      </a:cubicBezTo>
                      <a:cubicBezTo>
                        <a:pt x="64300" y="131804"/>
                        <a:pt x="61102" y="128606"/>
                        <a:pt x="57157" y="128606"/>
                      </a:cubicBezTo>
                      <a:lnTo>
                        <a:pt x="50013" y="128606"/>
                      </a:lnTo>
                      <a:cubicBezTo>
                        <a:pt x="32600" y="128626"/>
                        <a:pt x="17710" y="116087"/>
                        <a:pt x="14766" y="98924"/>
                      </a:cubicBezTo>
                      <a:cubicBezTo>
                        <a:pt x="11823" y="81762"/>
                        <a:pt x="21685" y="64978"/>
                        <a:pt x="38110" y="59195"/>
                      </a:cubicBezTo>
                      <a:cubicBezTo>
                        <a:pt x="40962" y="58185"/>
                        <a:pt x="42869" y="55488"/>
                        <a:pt x="42869" y="52462"/>
                      </a:cubicBezTo>
                      <a:lnTo>
                        <a:pt x="42869" y="46453"/>
                      </a:lnTo>
                      <a:cubicBezTo>
                        <a:pt x="42869" y="30671"/>
                        <a:pt x="55663" y="17878"/>
                        <a:pt x="71444" y="17878"/>
                      </a:cubicBezTo>
                      <a:cubicBezTo>
                        <a:pt x="87226" y="17878"/>
                        <a:pt x="100019" y="30671"/>
                        <a:pt x="100019" y="46453"/>
                      </a:cubicBezTo>
                      <a:lnTo>
                        <a:pt x="100019" y="107407"/>
                      </a:lnTo>
                      <a:cubicBezTo>
                        <a:pt x="92175" y="100351"/>
                        <a:pt x="81995" y="96451"/>
                        <a:pt x="71444" y="96459"/>
                      </a:cubicBezTo>
                      <a:cubicBezTo>
                        <a:pt x="67499" y="96459"/>
                        <a:pt x="64300" y="99657"/>
                        <a:pt x="64300" y="103603"/>
                      </a:cubicBezTo>
                      <a:cubicBezTo>
                        <a:pt x="64300" y="107548"/>
                        <a:pt x="67499" y="110746"/>
                        <a:pt x="71444" y="110746"/>
                      </a:cubicBezTo>
                      <a:cubicBezTo>
                        <a:pt x="87226" y="110746"/>
                        <a:pt x="100019" y="123540"/>
                        <a:pt x="100019" y="139321"/>
                      </a:cubicBezTo>
                      <a:cubicBezTo>
                        <a:pt x="100019" y="155103"/>
                        <a:pt x="87226" y="167896"/>
                        <a:pt x="71444" y="167896"/>
                      </a:cubicBezTo>
                      <a:close/>
                      <a:moveTo>
                        <a:pt x="164313" y="128606"/>
                      </a:moveTo>
                      <a:lnTo>
                        <a:pt x="157169" y="128606"/>
                      </a:lnTo>
                      <a:cubicBezTo>
                        <a:pt x="153224" y="128606"/>
                        <a:pt x="150025" y="131804"/>
                        <a:pt x="150025" y="135749"/>
                      </a:cubicBezTo>
                      <a:cubicBezTo>
                        <a:pt x="150025" y="139695"/>
                        <a:pt x="153224" y="142893"/>
                        <a:pt x="157169" y="142893"/>
                      </a:cubicBezTo>
                      <a:lnTo>
                        <a:pt x="164313" y="142893"/>
                      </a:lnTo>
                      <a:cubicBezTo>
                        <a:pt x="166646" y="142890"/>
                        <a:pt x="168977" y="142723"/>
                        <a:pt x="171287" y="142393"/>
                      </a:cubicBezTo>
                      <a:cubicBezTo>
                        <a:pt x="169633" y="157687"/>
                        <a:pt x="156169" y="168927"/>
                        <a:pt x="140826" y="167823"/>
                      </a:cubicBezTo>
                      <a:cubicBezTo>
                        <a:pt x="125483" y="166718"/>
                        <a:pt x="113768" y="153666"/>
                        <a:pt x="114321" y="138293"/>
                      </a:cubicBezTo>
                      <a:cubicBezTo>
                        <a:pt x="114875" y="122920"/>
                        <a:pt x="127499" y="110744"/>
                        <a:pt x="142882" y="110746"/>
                      </a:cubicBezTo>
                      <a:cubicBezTo>
                        <a:pt x="146827" y="110746"/>
                        <a:pt x="150025" y="107548"/>
                        <a:pt x="150025" y="103603"/>
                      </a:cubicBezTo>
                      <a:cubicBezTo>
                        <a:pt x="150025" y="99657"/>
                        <a:pt x="146827" y="96459"/>
                        <a:pt x="142882" y="96459"/>
                      </a:cubicBezTo>
                      <a:cubicBezTo>
                        <a:pt x="132331" y="96451"/>
                        <a:pt x="122151" y="100351"/>
                        <a:pt x="114307" y="107407"/>
                      </a:cubicBezTo>
                      <a:lnTo>
                        <a:pt x="114307" y="46453"/>
                      </a:lnTo>
                      <a:cubicBezTo>
                        <a:pt x="114307" y="30671"/>
                        <a:pt x="127100" y="17878"/>
                        <a:pt x="142882" y="17878"/>
                      </a:cubicBezTo>
                      <a:cubicBezTo>
                        <a:pt x="158663" y="17878"/>
                        <a:pt x="171457" y="30671"/>
                        <a:pt x="171457" y="46453"/>
                      </a:cubicBezTo>
                      <a:lnTo>
                        <a:pt x="171457" y="52462"/>
                      </a:lnTo>
                      <a:cubicBezTo>
                        <a:pt x="171457" y="55488"/>
                        <a:pt x="173364" y="58185"/>
                        <a:pt x="176216" y="59195"/>
                      </a:cubicBezTo>
                      <a:cubicBezTo>
                        <a:pt x="192641" y="64978"/>
                        <a:pt x="202503" y="81762"/>
                        <a:pt x="199560" y="98924"/>
                      </a:cubicBezTo>
                      <a:cubicBezTo>
                        <a:pt x="196616" y="116087"/>
                        <a:pt x="181726" y="128626"/>
                        <a:pt x="164313" y="128606"/>
                      </a:cubicBezTo>
                      <a:close/>
                      <a:moveTo>
                        <a:pt x="178600" y="82171"/>
                      </a:moveTo>
                      <a:cubicBezTo>
                        <a:pt x="178600" y="86117"/>
                        <a:pt x="175402" y="89315"/>
                        <a:pt x="171457" y="89315"/>
                      </a:cubicBezTo>
                      <a:lnTo>
                        <a:pt x="167885" y="89315"/>
                      </a:lnTo>
                      <a:cubicBezTo>
                        <a:pt x="150131" y="89315"/>
                        <a:pt x="135738" y="74922"/>
                        <a:pt x="135738" y="57168"/>
                      </a:cubicBezTo>
                      <a:lnTo>
                        <a:pt x="135738" y="53596"/>
                      </a:lnTo>
                      <a:cubicBezTo>
                        <a:pt x="135738" y="49651"/>
                        <a:pt x="138936" y="46453"/>
                        <a:pt x="142882" y="46453"/>
                      </a:cubicBezTo>
                      <a:cubicBezTo>
                        <a:pt x="146827" y="46453"/>
                        <a:pt x="150025" y="49651"/>
                        <a:pt x="150025" y="53596"/>
                      </a:cubicBezTo>
                      <a:lnTo>
                        <a:pt x="150025" y="57168"/>
                      </a:lnTo>
                      <a:cubicBezTo>
                        <a:pt x="150025" y="67032"/>
                        <a:pt x="158021" y="75028"/>
                        <a:pt x="167885" y="75028"/>
                      </a:cubicBezTo>
                      <a:lnTo>
                        <a:pt x="171457" y="75028"/>
                      </a:lnTo>
                      <a:cubicBezTo>
                        <a:pt x="175402" y="75028"/>
                        <a:pt x="178600" y="78226"/>
                        <a:pt x="178600" y="82171"/>
                      </a:cubicBezTo>
                      <a:close/>
                      <a:moveTo>
                        <a:pt x="46441" y="89315"/>
                      </a:moveTo>
                      <a:lnTo>
                        <a:pt x="42869" y="89315"/>
                      </a:lnTo>
                      <a:cubicBezTo>
                        <a:pt x="38924" y="89315"/>
                        <a:pt x="35725" y="86117"/>
                        <a:pt x="35725" y="82171"/>
                      </a:cubicBezTo>
                      <a:cubicBezTo>
                        <a:pt x="35725" y="78226"/>
                        <a:pt x="38924" y="75028"/>
                        <a:pt x="42869" y="75028"/>
                      </a:cubicBezTo>
                      <a:lnTo>
                        <a:pt x="46441" y="75028"/>
                      </a:lnTo>
                      <a:cubicBezTo>
                        <a:pt x="56305" y="75028"/>
                        <a:pt x="64300" y="67032"/>
                        <a:pt x="64300" y="57168"/>
                      </a:cubicBezTo>
                      <a:lnTo>
                        <a:pt x="64300" y="53596"/>
                      </a:lnTo>
                      <a:cubicBezTo>
                        <a:pt x="64300" y="49651"/>
                        <a:pt x="67499" y="46453"/>
                        <a:pt x="71444" y="46453"/>
                      </a:cubicBezTo>
                      <a:cubicBezTo>
                        <a:pt x="75390" y="46453"/>
                        <a:pt x="78588" y="49651"/>
                        <a:pt x="78588" y="53596"/>
                      </a:cubicBezTo>
                      <a:lnTo>
                        <a:pt x="78588" y="57168"/>
                      </a:lnTo>
                      <a:cubicBezTo>
                        <a:pt x="78588" y="74922"/>
                        <a:pt x="64195" y="89315"/>
                        <a:pt x="46441" y="89315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6956108" y="30246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大模型驱动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368665" y="3048952"/>
                <a:ext cx="246297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DeepSeek-v4-pro · LangGraph ReAct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496050" y="3467100"/>
              <a:ext cx="4724400" cy="381000"/>
              <a:chOff x="6496050" y="3467100"/>
              <a:chExt cx="4724400" cy="3810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496050" y="3467100"/>
                <a:ext cx="4724400" cy="381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6639600" y="3543533"/>
                <a:ext cx="207005" cy="190263"/>
                <a:chOff x="6639600" y="3543533"/>
                <a:chExt cx="207005" cy="190263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6711607" y="3595795"/>
                  <a:ext cx="127676" cy="13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676" h="130963">
                      <a:moveTo>
                        <a:pt x="124748" y="121640"/>
                      </a:moveTo>
                      <a:cubicBezTo>
                        <a:pt x="125284" y="123512"/>
                        <a:pt x="124762" y="125527"/>
                        <a:pt x="123386" y="126904"/>
                      </a:cubicBezTo>
                      <a:cubicBezTo>
                        <a:pt x="122009" y="128281"/>
                        <a:pt x="119994" y="128802"/>
                        <a:pt x="118122" y="128266"/>
                      </a:cubicBezTo>
                      <a:lnTo>
                        <a:pt x="91449" y="120649"/>
                      </a:lnTo>
                      <a:cubicBezTo>
                        <a:pt x="74891" y="129664"/>
                        <a:pt x="55212" y="130963"/>
                        <a:pt x="37612" y="124203"/>
                      </a:cubicBezTo>
                      <a:cubicBezTo>
                        <a:pt x="20013" y="117442"/>
                        <a:pt x="6264" y="103302"/>
                        <a:pt x="0" y="85520"/>
                      </a:cubicBezTo>
                      <a:lnTo>
                        <a:pt x="0" y="85520"/>
                      </a:lnTo>
                      <a:cubicBezTo>
                        <a:pt x="1161" y="85582"/>
                        <a:pt x="2331" y="85618"/>
                        <a:pt x="3509" y="85618"/>
                      </a:cubicBezTo>
                      <a:cubicBezTo>
                        <a:pt x="24362" y="85619"/>
                        <a:pt x="43921" y="75508"/>
                        <a:pt x="55976" y="58492"/>
                      </a:cubicBezTo>
                      <a:cubicBezTo>
                        <a:pt x="68031" y="41477"/>
                        <a:pt x="71085" y="19672"/>
                        <a:pt x="64169" y="0"/>
                      </a:cubicBezTo>
                      <a:lnTo>
                        <a:pt x="64169" y="0"/>
                      </a:lnTo>
                      <a:cubicBezTo>
                        <a:pt x="86202" y="1203"/>
                        <a:pt x="106078" y="13620"/>
                        <a:pt x="116822" y="32893"/>
                      </a:cubicBezTo>
                      <a:cubicBezTo>
                        <a:pt x="127566" y="52167"/>
                        <a:pt x="127676" y="75603"/>
                        <a:pt x="117113" y="94976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639600" y="3543533"/>
                  <a:ext cx="207005" cy="190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005" h="190263">
                      <a:moveTo>
                        <a:pt x="196781" y="147997"/>
                      </a:moveTo>
                      <a:cubicBezTo>
                        <a:pt x="207005" y="127216"/>
                        <a:pt x="206519" y="102768"/>
                        <a:pt x="195479" y="82409"/>
                      </a:cubicBezTo>
                      <a:cubicBezTo>
                        <a:pt x="184439" y="62050"/>
                        <a:pt x="164215" y="48306"/>
                        <a:pt x="141221" y="45538"/>
                      </a:cubicBezTo>
                      <a:cubicBezTo>
                        <a:pt x="130990" y="21688"/>
                        <a:pt x="108630" y="5263"/>
                        <a:pt x="82813" y="2631"/>
                      </a:cubicBezTo>
                      <a:cubicBezTo>
                        <a:pt x="56995" y="0"/>
                        <a:pt x="31781" y="11577"/>
                        <a:pt x="16949" y="32872"/>
                      </a:cubicBezTo>
                      <a:cubicBezTo>
                        <a:pt x="2117" y="54167"/>
                        <a:pt x="0" y="81830"/>
                        <a:pt x="11419" y="105134"/>
                      </a:cubicBezTo>
                      <a:lnTo>
                        <a:pt x="4579" y="129084"/>
                      </a:lnTo>
                      <a:cubicBezTo>
                        <a:pt x="3336" y="133447"/>
                        <a:pt x="4554" y="138141"/>
                        <a:pt x="7762" y="141349"/>
                      </a:cubicBezTo>
                      <a:cubicBezTo>
                        <a:pt x="10970" y="144557"/>
                        <a:pt x="15664" y="145775"/>
                        <a:pt x="20027" y="144532"/>
                      </a:cubicBezTo>
                      <a:lnTo>
                        <a:pt x="43977" y="137692"/>
                      </a:lnTo>
                      <a:cubicBezTo>
                        <a:pt x="51204" y="141240"/>
                        <a:pt x="58977" y="143544"/>
                        <a:pt x="66971" y="144505"/>
                      </a:cubicBezTo>
                      <a:cubicBezTo>
                        <a:pt x="74671" y="162547"/>
                        <a:pt x="89451" y="176628"/>
                        <a:pt x="107844" y="183445"/>
                      </a:cubicBezTo>
                      <a:cubicBezTo>
                        <a:pt x="126237" y="190263"/>
                        <a:pt x="146625" y="189218"/>
                        <a:pt x="164224" y="180554"/>
                      </a:cubicBezTo>
                      <a:lnTo>
                        <a:pt x="188173" y="187395"/>
                      </a:lnTo>
                      <a:cubicBezTo>
                        <a:pt x="192536" y="188638"/>
                        <a:pt x="197230" y="187419"/>
                        <a:pt x="200438" y="184211"/>
                      </a:cubicBezTo>
                      <a:cubicBezTo>
                        <a:pt x="203646" y="181003"/>
                        <a:pt x="204865" y="176309"/>
                        <a:pt x="203622" y="171946"/>
                      </a:cubicBezTo>
                      <a:close/>
                      <a:moveTo>
                        <a:pt x="44745" y="122904"/>
                      </a:moveTo>
                      <a:cubicBezTo>
                        <a:pt x="44081" y="122904"/>
                        <a:pt x="43420" y="122995"/>
                        <a:pt x="42780" y="123172"/>
                      </a:cubicBezTo>
                      <a:lnTo>
                        <a:pt x="19197" y="129914"/>
                      </a:lnTo>
                      <a:lnTo>
                        <a:pt x="25939" y="106331"/>
                      </a:lnTo>
                      <a:cubicBezTo>
                        <a:pt x="26444" y="104534"/>
                        <a:pt x="26226" y="102611"/>
                        <a:pt x="25331" y="100973"/>
                      </a:cubicBezTo>
                      <a:cubicBezTo>
                        <a:pt x="11753" y="76044"/>
                        <a:pt x="18548" y="44925"/>
                        <a:pt x="41282" y="27925"/>
                      </a:cubicBezTo>
                      <a:cubicBezTo>
                        <a:pt x="64016" y="10924"/>
                        <a:pt x="95787" y="13205"/>
                        <a:pt x="115860" y="33278"/>
                      </a:cubicBezTo>
                      <a:cubicBezTo>
                        <a:pt x="135933" y="53351"/>
                        <a:pt x="138213" y="85121"/>
                        <a:pt x="121213" y="107856"/>
                      </a:cubicBezTo>
                      <a:cubicBezTo>
                        <a:pt x="104213" y="130590"/>
                        <a:pt x="73094" y="137385"/>
                        <a:pt x="48165" y="123806"/>
                      </a:cubicBezTo>
                      <a:cubicBezTo>
                        <a:pt x="47119" y="123222"/>
                        <a:pt x="45942" y="122911"/>
                        <a:pt x="44745" y="122904"/>
                      </a:cubicBezTo>
                      <a:close/>
                      <a:moveTo>
                        <a:pt x="182262" y="149193"/>
                      </a:moveTo>
                      <a:lnTo>
                        <a:pt x="189004" y="172777"/>
                      </a:lnTo>
                      <a:lnTo>
                        <a:pt x="165420" y="166035"/>
                      </a:lnTo>
                      <a:cubicBezTo>
                        <a:pt x="163624" y="165530"/>
                        <a:pt x="161701" y="165748"/>
                        <a:pt x="160063" y="166642"/>
                      </a:cubicBezTo>
                      <a:cubicBezTo>
                        <a:pt x="132667" y="181547"/>
                        <a:pt x="98381" y="171760"/>
                        <a:pt x="82982" y="144639"/>
                      </a:cubicBezTo>
                      <a:cubicBezTo>
                        <a:pt x="102757" y="142580"/>
                        <a:pt x="120777" y="132365"/>
                        <a:pt x="132701" y="116456"/>
                      </a:cubicBezTo>
                      <a:cubicBezTo>
                        <a:pt x="144626" y="100546"/>
                        <a:pt x="149374" y="80384"/>
                        <a:pt x="145802" y="60825"/>
                      </a:cubicBezTo>
                      <a:cubicBezTo>
                        <a:pt x="163153" y="64914"/>
                        <a:pt x="177603" y="76866"/>
                        <a:pt x="184873" y="93143"/>
                      </a:cubicBezTo>
                      <a:cubicBezTo>
                        <a:pt x="192144" y="109420"/>
                        <a:pt x="191403" y="128157"/>
                        <a:pt x="182869" y="143809"/>
                      </a:cubicBezTo>
                      <a:cubicBezTo>
                        <a:pt x="181967" y="145454"/>
                        <a:pt x="181749" y="147388"/>
                        <a:pt x="182262" y="149193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6956108" y="355806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多轮对话记忆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749665" y="3582352"/>
                <a:ext cx="18328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BufferWindow · 上下文连贯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496050" y="4000500"/>
              <a:ext cx="4724400" cy="381000"/>
              <a:chOff x="6496050" y="4000500"/>
              <a:chExt cx="4724400" cy="3810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6496050" y="40005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6650831" y="4079081"/>
                <a:ext cx="185738" cy="185738"/>
                <a:chOff x="6650831" y="4079081"/>
                <a:chExt cx="185738" cy="185738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6657975" y="40862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6650831" y="4079081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6956108" y="40914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回答可溯源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368665" y="4115752"/>
                <a:ext cx="14478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来源文件名 + 页码标注</a:t>
                </a:r>
              </a:p>
            </p:txBody>
          </p:sp>
        </p:grpSp>
        <p:sp>
          <p:nvSpPr>
            <p:cNvPr id="52" name="Rectangle 52"/>
            <p:cNvSpPr/>
            <p:nvPr/>
          </p:nvSpPr>
          <p:spPr>
            <a:xfrm>
              <a:off x="6496050" y="4667250"/>
              <a:ext cx="4724400" cy="952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48462" y="48315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技术规格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49415" y="5077778"/>
              <a:ext cx="32960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 Size: 1000 | Chunk Overlap: 150 | Top-K: 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49415" y="5315902"/>
              <a:ext cx="39611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Embed: MiniLM-L12-v2 · CPU | Memory: k=4 buffer window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57" name="Rectangle 57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99085"/>
            <a:ext cx="3921348" cy="574834"/>
            <a:chOff x="762000" y="299085"/>
            <a:chExt cx="3921348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619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9908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技术栈一览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75799"/>
              <a:ext cx="37432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TECH STACK — STREAMLIT + LANGCHAIN/LANGGRAPH + CHROMADB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028700"/>
            <a:ext cx="2590800" cy="2381250"/>
            <a:chOff x="762000" y="1028700"/>
            <a:chExt cx="2590800" cy="2381250"/>
          </a:xfrm>
        </p:grpSpPr>
        <p:sp>
          <p:nvSpPr>
            <p:cNvPr id="7" name="Rectangle 7"/>
            <p:cNvSpPr/>
            <p:nvPr/>
          </p:nvSpPr>
          <p:spPr>
            <a:xfrm>
              <a:off x="762000" y="1028700"/>
              <a:ext cx="25908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28700"/>
              <a:ext cx="259080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76325" y="1381125"/>
              <a:ext cx="247650" cy="228600"/>
              <a:chOff x="1076325" y="1381125"/>
              <a:chExt cx="247650" cy="2286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85850" y="1390650"/>
                <a:ext cx="2286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3825">
                    <a:moveTo>
                      <a:pt x="228600" y="19050"/>
                    </a:moveTo>
                    <a:lnTo>
                      <a:pt x="228600" y="123825"/>
                    </a:lnTo>
                    <a:lnTo>
                      <a:pt x="0" y="123825"/>
                    </a:ln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209550" y="0"/>
                    </a:lnTo>
                    <a:cubicBezTo>
                      <a:pt x="220071" y="0"/>
                      <a:pt x="228600" y="8529"/>
                      <a:pt x="228600" y="19050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6325" y="1381125"/>
                <a:ext cx="2476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28600">
                    <a:moveTo>
                      <a:pt x="219075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161925"/>
                    </a:lnTo>
                    <a:cubicBezTo>
                      <a:pt x="0" y="177707"/>
                      <a:pt x="12793" y="190500"/>
                      <a:pt x="28575" y="190500"/>
                    </a:cubicBezTo>
                    <a:lnTo>
                      <a:pt x="114300" y="190500"/>
                    </a:lnTo>
                    <a:lnTo>
                      <a:pt x="114300" y="209550"/>
                    </a:lnTo>
                    <a:lnTo>
                      <a:pt x="85725" y="209550"/>
                    </a:lnTo>
                    <a:cubicBezTo>
                      <a:pt x="80464" y="209550"/>
                      <a:pt x="76200" y="213814"/>
                      <a:pt x="76200" y="219075"/>
                    </a:cubicBezTo>
                    <a:cubicBezTo>
                      <a:pt x="76200" y="224336"/>
                      <a:pt x="80464" y="228600"/>
                      <a:pt x="85725" y="228600"/>
                    </a:cubicBezTo>
                    <a:lnTo>
                      <a:pt x="161925" y="228600"/>
                    </a:lnTo>
                    <a:cubicBezTo>
                      <a:pt x="167186" y="228600"/>
                      <a:pt x="171450" y="224336"/>
                      <a:pt x="171450" y="219075"/>
                    </a:cubicBezTo>
                    <a:cubicBezTo>
                      <a:pt x="171450" y="213814"/>
                      <a:pt x="167186" y="209550"/>
                      <a:pt x="161925" y="209550"/>
                    </a:cubicBezTo>
                    <a:lnTo>
                      <a:pt x="133350" y="209550"/>
                    </a:lnTo>
                    <a:lnTo>
                      <a:pt x="133350" y="190500"/>
                    </a:lnTo>
                    <a:lnTo>
                      <a:pt x="219075" y="190500"/>
                    </a:lnTo>
                    <a:cubicBezTo>
                      <a:pt x="234857" y="190500"/>
                      <a:pt x="247650" y="177707"/>
                      <a:pt x="247650" y="161925"/>
                    </a:cubicBezTo>
                    <a:lnTo>
                      <a:pt x="247650" y="28575"/>
                    </a:lnTo>
                    <a:cubicBezTo>
                      <a:pt x="247650" y="12793"/>
                      <a:pt x="234857" y="0"/>
                      <a:pt x="219075" y="0"/>
                    </a:cubicBezTo>
                    <a:close/>
                    <a:moveTo>
                      <a:pt x="28575" y="19050"/>
                    </a:moveTo>
                    <a:lnTo>
                      <a:pt x="219075" y="19050"/>
                    </a:lnTo>
                    <a:cubicBezTo>
                      <a:pt x="224336" y="19050"/>
                      <a:pt x="228600" y="23314"/>
                      <a:pt x="228600" y="28575"/>
                    </a:cubicBezTo>
                    <a:lnTo>
                      <a:pt x="228600" y="123825"/>
                    </a:lnTo>
                    <a:lnTo>
                      <a:pt x="19050" y="123825"/>
                    </a:lnTo>
                    <a:lnTo>
                      <a:pt x="19050" y="28575"/>
                    </a:lnTo>
                    <a:cubicBezTo>
                      <a:pt x="19050" y="23314"/>
                      <a:pt x="23314" y="19050"/>
                      <a:pt x="28575" y="19050"/>
                    </a:cubicBezTo>
                    <a:close/>
                    <a:moveTo>
                      <a:pt x="219075" y="171450"/>
                    </a:moveTo>
                    <a:lnTo>
                      <a:pt x="28575" y="171450"/>
                    </a:lnTo>
                    <a:cubicBezTo>
                      <a:pt x="23314" y="171450"/>
                      <a:pt x="19050" y="167186"/>
                      <a:pt x="19050" y="161925"/>
                    </a:cubicBezTo>
                    <a:lnTo>
                      <a:pt x="19050" y="142875"/>
                    </a:lnTo>
                    <a:lnTo>
                      <a:pt x="228600" y="142875"/>
                    </a:lnTo>
                    <a:lnTo>
                      <a:pt x="228600" y="161925"/>
                    </a:lnTo>
                    <a:cubicBezTo>
                      <a:pt x="228600" y="167186"/>
                      <a:pt x="224336" y="171450"/>
                      <a:pt x="219075" y="171450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76325" y="1743075"/>
              <a:ext cx="101472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Streamlit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5850" y="2014538"/>
              <a:ext cx="90416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WEB UI FRAMEWORK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34410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Web 界面与会话管理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2040" y="2553652"/>
              <a:ext cx="15808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文件上传/聊天/设置面板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763202"/>
              <a:ext cx="14548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session_state 持久化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505200" y="1028700"/>
            <a:ext cx="2590800" cy="2381250"/>
            <a:chOff x="3505200" y="1028700"/>
            <a:chExt cx="2590800" cy="2381250"/>
          </a:xfrm>
        </p:grpSpPr>
        <p:sp>
          <p:nvSpPr>
            <p:cNvPr id="18" name="Rectangle 18"/>
            <p:cNvSpPr/>
            <p:nvPr/>
          </p:nvSpPr>
          <p:spPr>
            <a:xfrm>
              <a:off x="3505200" y="1028700"/>
              <a:ext cx="25908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505200" y="1028700"/>
              <a:ext cx="25908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3816139" y="1358066"/>
              <a:ext cx="254846" cy="246428"/>
              <a:chOff x="3816139" y="1358066"/>
              <a:chExt cx="254846" cy="24642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3914775" y="14573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44357"/>
                      <a:pt x="44357" y="57150"/>
                      <a:pt x="28575" y="57150"/>
                    </a:cubicBezTo>
                    <a:cubicBezTo>
                      <a:pt x="12793" y="57150"/>
                      <a:pt x="0" y="44357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816139" y="1358066"/>
                <a:ext cx="254846" cy="246428"/>
              </a:xfrm>
              <a:custGeom>
                <a:avLst/>
                <a:gdLst/>
                <a:ahLst/>
                <a:cxnLst/>
                <a:rect l="l" t="t" r="r" b="b"/>
                <a:pathLst>
                  <a:path w="254846" h="246428">
                    <a:moveTo>
                      <a:pt x="212936" y="156409"/>
                    </a:moveTo>
                    <a:cubicBezTo>
                      <a:pt x="204517" y="156405"/>
                      <a:pt x="196336" y="159203"/>
                      <a:pt x="189683" y="164362"/>
                    </a:cubicBezTo>
                    <a:lnTo>
                      <a:pt x="162168" y="142931"/>
                    </a:lnTo>
                    <a:cubicBezTo>
                      <a:pt x="164245" y="138169"/>
                      <a:pt x="165315" y="133029"/>
                      <a:pt x="165311" y="127834"/>
                    </a:cubicBezTo>
                    <a:cubicBezTo>
                      <a:pt x="165311" y="126953"/>
                      <a:pt x="165311" y="126072"/>
                      <a:pt x="165216" y="125203"/>
                    </a:cubicBezTo>
                    <a:lnTo>
                      <a:pt x="180967" y="119952"/>
                    </a:lnTo>
                    <a:cubicBezTo>
                      <a:pt x="191269" y="135841"/>
                      <a:pt x="211677" y="141752"/>
                      <a:pt x="228876" y="133830"/>
                    </a:cubicBezTo>
                    <a:cubicBezTo>
                      <a:pt x="246075" y="125907"/>
                      <a:pt x="254846" y="106556"/>
                      <a:pt x="249466" y="88400"/>
                    </a:cubicBezTo>
                    <a:cubicBezTo>
                      <a:pt x="244086" y="70244"/>
                      <a:pt x="226188" y="58795"/>
                      <a:pt x="207450" y="61521"/>
                    </a:cubicBezTo>
                    <a:cubicBezTo>
                      <a:pt x="188711" y="64248"/>
                      <a:pt x="174819" y="80323"/>
                      <a:pt x="174836" y="99259"/>
                    </a:cubicBezTo>
                    <a:cubicBezTo>
                      <a:pt x="174836" y="100140"/>
                      <a:pt x="174836" y="101021"/>
                      <a:pt x="174931" y="101890"/>
                    </a:cubicBezTo>
                    <a:lnTo>
                      <a:pt x="159179" y="107141"/>
                    </a:lnTo>
                    <a:cubicBezTo>
                      <a:pt x="152163" y="96294"/>
                      <a:pt x="140129" y="89742"/>
                      <a:pt x="127211" y="89734"/>
                    </a:cubicBezTo>
                    <a:cubicBezTo>
                      <a:pt x="125109" y="89738"/>
                      <a:pt x="123010" y="89914"/>
                      <a:pt x="120936" y="90258"/>
                    </a:cubicBezTo>
                    <a:lnTo>
                      <a:pt x="112792" y="71875"/>
                    </a:lnTo>
                    <a:cubicBezTo>
                      <a:pt x="127312" y="60273"/>
                      <a:pt x="131343" y="39888"/>
                      <a:pt x="122330" y="23634"/>
                    </a:cubicBezTo>
                    <a:cubicBezTo>
                      <a:pt x="113318" y="7380"/>
                      <a:pt x="93893" y="0"/>
                      <a:pt x="76361" y="6170"/>
                    </a:cubicBezTo>
                    <a:cubicBezTo>
                      <a:pt x="58830" y="12340"/>
                      <a:pt x="48308" y="30259"/>
                      <a:pt x="51462" y="48575"/>
                    </a:cubicBezTo>
                    <a:cubicBezTo>
                      <a:pt x="54616" y="66891"/>
                      <a:pt x="70525" y="80259"/>
                      <a:pt x="89111" y="80209"/>
                    </a:cubicBezTo>
                    <a:cubicBezTo>
                      <a:pt x="91213" y="80205"/>
                      <a:pt x="93311" y="80030"/>
                      <a:pt x="95385" y="79685"/>
                    </a:cubicBezTo>
                    <a:lnTo>
                      <a:pt x="103529" y="98021"/>
                    </a:lnTo>
                    <a:cubicBezTo>
                      <a:pt x="89287" y="109293"/>
                      <a:pt x="85012" y="129068"/>
                      <a:pt x="93326" y="145217"/>
                    </a:cubicBezTo>
                    <a:lnTo>
                      <a:pt x="62715" y="172411"/>
                    </a:lnTo>
                    <a:cubicBezTo>
                      <a:pt x="46776" y="161666"/>
                      <a:pt x="25335" y="164449"/>
                      <a:pt x="12668" y="178906"/>
                    </a:cubicBezTo>
                    <a:cubicBezTo>
                      <a:pt x="0" y="193363"/>
                      <a:pt x="59" y="214985"/>
                      <a:pt x="12804" y="229373"/>
                    </a:cubicBezTo>
                    <a:cubicBezTo>
                      <a:pt x="25550" y="243761"/>
                      <a:pt x="47006" y="246428"/>
                      <a:pt x="62886" y="235597"/>
                    </a:cubicBezTo>
                    <a:cubicBezTo>
                      <a:pt x="78766" y="224766"/>
                      <a:pt x="84114" y="203817"/>
                      <a:pt x="75371" y="186699"/>
                    </a:cubicBezTo>
                    <a:lnTo>
                      <a:pt x="105982" y="159505"/>
                    </a:lnTo>
                    <a:cubicBezTo>
                      <a:pt x="119576" y="168658"/>
                      <a:pt x="137507" y="168062"/>
                      <a:pt x="150464" y="158028"/>
                    </a:cubicBezTo>
                    <a:lnTo>
                      <a:pt x="177979" y="179460"/>
                    </a:lnTo>
                    <a:cubicBezTo>
                      <a:pt x="175908" y="184207"/>
                      <a:pt x="174838" y="189330"/>
                      <a:pt x="174836" y="194509"/>
                    </a:cubicBezTo>
                    <a:cubicBezTo>
                      <a:pt x="174836" y="215551"/>
                      <a:pt x="191894" y="232609"/>
                      <a:pt x="212936" y="232609"/>
                    </a:cubicBezTo>
                    <a:cubicBezTo>
                      <a:pt x="233978" y="232609"/>
                      <a:pt x="251036" y="215551"/>
                      <a:pt x="251036" y="194509"/>
                    </a:cubicBezTo>
                    <a:cubicBezTo>
                      <a:pt x="251036" y="173467"/>
                      <a:pt x="233978" y="156409"/>
                      <a:pt x="212936" y="156409"/>
                    </a:cubicBezTo>
                    <a:close/>
                    <a:moveTo>
                      <a:pt x="212936" y="80209"/>
                    </a:moveTo>
                    <a:cubicBezTo>
                      <a:pt x="223457" y="80209"/>
                      <a:pt x="231986" y="88738"/>
                      <a:pt x="231986" y="99259"/>
                    </a:cubicBezTo>
                    <a:cubicBezTo>
                      <a:pt x="231986" y="109780"/>
                      <a:pt x="223457" y="118309"/>
                      <a:pt x="212936" y="118309"/>
                    </a:cubicBezTo>
                    <a:cubicBezTo>
                      <a:pt x="202415" y="118309"/>
                      <a:pt x="193886" y="109780"/>
                      <a:pt x="193886" y="99259"/>
                    </a:cubicBezTo>
                    <a:cubicBezTo>
                      <a:pt x="193886" y="88738"/>
                      <a:pt x="202415" y="80209"/>
                      <a:pt x="212936" y="80209"/>
                    </a:cubicBezTo>
                    <a:close/>
                    <a:moveTo>
                      <a:pt x="70061" y="42109"/>
                    </a:moveTo>
                    <a:cubicBezTo>
                      <a:pt x="70061" y="31588"/>
                      <a:pt x="78590" y="23059"/>
                      <a:pt x="89111" y="23059"/>
                    </a:cubicBezTo>
                    <a:cubicBezTo>
                      <a:pt x="99632" y="23059"/>
                      <a:pt x="108161" y="31588"/>
                      <a:pt x="108161" y="42109"/>
                    </a:cubicBezTo>
                    <a:cubicBezTo>
                      <a:pt x="108161" y="52630"/>
                      <a:pt x="99632" y="61159"/>
                      <a:pt x="89111" y="61159"/>
                    </a:cubicBezTo>
                    <a:cubicBezTo>
                      <a:pt x="78590" y="61159"/>
                      <a:pt x="70061" y="52630"/>
                      <a:pt x="70061" y="42109"/>
                    </a:cubicBezTo>
                    <a:close/>
                    <a:moveTo>
                      <a:pt x="41486" y="223084"/>
                    </a:moveTo>
                    <a:cubicBezTo>
                      <a:pt x="30965" y="223084"/>
                      <a:pt x="22436" y="214555"/>
                      <a:pt x="22436" y="204034"/>
                    </a:cubicBezTo>
                    <a:cubicBezTo>
                      <a:pt x="22436" y="193513"/>
                      <a:pt x="30965" y="184984"/>
                      <a:pt x="41486" y="184984"/>
                    </a:cubicBezTo>
                    <a:cubicBezTo>
                      <a:pt x="52007" y="184984"/>
                      <a:pt x="60536" y="193513"/>
                      <a:pt x="60536" y="204034"/>
                    </a:cubicBezTo>
                    <a:cubicBezTo>
                      <a:pt x="60536" y="214555"/>
                      <a:pt x="52007" y="223084"/>
                      <a:pt x="41486" y="223084"/>
                    </a:cubicBezTo>
                    <a:close/>
                    <a:moveTo>
                      <a:pt x="108161" y="127834"/>
                    </a:moveTo>
                    <a:cubicBezTo>
                      <a:pt x="108161" y="117313"/>
                      <a:pt x="116690" y="108784"/>
                      <a:pt x="127211" y="108784"/>
                    </a:cubicBezTo>
                    <a:cubicBezTo>
                      <a:pt x="137732" y="108784"/>
                      <a:pt x="146261" y="117313"/>
                      <a:pt x="146261" y="127834"/>
                    </a:cubicBezTo>
                    <a:cubicBezTo>
                      <a:pt x="146261" y="138355"/>
                      <a:pt x="137732" y="146884"/>
                      <a:pt x="127211" y="146884"/>
                    </a:cubicBezTo>
                    <a:cubicBezTo>
                      <a:pt x="116690" y="146884"/>
                      <a:pt x="108161" y="138355"/>
                      <a:pt x="108161" y="127834"/>
                    </a:cubicBezTo>
                    <a:close/>
                    <a:moveTo>
                      <a:pt x="212936" y="213559"/>
                    </a:moveTo>
                    <a:cubicBezTo>
                      <a:pt x="202415" y="213559"/>
                      <a:pt x="193886" y="205030"/>
                      <a:pt x="193886" y="194509"/>
                    </a:cubicBezTo>
                    <a:cubicBezTo>
                      <a:pt x="193886" y="183988"/>
                      <a:pt x="202415" y="175459"/>
                      <a:pt x="212936" y="175459"/>
                    </a:cubicBezTo>
                    <a:cubicBezTo>
                      <a:pt x="223457" y="175459"/>
                      <a:pt x="231986" y="183988"/>
                      <a:pt x="231986" y="194509"/>
                    </a:cubicBezTo>
                    <a:cubicBezTo>
                      <a:pt x="231986" y="205030"/>
                      <a:pt x="223457" y="213559"/>
                      <a:pt x="212936" y="213559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3819525" y="1743075"/>
              <a:ext cx="21803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LangChain+LangGraph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29050" y="2014538"/>
              <a:ext cx="87915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AGENT FRAMEWORK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25240" y="2344102"/>
              <a:ext cx="11608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ReAct Agent 编排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25240" y="2553652"/>
              <a:ext cx="13218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Tool 调用与流式输出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25240" y="2763202"/>
              <a:ext cx="14128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create_react_agent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48400" y="1028700"/>
            <a:ext cx="2590800" cy="2381250"/>
            <a:chOff x="6248400" y="1028700"/>
            <a:chExt cx="2590800" cy="2381250"/>
          </a:xfrm>
        </p:grpSpPr>
        <p:sp>
          <p:nvSpPr>
            <p:cNvPr id="29" name="Rectangle 29"/>
            <p:cNvSpPr/>
            <p:nvPr/>
          </p:nvSpPr>
          <p:spPr>
            <a:xfrm>
              <a:off x="6248400" y="1028700"/>
              <a:ext cx="25908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48400" y="1028700"/>
              <a:ext cx="25908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572250" y="1362075"/>
              <a:ext cx="228600" cy="247650"/>
              <a:chOff x="6572250" y="1362075"/>
              <a:chExt cx="228600" cy="24765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581775" y="1371600"/>
                <a:ext cx="2095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14300">
                    <a:moveTo>
                      <a:pt x="209550" y="57150"/>
                    </a:moveTo>
                    <a:cubicBezTo>
                      <a:pt x="209550" y="88713"/>
                      <a:pt x="162639" y="114300"/>
                      <a:pt x="104775" y="114300"/>
                    </a:cubicBezTo>
                    <a:cubicBezTo>
                      <a:pt x="46911" y="114300"/>
                      <a:pt x="0" y="88713"/>
                      <a:pt x="0" y="57150"/>
                    </a:cubicBezTo>
                    <a:cubicBezTo>
                      <a:pt x="0" y="25587"/>
                      <a:pt x="46911" y="0"/>
                      <a:pt x="104775" y="0"/>
                    </a:cubicBezTo>
                    <a:cubicBezTo>
                      <a:pt x="162639" y="0"/>
                      <a:pt x="209550" y="25587"/>
                      <a:pt x="209550" y="57150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72250" y="1362075"/>
                <a:ext cx="2286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47650">
                    <a:moveTo>
                      <a:pt x="114300" y="0"/>
                    </a:moveTo>
                    <a:cubicBezTo>
                      <a:pt x="50209" y="0"/>
                      <a:pt x="0" y="29289"/>
                      <a:pt x="0" y="66675"/>
                    </a:cubicBezTo>
                    <a:lnTo>
                      <a:pt x="0" y="180975"/>
                    </a:lnTo>
                    <a:cubicBezTo>
                      <a:pt x="0" y="218361"/>
                      <a:pt x="50209" y="247650"/>
                      <a:pt x="114300" y="247650"/>
                    </a:cubicBezTo>
                    <a:cubicBezTo>
                      <a:pt x="178391" y="247650"/>
                      <a:pt x="228600" y="218361"/>
                      <a:pt x="228600" y="180975"/>
                    </a:cubicBezTo>
                    <a:lnTo>
                      <a:pt x="228600" y="66675"/>
                    </a:lnTo>
                    <a:cubicBezTo>
                      <a:pt x="228600" y="29289"/>
                      <a:pt x="178391" y="0"/>
                      <a:pt x="114300" y="0"/>
                    </a:cubicBezTo>
                    <a:close/>
                    <a:moveTo>
                      <a:pt x="209550" y="123825"/>
                    </a:moveTo>
                    <a:cubicBezTo>
                      <a:pt x="209550" y="135279"/>
                      <a:pt x="200168" y="146959"/>
                      <a:pt x="183821" y="155877"/>
                    </a:cubicBezTo>
                    <a:cubicBezTo>
                      <a:pt x="165414" y="165914"/>
                      <a:pt x="140720" y="171450"/>
                      <a:pt x="114300" y="171450"/>
                    </a:cubicBezTo>
                    <a:cubicBezTo>
                      <a:pt x="87880" y="171450"/>
                      <a:pt x="63186" y="165914"/>
                      <a:pt x="44779" y="155877"/>
                    </a:cubicBezTo>
                    <a:cubicBezTo>
                      <a:pt x="28432" y="146959"/>
                      <a:pt x="19050" y="135279"/>
                      <a:pt x="19050" y="123825"/>
                    </a:cubicBezTo>
                    <a:lnTo>
                      <a:pt x="19050" y="104013"/>
                    </a:lnTo>
                    <a:cubicBezTo>
                      <a:pt x="39362" y="121872"/>
                      <a:pt x="74093" y="133350"/>
                      <a:pt x="114300" y="133350"/>
                    </a:cubicBezTo>
                    <a:cubicBezTo>
                      <a:pt x="154507" y="133350"/>
                      <a:pt x="189238" y="121825"/>
                      <a:pt x="209550" y="104013"/>
                    </a:cubicBezTo>
                    <a:close/>
                    <a:moveTo>
                      <a:pt x="44779" y="34623"/>
                    </a:moveTo>
                    <a:cubicBezTo>
                      <a:pt x="63186" y="24586"/>
                      <a:pt x="87880" y="19050"/>
                      <a:pt x="114300" y="19050"/>
                    </a:cubicBezTo>
                    <a:cubicBezTo>
                      <a:pt x="140720" y="19050"/>
                      <a:pt x="165414" y="24586"/>
                      <a:pt x="183821" y="34623"/>
                    </a:cubicBezTo>
                    <a:cubicBezTo>
                      <a:pt x="200168" y="43541"/>
                      <a:pt x="209550" y="55221"/>
                      <a:pt x="209550" y="66675"/>
                    </a:cubicBezTo>
                    <a:cubicBezTo>
                      <a:pt x="209550" y="78129"/>
                      <a:pt x="200168" y="89809"/>
                      <a:pt x="183821" y="98727"/>
                    </a:cubicBezTo>
                    <a:cubicBezTo>
                      <a:pt x="165414" y="108764"/>
                      <a:pt x="140720" y="114300"/>
                      <a:pt x="114300" y="114300"/>
                    </a:cubicBezTo>
                    <a:cubicBezTo>
                      <a:pt x="87880" y="114300"/>
                      <a:pt x="63186" y="108764"/>
                      <a:pt x="44779" y="98727"/>
                    </a:cubicBezTo>
                    <a:cubicBezTo>
                      <a:pt x="28432" y="89809"/>
                      <a:pt x="19050" y="78129"/>
                      <a:pt x="19050" y="66675"/>
                    </a:cubicBezTo>
                    <a:cubicBezTo>
                      <a:pt x="19050" y="55221"/>
                      <a:pt x="28432" y="43541"/>
                      <a:pt x="44779" y="34623"/>
                    </a:cubicBezTo>
                    <a:close/>
                    <a:moveTo>
                      <a:pt x="183821" y="213027"/>
                    </a:moveTo>
                    <a:cubicBezTo>
                      <a:pt x="165414" y="223064"/>
                      <a:pt x="140720" y="228600"/>
                      <a:pt x="114300" y="228600"/>
                    </a:cubicBezTo>
                    <a:cubicBezTo>
                      <a:pt x="87880" y="228600"/>
                      <a:pt x="63186" y="223064"/>
                      <a:pt x="44779" y="213027"/>
                    </a:cubicBezTo>
                    <a:cubicBezTo>
                      <a:pt x="28432" y="204109"/>
                      <a:pt x="19050" y="192429"/>
                      <a:pt x="19050" y="180975"/>
                    </a:cubicBezTo>
                    <a:lnTo>
                      <a:pt x="19050" y="161163"/>
                    </a:lnTo>
                    <a:cubicBezTo>
                      <a:pt x="39362" y="179022"/>
                      <a:pt x="74093" y="190500"/>
                      <a:pt x="114300" y="190500"/>
                    </a:cubicBezTo>
                    <a:cubicBezTo>
                      <a:pt x="154507" y="190500"/>
                      <a:pt x="189238" y="178975"/>
                      <a:pt x="209550" y="161163"/>
                    </a:cubicBezTo>
                    <a:lnTo>
                      <a:pt x="209550" y="180975"/>
                    </a:lnTo>
                    <a:cubicBezTo>
                      <a:pt x="209550" y="192429"/>
                      <a:pt x="200168" y="204109"/>
                      <a:pt x="183821" y="213027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562725" y="1743075"/>
              <a:ext cx="10042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ChromaDB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72250" y="2014538"/>
              <a:ext cx="83915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VECTOR DATABASE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68440" y="23441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文档嵌入存储与检索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68440" y="255365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相似度语义匹配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68440" y="2763202"/>
              <a:ext cx="16718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data/chroma_db/ 持久化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991600" y="1028700"/>
            <a:ext cx="2438400" cy="2381250"/>
            <a:chOff x="8991600" y="1028700"/>
            <a:chExt cx="2438400" cy="2381250"/>
          </a:xfrm>
        </p:grpSpPr>
        <p:sp>
          <p:nvSpPr>
            <p:cNvPr id="40" name="Rectangle 40"/>
            <p:cNvSpPr/>
            <p:nvPr/>
          </p:nvSpPr>
          <p:spPr>
            <a:xfrm>
              <a:off x="8991600" y="1028700"/>
              <a:ext cx="24384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991600" y="1028700"/>
              <a:ext cx="243840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9296400" y="1352550"/>
              <a:ext cx="266700" cy="266700"/>
              <a:chOff x="9296400" y="1352550"/>
              <a:chExt cx="266700" cy="2667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9334500" y="13906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80975" y="0"/>
                    </a:moveTo>
                    <a:lnTo>
                      <a:pt x="9525" y="0"/>
                    </a:lnTo>
                    <a:cubicBezTo>
                      <a:pt x="4264" y="0"/>
                      <a:pt x="0" y="4264"/>
                      <a:pt x="0" y="9525"/>
                    </a:cubicBezTo>
                    <a:lnTo>
                      <a:pt x="0" y="180975"/>
                    </a:lnTo>
                    <a:cubicBezTo>
                      <a:pt x="0" y="186236"/>
                      <a:pt x="4264" y="190500"/>
                      <a:pt x="9525" y="190500"/>
                    </a:cubicBezTo>
                    <a:lnTo>
                      <a:pt x="180975" y="190500"/>
                    </a:lnTo>
                    <a:cubicBezTo>
                      <a:pt x="186236" y="190500"/>
                      <a:pt x="190500" y="186236"/>
                      <a:pt x="190500" y="180975"/>
                    </a:cubicBezTo>
                    <a:lnTo>
                      <a:pt x="190500" y="9525"/>
                    </a:lnTo>
                    <a:cubicBezTo>
                      <a:pt x="190500" y="4264"/>
                      <a:pt x="186236" y="0"/>
                      <a:pt x="180975" y="0"/>
                    </a:cubicBezTo>
                    <a:close/>
                    <a:moveTo>
                      <a:pt x="123825" y="123825"/>
                    </a:moveTo>
                    <a:lnTo>
                      <a:pt x="66675" y="123825"/>
                    </a:lnTo>
                    <a:lnTo>
                      <a:pt x="66675" y="66675"/>
                    </a:lnTo>
                    <a:lnTo>
                      <a:pt x="123825" y="66675"/>
                    </a:ln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296400" y="13525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161925" y="95250"/>
                    </a:moveTo>
                    <a:lnTo>
                      <a:pt x="104775" y="95250"/>
                    </a:lnTo>
                    <a:cubicBezTo>
                      <a:pt x="99514" y="95250"/>
                      <a:pt x="95250" y="99514"/>
                      <a:pt x="95250" y="104775"/>
                    </a:cubicBezTo>
                    <a:lnTo>
                      <a:pt x="95250" y="161925"/>
                    </a:lnTo>
                    <a:cubicBezTo>
                      <a:pt x="95250" y="167186"/>
                      <a:pt x="99514" y="171450"/>
                      <a:pt x="104775" y="171450"/>
                    </a:cubicBezTo>
                    <a:lnTo>
                      <a:pt x="161925" y="171450"/>
                    </a:lnTo>
                    <a:cubicBezTo>
                      <a:pt x="167186" y="171450"/>
                      <a:pt x="171450" y="167186"/>
                      <a:pt x="171450" y="161925"/>
                    </a:cubicBezTo>
                    <a:lnTo>
                      <a:pt x="171450" y="104775"/>
                    </a:lnTo>
                    <a:cubicBezTo>
                      <a:pt x="171450" y="99514"/>
                      <a:pt x="167186" y="95250"/>
                      <a:pt x="161925" y="95250"/>
                    </a:cubicBezTo>
                    <a:close/>
                    <a:moveTo>
                      <a:pt x="152400" y="152400"/>
                    </a:moveTo>
                    <a:lnTo>
                      <a:pt x="114300" y="152400"/>
                    </a:lnTo>
                    <a:lnTo>
                      <a:pt x="114300" y="114300"/>
                    </a:lnTo>
                    <a:lnTo>
                      <a:pt x="152400" y="114300"/>
                    </a:lnTo>
                    <a:close/>
                    <a:moveTo>
                      <a:pt x="257175" y="152400"/>
                    </a:moveTo>
                    <a:lnTo>
                      <a:pt x="238125" y="152400"/>
                    </a:lnTo>
                    <a:lnTo>
                      <a:pt x="238125" y="114300"/>
                    </a:lnTo>
                    <a:lnTo>
                      <a:pt x="257175" y="114300"/>
                    </a:lnTo>
                    <a:cubicBezTo>
                      <a:pt x="262436" y="114300"/>
                      <a:pt x="266700" y="110036"/>
                      <a:pt x="266700" y="104775"/>
                    </a:cubicBezTo>
                    <a:cubicBezTo>
                      <a:pt x="266700" y="99514"/>
                      <a:pt x="262436" y="95250"/>
                      <a:pt x="257175" y="95250"/>
                    </a:cubicBezTo>
                    <a:lnTo>
                      <a:pt x="238125" y="95250"/>
                    </a:lnTo>
                    <a:lnTo>
                      <a:pt x="238125" y="47625"/>
                    </a:lnTo>
                    <a:cubicBezTo>
                      <a:pt x="238125" y="37104"/>
                      <a:pt x="229596" y="28575"/>
                      <a:pt x="219075" y="28575"/>
                    </a:cubicBezTo>
                    <a:lnTo>
                      <a:pt x="171450" y="28575"/>
                    </a:lnTo>
                    <a:lnTo>
                      <a:pt x="171450" y="9525"/>
                    </a:lnTo>
                    <a:cubicBezTo>
                      <a:pt x="171450" y="4264"/>
                      <a:pt x="167186" y="0"/>
                      <a:pt x="161925" y="0"/>
                    </a:cubicBezTo>
                    <a:cubicBezTo>
                      <a:pt x="156664" y="0"/>
                      <a:pt x="152400" y="4264"/>
                      <a:pt x="152400" y="9525"/>
                    </a:cubicBezTo>
                    <a:lnTo>
                      <a:pt x="152400" y="28575"/>
                    </a:lnTo>
                    <a:lnTo>
                      <a:pt x="114300" y="28575"/>
                    </a:lnTo>
                    <a:lnTo>
                      <a:pt x="114300" y="9525"/>
                    </a:lnTo>
                    <a:cubicBezTo>
                      <a:pt x="114300" y="4264"/>
                      <a:pt x="110036" y="0"/>
                      <a:pt x="104775" y="0"/>
                    </a:cubicBezTo>
                    <a:cubicBezTo>
                      <a:pt x="99514" y="0"/>
                      <a:pt x="95250" y="4264"/>
                      <a:pt x="95250" y="9525"/>
                    </a:cubicBezTo>
                    <a:lnTo>
                      <a:pt x="95250" y="28575"/>
                    </a:lnTo>
                    <a:lnTo>
                      <a:pt x="47625" y="28575"/>
                    </a:lnTo>
                    <a:cubicBezTo>
                      <a:pt x="37104" y="28575"/>
                      <a:pt x="28575" y="37104"/>
                      <a:pt x="28575" y="47625"/>
                    </a:cubicBezTo>
                    <a:lnTo>
                      <a:pt x="28575" y="95250"/>
                    </a:lnTo>
                    <a:lnTo>
                      <a:pt x="9525" y="95250"/>
                    </a:lnTo>
                    <a:cubicBezTo>
                      <a:pt x="4264" y="95250"/>
                      <a:pt x="0" y="99514"/>
                      <a:pt x="0" y="104775"/>
                    </a:cubicBezTo>
                    <a:cubicBezTo>
                      <a:pt x="0" y="110036"/>
                      <a:pt x="4264" y="114300"/>
                      <a:pt x="9525" y="114300"/>
                    </a:cubicBezTo>
                    <a:lnTo>
                      <a:pt x="28575" y="114300"/>
                    </a:lnTo>
                    <a:lnTo>
                      <a:pt x="28575" y="152400"/>
                    </a:lnTo>
                    <a:lnTo>
                      <a:pt x="9525" y="152400"/>
                    </a:lnTo>
                    <a:cubicBezTo>
                      <a:pt x="4264" y="152400"/>
                      <a:pt x="0" y="156664"/>
                      <a:pt x="0" y="161925"/>
                    </a:cubicBezTo>
                    <a:cubicBezTo>
                      <a:pt x="0" y="167186"/>
                      <a:pt x="4264" y="171450"/>
                      <a:pt x="9525" y="171450"/>
                    </a:cubicBezTo>
                    <a:lnTo>
                      <a:pt x="28575" y="171450"/>
                    </a:lnTo>
                    <a:lnTo>
                      <a:pt x="28575" y="219075"/>
                    </a:lnTo>
                    <a:cubicBezTo>
                      <a:pt x="28575" y="229596"/>
                      <a:pt x="37104" y="238125"/>
                      <a:pt x="47625" y="238125"/>
                    </a:cubicBezTo>
                    <a:lnTo>
                      <a:pt x="95250" y="238125"/>
                    </a:lnTo>
                    <a:lnTo>
                      <a:pt x="95250" y="257175"/>
                    </a:lnTo>
                    <a:cubicBezTo>
                      <a:pt x="95250" y="262436"/>
                      <a:pt x="99514" y="266700"/>
                      <a:pt x="104775" y="266700"/>
                    </a:cubicBezTo>
                    <a:cubicBezTo>
                      <a:pt x="110036" y="266700"/>
                      <a:pt x="114300" y="262436"/>
                      <a:pt x="114300" y="257175"/>
                    </a:cubicBezTo>
                    <a:lnTo>
                      <a:pt x="114300" y="238125"/>
                    </a:lnTo>
                    <a:lnTo>
                      <a:pt x="152400" y="238125"/>
                    </a:lnTo>
                    <a:lnTo>
                      <a:pt x="152400" y="257175"/>
                    </a:lnTo>
                    <a:cubicBezTo>
                      <a:pt x="152400" y="262436"/>
                      <a:pt x="156664" y="266700"/>
                      <a:pt x="161925" y="266700"/>
                    </a:cubicBezTo>
                    <a:cubicBezTo>
                      <a:pt x="167186" y="266700"/>
                      <a:pt x="171450" y="262436"/>
                      <a:pt x="171450" y="257175"/>
                    </a:cubicBezTo>
                    <a:lnTo>
                      <a:pt x="171450" y="238125"/>
                    </a:lnTo>
                    <a:lnTo>
                      <a:pt x="219075" y="238125"/>
                    </a:lnTo>
                    <a:cubicBezTo>
                      <a:pt x="229596" y="238125"/>
                      <a:pt x="238125" y="229596"/>
                      <a:pt x="238125" y="219075"/>
                    </a:cubicBezTo>
                    <a:lnTo>
                      <a:pt x="238125" y="171450"/>
                    </a:lnTo>
                    <a:lnTo>
                      <a:pt x="257175" y="171450"/>
                    </a:lnTo>
                    <a:cubicBezTo>
                      <a:pt x="262436" y="171450"/>
                      <a:pt x="266700" y="167186"/>
                      <a:pt x="266700" y="161925"/>
                    </a:cubicBezTo>
                    <a:cubicBezTo>
                      <a:pt x="266700" y="156664"/>
                      <a:pt x="262436" y="152400"/>
                      <a:pt x="257175" y="152400"/>
                    </a:cubicBezTo>
                    <a:close/>
                    <a:moveTo>
                      <a:pt x="219075" y="219075"/>
                    </a:moveTo>
                    <a:lnTo>
                      <a:pt x="47625" y="219075"/>
                    </a:lnTo>
                    <a:lnTo>
                      <a:pt x="47625" y="47625"/>
                    </a:lnTo>
                    <a:lnTo>
                      <a:pt x="219075" y="47625"/>
                    </a:lnTo>
                    <a:lnTo>
                      <a:pt x="219075" y="161770"/>
                    </a:lnTo>
                    <a:cubicBezTo>
                      <a:pt x="219075" y="161770"/>
                      <a:pt x="219075" y="161877"/>
                      <a:pt x="219075" y="161925"/>
                    </a:cubicBezTo>
                    <a:cubicBezTo>
                      <a:pt x="219075" y="161973"/>
                      <a:pt x="219075" y="162032"/>
                      <a:pt x="219075" y="162080"/>
                    </a:cubicBezTo>
                    <a:lnTo>
                      <a:pt x="219075" y="219075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305925" y="1743075"/>
              <a:ext cx="12562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HuggingFace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15450" y="2014538"/>
              <a:ext cx="56411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EMBEDDINGS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11640" y="2344102"/>
              <a:ext cx="16508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paraphrase-multilingual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11640" y="2553652"/>
              <a:ext cx="10137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MiniLM-L12-v2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11640" y="2763202"/>
              <a:ext cx="8597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CPU 本地运行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62000" y="3600450"/>
            <a:ext cx="2590800" cy="2381250"/>
            <a:chOff x="762000" y="3600450"/>
            <a:chExt cx="2590800" cy="2381250"/>
          </a:xfrm>
        </p:grpSpPr>
        <p:sp>
          <p:nvSpPr>
            <p:cNvPr id="51" name="Rectangle 51"/>
            <p:cNvSpPr/>
            <p:nvPr/>
          </p:nvSpPr>
          <p:spPr>
            <a:xfrm>
              <a:off x="762000" y="3600450"/>
              <a:ext cx="25908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62000" y="3600450"/>
              <a:ext cx="25908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1057266" y="3929038"/>
              <a:ext cx="285759" cy="247698"/>
              <a:chOff x="1057266" y="3929038"/>
              <a:chExt cx="285759" cy="24769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1066749" y="3943350"/>
                <a:ext cx="26675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66759" h="219075">
                    <a:moveTo>
                      <a:pt x="266751" y="109538"/>
                    </a:moveTo>
                    <a:cubicBezTo>
                      <a:pt x="266759" y="133763"/>
                      <a:pt x="251491" y="155362"/>
                      <a:pt x="228651" y="163437"/>
                    </a:cubicBezTo>
                    <a:lnTo>
                      <a:pt x="228651" y="163437"/>
                    </a:lnTo>
                    <a:lnTo>
                      <a:pt x="228651" y="171450"/>
                    </a:lnTo>
                    <a:cubicBezTo>
                      <a:pt x="228651" y="197753"/>
                      <a:pt x="207329" y="219075"/>
                      <a:pt x="181026" y="219075"/>
                    </a:cubicBezTo>
                    <a:cubicBezTo>
                      <a:pt x="154724" y="219075"/>
                      <a:pt x="133401" y="197753"/>
                      <a:pt x="133401" y="171450"/>
                    </a:cubicBezTo>
                    <a:cubicBezTo>
                      <a:pt x="133401" y="197753"/>
                      <a:pt x="112079" y="219075"/>
                      <a:pt x="85776" y="219075"/>
                    </a:cubicBezTo>
                    <a:cubicBezTo>
                      <a:pt x="59474" y="219075"/>
                      <a:pt x="38151" y="197753"/>
                      <a:pt x="38151" y="171450"/>
                    </a:cubicBezTo>
                    <a:lnTo>
                      <a:pt x="38151" y="163437"/>
                    </a:lnTo>
                    <a:lnTo>
                      <a:pt x="38151" y="163437"/>
                    </a:lnTo>
                    <a:cubicBezTo>
                      <a:pt x="15291" y="155379"/>
                      <a:pt x="0" y="133777"/>
                      <a:pt x="0" y="109538"/>
                    </a:cubicBezTo>
                    <a:cubicBezTo>
                      <a:pt x="0" y="85298"/>
                      <a:pt x="15291" y="63696"/>
                      <a:pt x="38151" y="55638"/>
                    </a:cubicBezTo>
                    <a:lnTo>
                      <a:pt x="38151" y="47625"/>
                    </a:lnTo>
                    <a:cubicBezTo>
                      <a:pt x="38151" y="21322"/>
                      <a:pt x="59474" y="0"/>
                      <a:pt x="85776" y="0"/>
                    </a:cubicBezTo>
                    <a:cubicBezTo>
                      <a:pt x="112079" y="0"/>
                      <a:pt x="133401" y="21322"/>
                      <a:pt x="133401" y="47625"/>
                    </a:cubicBezTo>
                    <a:cubicBezTo>
                      <a:pt x="133401" y="21322"/>
                      <a:pt x="154724" y="0"/>
                      <a:pt x="181026" y="0"/>
                    </a:cubicBezTo>
                    <a:cubicBezTo>
                      <a:pt x="207329" y="0"/>
                      <a:pt x="228651" y="21322"/>
                      <a:pt x="228651" y="47625"/>
                    </a:cubicBezTo>
                    <a:lnTo>
                      <a:pt x="228651" y="55638"/>
                    </a:lnTo>
                    <a:cubicBezTo>
                      <a:pt x="251491" y="63713"/>
                      <a:pt x="266759" y="85312"/>
                      <a:pt x="266751" y="109538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057266" y="3929038"/>
                <a:ext cx="285759" cy="247698"/>
              </a:xfrm>
              <a:custGeom>
                <a:avLst/>
                <a:gdLst/>
                <a:ahLst/>
                <a:cxnLst/>
                <a:rect l="l" t="t" r="r" b="b"/>
                <a:pathLst>
                  <a:path w="285759" h="247698">
                    <a:moveTo>
                      <a:pt x="285759" y="123849"/>
                    </a:moveTo>
                    <a:cubicBezTo>
                      <a:pt x="285733" y="98099"/>
                      <a:pt x="270911" y="74656"/>
                      <a:pt x="247659" y="63592"/>
                    </a:cubicBezTo>
                    <a:lnTo>
                      <a:pt x="247659" y="61937"/>
                    </a:lnTo>
                    <a:cubicBezTo>
                      <a:pt x="247636" y="36738"/>
                      <a:pt x="231112" y="14527"/>
                      <a:pt x="206982" y="7264"/>
                    </a:cubicBezTo>
                    <a:cubicBezTo>
                      <a:pt x="182853" y="0"/>
                      <a:pt x="156813" y="9398"/>
                      <a:pt x="142884" y="30397"/>
                    </a:cubicBezTo>
                    <a:cubicBezTo>
                      <a:pt x="128955" y="9398"/>
                      <a:pt x="102915" y="0"/>
                      <a:pt x="78786" y="7264"/>
                    </a:cubicBezTo>
                    <a:cubicBezTo>
                      <a:pt x="54656" y="14527"/>
                      <a:pt x="38131" y="36738"/>
                      <a:pt x="38109" y="61937"/>
                    </a:cubicBezTo>
                    <a:lnTo>
                      <a:pt x="38109" y="63592"/>
                    </a:lnTo>
                    <a:cubicBezTo>
                      <a:pt x="14836" y="74627"/>
                      <a:pt x="0" y="98080"/>
                      <a:pt x="0" y="123837"/>
                    </a:cubicBezTo>
                    <a:cubicBezTo>
                      <a:pt x="0" y="149594"/>
                      <a:pt x="14836" y="173048"/>
                      <a:pt x="38109" y="184083"/>
                    </a:cubicBezTo>
                    <a:lnTo>
                      <a:pt x="38109" y="185762"/>
                    </a:lnTo>
                    <a:cubicBezTo>
                      <a:pt x="38131" y="210961"/>
                      <a:pt x="54656" y="233171"/>
                      <a:pt x="78786" y="240435"/>
                    </a:cubicBezTo>
                    <a:cubicBezTo>
                      <a:pt x="102915" y="247698"/>
                      <a:pt x="128955" y="238301"/>
                      <a:pt x="142884" y="217301"/>
                    </a:cubicBezTo>
                    <a:cubicBezTo>
                      <a:pt x="156813" y="238301"/>
                      <a:pt x="182853" y="247698"/>
                      <a:pt x="206982" y="240435"/>
                    </a:cubicBezTo>
                    <a:cubicBezTo>
                      <a:pt x="231112" y="233171"/>
                      <a:pt x="247636" y="210961"/>
                      <a:pt x="247659" y="185762"/>
                    </a:cubicBezTo>
                    <a:lnTo>
                      <a:pt x="247659" y="184083"/>
                    </a:lnTo>
                    <a:cubicBezTo>
                      <a:pt x="270907" y="173027"/>
                      <a:pt x="285730" y="149592"/>
                      <a:pt x="285759" y="123849"/>
                    </a:cubicBezTo>
                    <a:close/>
                    <a:moveTo>
                      <a:pt x="95259" y="223862"/>
                    </a:moveTo>
                    <a:cubicBezTo>
                      <a:pt x="75804" y="223859"/>
                      <a:pt x="59477" y="209199"/>
                      <a:pt x="57385" y="189857"/>
                    </a:cubicBezTo>
                    <a:cubicBezTo>
                      <a:pt x="60465" y="190297"/>
                      <a:pt x="63573" y="190520"/>
                      <a:pt x="66684" y="190524"/>
                    </a:cubicBezTo>
                    <a:lnTo>
                      <a:pt x="76209" y="190524"/>
                    </a:lnTo>
                    <a:cubicBezTo>
                      <a:pt x="81469" y="190524"/>
                      <a:pt x="85734" y="186260"/>
                      <a:pt x="85734" y="180999"/>
                    </a:cubicBezTo>
                    <a:cubicBezTo>
                      <a:pt x="85734" y="175739"/>
                      <a:pt x="81469" y="171474"/>
                      <a:pt x="76209" y="171474"/>
                    </a:cubicBezTo>
                    <a:lnTo>
                      <a:pt x="66684" y="171474"/>
                    </a:lnTo>
                    <a:cubicBezTo>
                      <a:pt x="43466" y="171501"/>
                      <a:pt x="23613" y="154783"/>
                      <a:pt x="19689" y="131899"/>
                    </a:cubicBezTo>
                    <a:cubicBezTo>
                      <a:pt x="15764" y="109016"/>
                      <a:pt x="28913" y="86637"/>
                      <a:pt x="50813" y="78927"/>
                    </a:cubicBezTo>
                    <a:cubicBezTo>
                      <a:pt x="54616" y="77580"/>
                      <a:pt x="57158" y="73984"/>
                      <a:pt x="57159" y="69950"/>
                    </a:cubicBezTo>
                    <a:lnTo>
                      <a:pt x="57159" y="61937"/>
                    </a:lnTo>
                    <a:cubicBezTo>
                      <a:pt x="57159" y="40895"/>
                      <a:pt x="74217" y="23837"/>
                      <a:pt x="95259" y="23837"/>
                    </a:cubicBezTo>
                    <a:cubicBezTo>
                      <a:pt x="116301" y="23837"/>
                      <a:pt x="133359" y="40895"/>
                      <a:pt x="133359" y="61937"/>
                    </a:cubicBezTo>
                    <a:lnTo>
                      <a:pt x="133359" y="143209"/>
                    </a:lnTo>
                    <a:cubicBezTo>
                      <a:pt x="122899" y="133802"/>
                      <a:pt x="109327" y="128601"/>
                      <a:pt x="95259" y="128612"/>
                    </a:cubicBezTo>
                    <a:cubicBezTo>
                      <a:pt x="89998" y="128612"/>
                      <a:pt x="85734" y="132876"/>
                      <a:pt x="85734" y="138137"/>
                    </a:cubicBezTo>
                    <a:cubicBezTo>
                      <a:pt x="85734" y="143397"/>
                      <a:pt x="89998" y="147662"/>
                      <a:pt x="95259" y="147662"/>
                    </a:cubicBezTo>
                    <a:cubicBezTo>
                      <a:pt x="116301" y="147662"/>
                      <a:pt x="133359" y="164720"/>
                      <a:pt x="133359" y="185762"/>
                    </a:cubicBezTo>
                    <a:cubicBezTo>
                      <a:pt x="133359" y="206804"/>
                      <a:pt x="116301" y="223862"/>
                      <a:pt x="95259" y="223862"/>
                    </a:cubicBezTo>
                    <a:close/>
                    <a:moveTo>
                      <a:pt x="219084" y="171474"/>
                    </a:moveTo>
                    <a:lnTo>
                      <a:pt x="209559" y="171474"/>
                    </a:lnTo>
                    <a:cubicBezTo>
                      <a:pt x="204298" y="171474"/>
                      <a:pt x="200034" y="175739"/>
                      <a:pt x="200034" y="180999"/>
                    </a:cubicBezTo>
                    <a:cubicBezTo>
                      <a:pt x="200034" y="186260"/>
                      <a:pt x="204298" y="190524"/>
                      <a:pt x="209559" y="190524"/>
                    </a:cubicBezTo>
                    <a:lnTo>
                      <a:pt x="219084" y="190524"/>
                    </a:lnTo>
                    <a:cubicBezTo>
                      <a:pt x="222195" y="190520"/>
                      <a:pt x="225303" y="190297"/>
                      <a:pt x="228383" y="189857"/>
                    </a:cubicBezTo>
                    <a:cubicBezTo>
                      <a:pt x="226178" y="210249"/>
                      <a:pt x="208226" y="225236"/>
                      <a:pt x="187768" y="223763"/>
                    </a:cubicBezTo>
                    <a:cubicBezTo>
                      <a:pt x="167311" y="222291"/>
                      <a:pt x="151690" y="204888"/>
                      <a:pt x="152428" y="184391"/>
                    </a:cubicBezTo>
                    <a:cubicBezTo>
                      <a:pt x="153166" y="163893"/>
                      <a:pt x="169998" y="147659"/>
                      <a:pt x="190509" y="147662"/>
                    </a:cubicBezTo>
                    <a:cubicBezTo>
                      <a:pt x="195769" y="147662"/>
                      <a:pt x="200034" y="143397"/>
                      <a:pt x="200034" y="138137"/>
                    </a:cubicBezTo>
                    <a:cubicBezTo>
                      <a:pt x="200034" y="132876"/>
                      <a:pt x="195769" y="128612"/>
                      <a:pt x="190509" y="128612"/>
                    </a:cubicBezTo>
                    <a:cubicBezTo>
                      <a:pt x="176441" y="128601"/>
                      <a:pt x="162868" y="133802"/>
                      <a:pt x="152409" y="143209"/>
                    </a:cubicBezTo>
                    <a:lnTo>
                      <a:pt x="152409" y="61937"/>
                    </a:lnTo>
                    <a:cubicBezTo>
                      <a:pt x="152409" y="40895"/>
                      <a:pt x="169467" y="23837"/>
                      <a:pt x="190509" y="23837"/>
                    </a:cubicBezTo>
                    <a:cubicBezTo>
                      <a:pt x="211551" y="23837"/>
                      <a:pt x="228609" y="40895"/>
                      <a:pt x="228609" y="61937"/>
                    </a:cubicBezTo>
                    <a:lnTo>
                      <a:pt x="228609" y="69950"/>
                    </a:lnTo>
                    <a:cubicBezTo>
                      <a:pt x="228610" y="73984"/>
                      <a:pt x="231152" y="77580"/>
                      <a:pt x="234955" y="78927"/>
                    </a:cubicBezTo>
                    <a:cubicBezTo>
                      <a:pt x="256855" y="86637"/>
                      <a:pt x="270004" y="109016"/>
                      <a:pt x="266079" y="131899"/>
                    </a:cubicBezTo>
                    <a:cubicBezTo>
                      <a:pt x="262155" y="154783"/>
                      <a:pt x="242301" y="171501"/>
                      <a:pt x="219084" y="171474"/>
                    </a:cubicBezTo>
                    <a:close/>
                    <a:moveTo>
                      <a:pt x="238134" y="109562"/>
                    </a:moveTo>
                    <a:cubicBezTo>
                      <a:pt x="238134" y="114822"/>
                      <a:pt x="233869" y="119087"/>
                      <a:pt x="228609" y="119087"/>
                    </a:cubicBezTo>
                    <a:lnTo>
                      <a:pt x="223846" y="119087"/>
                    </a:lnTo>
                    <a:cubicBezTo>
                      <a:pt x="200174" y="119087"/>
                      <a:pt x="180984" y="99897"/>
                      <a:pt x="180984" y="76224"/>
                    </a:cubicBezTo>
                    <a:lnTo>
                      <a:pt x="180984" y="71462"/>
                    </a:lnTo>
                    <a:cubicBezTo>
                      <a:pt x="180984" y="66201"/>
                      <a:pt x="185248" y="61937"/>
                      <a:pt x="190509" y="61937"/>
                    </a:cubicBezTo>
                    <a:cubicBezTo>
                      <a:pt x="195769" y="61937"/>
                      <a:pt x="200034" y="66201"/>
                      <a:pt x="200034" y="71462"/>
                    </a:cubicBezTo>
                    <a:lnTo>
                      <a:pt x="200034" y="76224"/>
                    </a:lnTo>
                    <a:cubicBezTo>
                      <a:pt x="200034" y="89376"/>
                      <a:pt x="210695" y="100037"/>
                      <a:pt x="223846" y="100037"/>
                    </a:cubicBezTo>
                    <a:lnTo>
                      <a:pt x="228609" y="100037"/>
                    </a:lnTo>
                    <a:cubicBezTo>
                      <a:pt x="233869" y="100037"/>
                      <a:pt x="238134" y="104301"/>
                      <a:pt x="238134" y="109562"/>
                    </a:cubicBezTo>
                    <a:close/>
                    <a:moveTo>
                      <a:pt x="61921" y="119087"/>
                    </a:moveTo>
                    <a:lnTo>
                      <a:pt x="57159" y="119087"/>
                    </a:lnTo>
                    <a:cubicBezTo>
                      <a:pt x="51898" y="119087"/>
                      <a:pt x="47634" y="114822"/>
                      <a:pt x="47634" y="109562"/>
                    </a:cubicBezTo>
                    <a:cubicBezTo>
                      <a:pt x="47634" y="104301"/>
                      <a:pt x="51898" y="100037"/>
                      <a:pt x="57159" y="100037"/>
                    </a:cubicBezTo>
                    <a:lnTo>
                      <a:pt x="61921" y="100037"/>
                    </a:lnTo>
                    <a:cubicBezTo>
                      <a:pt x="75073" y="100037"/>
                      <a:pt x="85734" y="89376"/>
                      <a:pt x="85734" y="76224"/>
                    </a:cubicBezTo>
                    <a:lnTo>
                      <a:pt x="85734" y="71462"/>
                    </a:lnTo>
                    <a:cubicBezTo>
                      <a:pt x="85734" y="66201"/>
                      <a:pt x="89998" y="61937"/>
                      <a:pt x="95259" y="61937"/>
                    </a:cubicBezTo>
                    <a:cubicBezTo>
                      <a:pt x="100519" y="61937"/>
                      <a:pt x="104784" y="66201"/>
                      <a:pt x="104784" y="71462"/>
                    </a:cubicBezTo>
                    <a:lnTo>
                      <a:pt x="104784" y="76224"/>
                    </a:lnTo>
                    <a:cubicBezTo>
                      <a:pt x="104784" y="99897"/>
                      <a:pt x="85594" y="119087"/>
                      <a:pt x="61921" y="119087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76325" y="4314825"/>
              <a:ext cx="14137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DeepSeek LLM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85850" y="4586288"/>
              <a:ext cx="110918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LARGE LANGUAGE MODEL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82040" y="4915852"/>
              <a:ext cx="11818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deepseek-v4-pro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82040" y="5125402"/>
              <a:ext cx="17978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OpenAI-compatible API /v1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2040" y="5334952"/>
              <a:ext cx="13918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ChatOpenAI 协议接入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3505200" y="3600450"/>
            <a:ext cx="2590800" cy="2381250"/>
            <a:chOff x="3505200" y="3600450"/>
            <a:chExt cx="2590800" cy="2381250"/>
          </a:xfrm>
        </p:grpSpPr>
        <p:sp>
          <p:nvSpPr>
            <p:cNvPr id="62" name="Rectangle 62"/>
            <p:cNvSpPr/>
            <p:nvPr/>
          </p:nvSpPr>
          <p:spPr>
            <a:xfrm>
              <a:off x="3505200" y="3600450"/>
              <a:ext cx="25908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3505200" y="3600450"/>
              <a:ext cx="259080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3817864" y="3931967"/>
              <a:ext cx="249311" cy="249508"/>
              <a:chOff x="3817864" y="3931967"/>
              <a:chExt cx="249311" cy="249508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3817864" y="3931967"/>
                <a:ext cx="229071" cy="218206"/>
              </a:xfrm>
              <a:custGeom>
                <a:avLst/>
                <a:gdLst/>
                <a:ahLst/>
                <a:cxnLst/>
                <a:rect l="l" t="t" r="r" b="b"/>
                <a:pathLst>
                  <a:path w="229071" h="218206">
                    <a:moveTo>
                      <a:pt x="229071" y="174153"/>
                    </a:moveTo>
                    <a:cubicBezTo>
                      <a:pt x="220855" y="191667"/>
                      <a:pt x="208348" y="206820"/>
                      <a:pt x="192709" y="218206"/>
                    </a:cubicBezTo>
                    <a:lnTo>
                      <a:pt x="181565" y="207050"/>
                    </a:lnTo>
                    <a:cubicBezTo>
                      <a:pt x="180371" y="205852"/>
                      <a:pt x="178879" y="204993"/>
                      <a:pt x="177243" y="204562"/>
                    </a:cubicBezTo>
                    <a:lnTo>
                      <a:pt x="151680" y="197823"/>
                    </a:lnTo>
                    <a:cubicBezTo>
                      <a:pt x="146988" y="196589"/>
                      <a:pt x="143974" y="192026"/>
                      <a:pt x="144679" y="187226"/>
                    </a:cubicBezTo>
                    <a:lnTo>
                      <a:pt x="147513" y="167938"/>
                    </a:lnTo>
                    <a:cubicBezTo>
                      <a:pt x="148000" y="164629"/>
                      <a:pt x="150188" y="161818"/>
                      <a:pt x="153275" y="160533"/>
                    </a:cubicBezTo>
                    <a:lnTo>
                      <a:pt x="189542" y="145459"/>
                    </a:lnTo>
                    <a:cubicBezTo>
                      <a:pt x="192962" y="144040"/>
                      <a:pt x="196896" y="144732"/>
                      <a:pt x="199627" y="147233"/>
                    </a:cubicBezTo>
                    <a:close/>
                    <a:moveTo>
                      <a:pt x="163455" y="98299"/>
                    </a:moveTo>
                    <a:lnTo>
                      <a:pt x="189851" y="67580"/>
                    </a:lnTo>
                    <a:cubicBezTo>
                      <a:pt x="191336" y="65858"/>
                      <a:pt x="192155" y="63662"/>
                      <a:pt x="192161" y="61389"/>
                    </a:cubicBezTo>
                    <a:lnTo>
                      <a:pt x="192161" y="32814"/>
                    </a:lnTo>
                    <a:cubicBezTo>
                      <a:pt x="146537" y="0"/>
                      <a:pt x="83827" y="5221"/>
                      <a:pt x="44257" y="45129"/>
                    </a:cubicBezTo>
                    <a:cubicBezTo>
                      <a:pt x="4688" y="85036"/>
                      <a:pt x="0" y="147788"/>
                      <a:pt x="33201" y="193132"/>
                    </a:cubicBezTo>
                    <a:lnTo>
                      <a:pt x="45012" y="185369"/>
                    </a:lnTo>
                    <a:cubicBezTo>
                      <a:pt x="47669" y="183614"/>
                      <a:pt x="49272" y="180647"/>
                      <a:pt x="49286" y="177463"/>
                    </a:cubicBezTo>
                    <a:lnTo>
                      <a:pt x="49536" y="134327"/>
                    </a:lnTo>
                    <a:cubicBezTo>
                      <a:pt x="49549" y="132458"/>
                      <a:pt x="50108" y="130633"/>
                      <a:pt x="51144" y="129076"/>
                    </a:cubicBezTo>
                    <a:lnTo>
                      <a:pt x="76075" y="91810"/>
                    </a:lnTo>
                    <a:cubicBezTo>
                      <a:pt x="77520" y="89665"/>
                      <a:pt x="79774" y="88201"/>
                      <a:pt x="82320" y="87752"/>
                    </a:cubicBezTo>
                    <a:cubicBezTo>
                      <a:pt x="84867" y="87302"/>
                      <a:pt x="87486" y="87908"/>
                      <a:pt x="89577" y="89428"/>
                    </a:cubicBezTo>
                    <a:lnTo>
                      <a:pt x="113163" y="104907"/>
                    </a:lnTo>
                    <a:cubicBezTo>
                      <a:pt x="115149" y="106337"/>
                      <a:pt x="117607" y="106955"/>
                      <a:pt x="120033" y="106633"/>
                    </a:cubicBezTo>
                    <a:lnTo>
                      <a:pt x="157490" y="101561"/>
                    </a:lnTo>
                    <a:cubicBezTo>
                      <a:pt x="159812" y="101244"/>
                      <a:pt x="161936" y="100083"/>
                      <a:pt x="163455" y="98299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3819525" y="3933825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123825" y="0"/>
                    </a:moveTo>
                    <a:cubicBezTo>
                      <a:pt x="55438" y="0"/>
                      <a:pt x="0" y="55438"/>
                      <a:pt x="0" y="123825"/>
                    </a:cubicBezTo>
                    <a:cubicBezTo>
                      <a:pt x="0" y="192212"/>
                      <a:pt x="55438" y="247650"/>
                      <a:pt x="123825" y="247650"/>
                    </a:cubicBezTo>
                    <a:cubicBezTo>
                      <a:pt x="192212" y="247650"/>
                      <a:pt x="247650" y="192212"/>
                      <a:pt x="247650" y="123825"/>
                    </a:cubicBezTo>
                    <a:cubicBezTo>
                      <a:pt x="247578" y="55468"/>
                      <a:pt x="192182" y="72"/>
                      <a:pt x="123825" y="0"/>
                    </a:cubicBezTo>
                    <a:close/>
                    <a:moveTo>
                      <a:pt x="123825" y="19050"/>
                    </a:moveTo>
                    <a:cubicBezTo>
                      <a:pt x="144125" y="19028"/>
                      <a:pt x="163988" y="24938"/>
                      <a:pt x="180975" y="36052"/>
                    </a:cubicBezTo>
                    <a:lnTo>
                      <a:pt x="180975" y="59531"/>
                    </a:lnTo>
                    <a:lnTo>
                      <a:pt x="154579" y="90178"/>
                    </a:lnTo>
                    <a:lnTo>
                      <a:pt x="117110" y="95250"/>
                    </a:lnTo>
                    <a:lnTo>
                      <a:pt x="116741" y="94988"/>
                    </a:lnTo>
                    <a:lnTo>
                      <a:pt x="93321" y="79677"/>
                    </a:lnTo>
                    <a:cubicBezTo>
                      <a:pt x="89127" y="76722"/>
                      <a:pt x="83917" y="75584"/>
                      <a:pt x="78873" y="76521"/>
                    </a:cubicBezTo>
                    <a:cubicBezTo>
                      <a:pt x="73828" y="77458"/>
                      <a:pt x="69374" y="80390"/>
                      <a:pt x="66520" y="84653"/>
                    </a:cubicBezTo>
                    <a:lnTo>
                      <a:pt x="41589" y="121920"/>
                    </a:lnTo>
                    <a:cubicBezTo>
                      <a:pt x="39512" y="125026"/>
                      <a:pt x="38394" y="128673"/>
                      <a:pt x="38374" y="132409"/>
                    </a:cubicBezTo>
                    <a:lnTo>
                      <a:pt x="38100" y="175546"/>
                    </a:lnTo>
                    <a:lnTo>
                      <a:pt x="34207" y="178106"/>
                    </a:lnTo>
                    <a:cubicBezTo>
                      <a:pt x="14610" y="145752"/>
                      <a:pt x="13974" y="105347"/>
                      <a:pt x="32542" y="72393"/>
                    </a:cubicBezTo>
                    <a:cubicBezTo>
                      <a:pt x="51110" y="39438"/>
                      <a:pt x="85999" y="19050"/>
                      <a:pt x="123825" y="19050"/>
                    </a:cubicBezTo>
                    <a:close/>
                    <a:moveTo>
                      <a:pt x="45589" y="193441"/>
                    </a:moveTo>
                    <a:lnTo>
                      <a:pt x="48589" y="191476"/>
                    </a:lnTo>
                    <a:cubicBezTo>
                      <a:pt x="53911" y="187966"/>
                      <a:pt x="57124" y="182027"/>
                      <a:pt x="57150" y="175653"/>
                    </a:cubicBezTo>
                    <a:lnTo>
                      <a:pt x="57400" y="132517"/>
                    </a:lnTo>
                    <a:lnTo>
                      <a:pt x="82356" y="95250"/>
                    </a:lnTo>
                    <a:cubicBezTo>
                      <a:pt x="82478" y="95344"/>
                      <a:pt x="82605" y="95432"/>
                      <a:pt x="82737" y="95512"/>
                    </a:cubicBezTo>
                    <a:lnTo>
                      <a:pt x="106156" y="110835"/>
                    </a:lnTo>
                    <a:cubicBezTo>
                      <a:pt x="110081" y="113605"/>
                      <a:pt x="114910" y="114784"/>
                      <a:pt x="119670" y="114133"/>
                    </a:cubicBezTo>
                    <a:lnTo>
                      <a:pt x="157162" y="109049"/>
                    </a:lnTo>
                    <a:cubicBezTo>
                      <a:pt x="161786" y="108432"/>
                      <a:pt x="166022" y="106140"/>
                      <a:pt x="169069" y="102608"/>
                    </a:cubicBezTo>
                    <a:lnTo>
                      <a:pt x="195465" y="71938"/>
                    </a:lnTo>
                    <a:cubicBezTo>
                      <a:pt x="198417" y="68479"/>
                      <a:pt x="200034" y="64078"/>
                      <a:pt x="200025" y="59531"/>
                    </a:cubicBezTo>
                    <a:lnTo>
                      <a:pt x="200025" y="51995"/>
                    </a:lnTo>
                    <a:cubicBezTo>
                      <a:pt x="226266" y="79757"/>
                      <a:pt x="235289" y="119615"/>
                      <a:pt x="223564" y="155972"/>
                    </a:cubicBezTo>
                    <a:lnTo>
                      <a:pt x="204347" y="138398"/>
                    </a:lnTo>
                    <a:cubicBezTo>
                      <a:pt x="198893" y="133392"/>
                      <a:pt x="191032" y="131999"/>
                      <a:pt x="184190" y="134826"/>
                    </a:cubicBezTo>
                    <a:lnTo>
                      <a:pt x="147923" y="149888"/>
                    </a:lnTo>
                    <a:cubicBezTo>
                      <a:pt x="141756" y="152476"/>
                      <a:pt x="137387" y="158096"/>
                      <a:pt x="136398" y="164711"/>
                    </a:cubicBezTo>
                    <a:lnTo>
                      <a:pt x="133552" y="183987"/>
                    </a:lnTo>
                    <a:cubicBezTo>
                      <a:pt x="132136" y="193594"/>
                      <a:pt x="138173" y="202729"/>
                      <a:pt x="147566" y="205192"/>
                    </a:cubicBezTo>
                    <a:lnTo>
                      <a:pt x="173117" y="211931"/>
                    </a:lnTo>
                    <a:lnTo>
                      <a:pt x="175927" y="214753"/>
                    </a:lnTo>
                    <a:cubicBezTo>
                      <a:pt x="132919" y="239429"/>
                      <a:pt x="78497" y="230530"/>
                      <a:pt x="45589" y="193441"/>
                    </a:cubicBezTo>
                    <a:close/>
                    <a:moveTo>
                      <a:pt x="191691" y="203597"/>
                    </a:moveTo>
                    <a:lnTo>
                      <a:pt x="186571" y="198465"/>
                    </a:lnTo>
                    <a:cubicBezTo>
                      <a:pt x="184183" y="196068"/>
                      <a:pt x="181199" y="194350"/>
                      <a:pt x="177927" y="193488"/>
                    </a:cubicBezTo>
                    <a:lnTo>
                      <a:pt x="152400" y="186750"/>
                    </a:lnTo>
                    <a:lnTo>
                      <a:pt x="155246" y="167473"/>
                    </a:lnTo>
                    <a:lnTo>
                      <a:pt x="191500" y="152400"/>
                    </a:lnTo>
                    <a:lnTo>
                      <a:pt x="215503" y="174403"/>
                    </a:lnTo>
                    <a:cubicBezTo>
                      <a:pt x="209385" y="185487"/>
                      <a:pt x="201319" y="195376"/>
                      <a:pt x="191691" y="20359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3819525" y="4314825"/>
              <a:ext cx="1193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DuckDuckGo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829050" y="4586288"/>
              <a:ext cx="103417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WEB SEARCH FALLBACK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825240" y="49158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文档外知识回退查询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825240" y="5125402"/>
              <a:ext cx="11048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html/lite 双后端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825240" y="5334952"/>
              <a:ext cx="8177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无需 API Key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248400" y="3600450"/>
            <a:ext cx="2590800" cy="2381250"/>
            <a:chOff x="6248400" y="3600450"/>
            <a:chExt cx="2590800" cy="2381250"/>
          </a:xfrm>
        </p:grpSpPr>
        <p:sp>
          <p:nvSpPr>
            <p:cNvPr id="73" name="Rectangle 73"/>
            <p:cNvSpPr/>
            <p:nvPr/>
          </p:nvSpPr>
          <p:spPr>
            <a:xfrm>
              <a:off x="6248400" y="3600450"/>
              <a:ext cx="25908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6248400" y="3600450"/>
              <a:ext cx="25908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6561504" y="3932604"/>
              <a:ext cx="250129" cy="250129"/>
              <a:chOff x="6561504" y="3932604"/>
              <a:chExt cx="250129" cy="250129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6571512" y="3942588"/>
                <a:ext cx="230184" cy="230195"/>
              </a:xfrm>
              <a:custGeom>
                <a:avLst/>
                <a:gdLst/>
                <a:ahLst/>
                <a:cxnLst/>
                <a:rect l="l" t="t" r="r" b="b"/>
                <a:pathLst>
                  <a:path w="230184" h="230195">
                    <a:moveTo>
                      <a:pt x="210121" y="109323"/>
                    </a:moveTo>
                    <a:lnTo>
                      <a:pt x="230100" y="84320"/>
                    </a:lnTo>
                    <a:cubicBezTo>
                      <a:pt x="227405" y="74190"/>
                      <a:pt x="223373" y="64465"/>
                      <a:pt x="218111" y="55400"/>
                    </a:cubicBezTo>
                    <a:lnTo>
                      <a:pt x="186321" y="51828"/>
                    </a:lnTo>
                    <a:cubicBezTo>
                      <a:pt x="183781" y="48967"/>
                      <a:pt x="181074" y="46259"/>
                      <a:pt x="178213" y="43720"/>
                    </a:cubicBezTo>
                    <a:lnTo>
                      <a:pt x="174641" y="11918"/>
                    </a:lnTo>
                    <a:cubicBezTo>
                      <a:pt x="165566" y="6687"/>
                      <a:pt x="155837" y="2683"/>
                      <a:pt x="145709" y="12"/>
                    </a:cubicBezTo>
                    <a:lnTo>
                      <a:pt x="120706" y="19979"/>
                    </a:lnTo>
                    <a:cubicBezTo>
                      <a:pt x="116883" y="19752"/>
                      <a:pt x="113050" y="19752"/>
                      <a:pt x="109228" y="19979"/>
                    </a:cubicBezTo>
                    <a:lnTo>
                      <a:pt x="84225" y="0"/>
                    </a:lnTo>
                    <a:cubicBezTo>
                      <a:pt x="74128" y="2703"/>
                      <a:pt x="64435" y="6734"/>
                      <a:pt x="55400" y="11990"/>
                    </a:cubicBezTo>
                    <a:lnTo>
                      <a:pt x="51828" y="43779"/>
                    </a:lnTo>
                    <a:cubicBezTo>
                      <a:pt x="48967" y="46319"/>
                      <a:pt x="46259" y="49026"/>
                      <a:pt x="43720" y="51887"/>
                    </a:cubicBezTo>
                    <a:lnTo>
                      <a:pt x="11918" y="55459"/>
                    </a:lnTo>
                    <a:cubicBezTo>
                      <a:pt x="6687" y="64534"/>
                      <a:pt x="2683" y="74263"/>
                      <a:pt x="12" y="84391"/>
                    </a:cubicBezTo>
                    <a:lnTo>
                      <a:pt x="19979" y="109395"/>
                    </a:lnTo>
                    <a:cubicBezTo>
                      <a:pt x="19752" y="113217"/>
                      <a:pt x="19752" y="117050"/>
                      <a:pt x="19979" y="120872"/>
                    </a:cubicBezTo>
                    <a:lnTo>
                      <a:pt x="0" y="145875"/>
                    </a:lnTo>
                    <a:cubicBezTo>
                      <a:pt x="2695" y="156005"/>
                      <a:pt x="6727" y="165731"/>
                      <a:pt x="11990" y="174796"/>
                    </a:cubicBezTo>
                    <a:lnTo>
                      <a:pt x="43779" y="178368"/>
                    </a:lnTo>
                    <a:cubicBezTo>
                      <a:pt x="46319" y="181229"/>
                      <a:pt x="49026" y="183936"/>
                      <a:pt x="51887" y="186476"/>
                    </a:cubicBezTo>
                    <a:lnTo>
                      <a:pt x="55459" y="218277"/>
                    </a:lnTo>
                    <a:cubicBezTo>
                      <a:pt x="64534" y="223509"/>
                      <a:pt x="74263" y="227512"/>
                      <a:pt x="84392" y="230184"/>
                    </a:cubicBezTo>
                    <a:lnTo>
                      <a:pt x="109395" y="210217"/>
                    </a:lnTo>
                    <a:cubicBezTo>
                      <a:pt x="113217" y="210443"/>
                      <a:pt x="117050" y="210443"/>
                      <a:pt x="120872" y="210217"/>
                    </a:cubicBezTo>
                    <a:lnTo>
                      <a:pt x="145875" y="230195"/>
                    </a:lnTo>
                    <a:cubicBezTo>
                      <a:pt x="156005" y="227501"/>
                      <a:pt x="165731" y="223469"/>
                      <a:pt x="174796" y="218206"/>
                    </a:cubicBezTo>
                    <a:lnTo>
                      <a:pt x="178368" y="186416"/>
                    </a:lnTo>
                    <a:cubicBezTo>
                      <a:pt x="181229" y="183877"/>
                      <a:pt x="183936" y="181169"/>
                      <a:pt x="186476" y="178308"/>
                    </a:cubicBezTo>
                    <a:lnTo>
                      <a:pt x="218277" y="174736"/>
                    </a:lnTo>
                    <a:cubicBezTo>
                      <a:pt x="223509" y="165661"/>
                      <a:pt x="227512" y="155932"/>
                      <a:pt x="230184" y="145804"/>
                    </a:cubicBezTo>
                    <a:lnTo>
                      <a:pt x="210217" y="120801"/>
                    </a:lnTo>
                    <a:cubicBezTo>
                      <a:pt x="210411" y="116976"/>
                      <a:pt x="210379" y="113144"/>
                      <a:pt x="210121" y="109323"/>
                    </a:cubicBezTo>
                    <a:close/>
                    <a:moveTo>
                      <a:pt x="115038" y="162687"/>
                    </a:moveTo>
                    <a:cubicBezTo>
                      <a:pt x="88736" y="162687"/>
                      <a:pt x="67413" y="141365"/>
                      <a:pt x="67413" y="115062"/>
                    </a:cubicBezTo>
                    <a:cubicBezTo>
                      <a:pt x="67413" y="88759"/>
                      <a:pt x="88736" y="67437"/>
                      <a:pt x="115038" y="67437"/>
                    </a:cubicBezTo>
                    <a:cubicBezTo>
                      <a:pt x="141341" y="67437"/>
                      <a:pt x="162663" y="88759"/>
                      <a:pt x="162663" y="115062"/>
                    </a:cubicBezTo>
                    <a:cubicBezTo>
                      <a:pt x="162663" y="141365"/>
                      <a:pt x="141341" y="162687"/>
                      <a:pt x="115038" y="162687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561504" y="3932604"/>
                <a:ext cx="250129" cy="250129"/>
              </a:xfrm>
              <a:custGeom>
                <a:avLst/>
                <a:gdLst/>
                <a:ahLst/>
                <a:cxnLst/>
                <a:rect l="l" t="t" r="r" b="b"/>
                <a:pathLst>
                  <a:path w="250129" h="250129">
                    <a:moveTo>
                      <a:pt x="125046" y="67896"/>
                    </a:moveTo>
                    <a:cubicBezTo>
                      <a:pt x="93483" y="67896"/>
                      <a:pt x="67896" y="93483"/>
                      <a:pt x="67896" y="125046"/>
                    </a:cubicBezTo>
                    <a:cubicBezTo>
                      <a:pt x="67896" y="156609"/>
                      <a:pt x="93483" y="182196"/>
                      <a:pt x="125046" y="182196"/>
                    </a:cubicBezTo>
                    <a:cubicBezTo>
                      <a:pt x="156609" y="182196"/>
                      <a:pt x="182196" y="156609"/>
                      <a:pt x="182196" y="125046"/>
                    </a:cubicBezTo>
                    <a:cubicBezTo>
                      <a:pt x="182164" y="93497"/>
                      <a:pt x="156596" y="67929"/>
                      <a:pt x="125046" y="67896"/>
                    </a:cubicBezTo>
                    <a:close/>
                    <a:moveTo>
                      <a:pt x="125046" y="163146"/>
                    </a:moveTo>
                    <a:cubicBezTo>
                      <a:pt x="104004" y="163146"/>
                      <a:pt x="86946" y="146088"/>
                      <a:pt x="86946" y="125046"/>
                    </a:cubicBezTo>
                    <a:cubicBezTo>
                      <a:pt x="86946" y="104004"/>
                      <a:pt x="104004" y="86946"/>
                      <a:pt x="125046" y="86946"/>
                    </a:cubicBezTo>
                    <a:cubicBezTo>
                      <a:pt x="146088" y="86946"/>
                      <a:pt x="163146" y="104004"/>
                      <a:pt x="163146" y="125046"/>
                    </a:cubicBezTo>
                    <a:cubicBezTo>
                      <a:pt x="163146" y="146088"/>
                      <a:pt x="146088" y="163146"/>
                      <a:pt x="125046" y="163146"/>
                    </a:cubicBezTo>
                    <a:close/>
                    <a:moveTo>
                      <a:pt x="229821" y="127618"/>
                    </a:moveTo>
                    <a:cubicBezTo>
                      <a:pt x="229869" y="125904"/>
                      <a:pt x="229869" y="124189"/>
                      <a:pt x="229821" y="122475"/>
                    </a:cubicBezTo>
                    <a:lnTo>
                      <a:pt x="247586" y="100281"/>
                    </a:lnTo>
                    <a:cubicBezTo>
                      <a:pt x="249474" y="97918"/>
                      <a:pt x="250129" y="94798"/>
                      <a:pt x="249348" y="91876"/>
                    </a:cubicBezTo>
                    <a:cubicBezTo>
                      <a:pt x="246430" y="80931"/>
                      <a:pt x="242074" y="70421"/>
                      <a:pt x="236394" y="60622"/>
                    </a:cubicBezTo>
                    <a:cubicBezTo>
                      <a:pt x="234884" y="58022"/>
                      <a:pt x="232236" y="56288"/>
                      <a:pt x="229250" y="55943"/>
                    </a:cubicBezTo>
                    <a:lnTo>
                      <a:pt x="201008" y="52799"/>
                    </a:lnTo>
                    <a:cubicBezTo>
                      <a:pt x="199834" y="51561"/>
                      <a:pt x="198643" y="50370"/>
                      <a:pt x="197436" y="49227"/>
                    </a:cubicBezTo>
                    <a:lnTo>
                      <a:pt x="194103" y="20914"/>
                    </a:lnTo>
                    <a:cubicBezTo>
                      <a:pt x="193755" y="17926"/>
                      <a:pt x="192016" y="15277"/>
                      <a:pt x="189412" y="13771"/>
                    </a:cubicBezTo>
                    <a:cubicBezTo>
                      <a:pt x="179613" y="8094"/>
                      <a:pt x="169103" y="3746"/>
                      <a:pt x="158158" y="840"/>
                    </a:cubicBezTo>
                    <a:cubicBezTo>
                      <a:pt x="155235" y="60"/>
                      <a:pt x="152115" y="714"/>
                      <a:pt x="149752" y="2603"/>
                    </a:cubicBezTo>
                    <a:lnTo>
                      <a:pt x="127618" y="20271"/>
                    </a:lnTo>
                    <a:cubicBezTo>
                      <a:pt x="125904" y="20271"/>
                      <a:pt x="124189" y="20271"/>
                      <a:pt x="122475" y="20271"/>
                    </a:cubicBezTo>
                    <a:lnTo>
                      <a:pt x="100281" y="2543"/>
                    </a:lnTo>
                    <a:cubicBezTo>
                      <a:pt x="97918" y="654"/>
                      <a:pt x="94798" y="0"/>
                      <a:pt x="91876" y="781"/>
                    </a:cubicBezTo>
                    <a:cubicBezTo>
                      <a:pt x="80931" y="3698"/>
                      <a:pt x="70421" y="8054"/>
                      <a:pt x="60622" y="13735"/>
                    </a:cubicBezTo>
                    <a:cubicBezTo>
                      <a:pt x="58022" y="15244"/>
                      <a:pt x="56288" y="17892"/>
                      <a:pt x="55943" y="20879"/>
                    </a:cubicBezTo>
                    <a:lnTo>
                      <a:pt x="52799" y="49168"/>
                    </a:lnTo>
                    <a:cubicBezTo>
                      <a:pt x="51561" y="50351"/>
                      <a:pt x="50370" y="51541"/>
                      <a:pt x="49227" y="52740"/>
                    </a:cubicBezTo>
                    <a:lnTo>
                      <a:pt x="20914" y="55990"/>
                    </a:lnTo>
                    <a:cubicBezTo>
                      <a:pt x="17926" y="56338"/>
                      <a:pt x="15277" y="58077"/>
                      <a:pt x="13771" y="60681"/>
                    </a:cubicBezTo>
                    <a:cubicBezTo>
                      <a:pt x="8095" y="70482"/>
                      <a:pt x="3744" y="80991"/>
                      <a:pt x="828" y="91935"/>
                    </a:cubicBezTo>
                    <a:cubicBezTo>
                      <a:pt x="51" y="94860"/>
                      <a:pt x="709" y="97980"/>
                      <a:pt x="2603" y="100341"/>
                    </a:cubicBezTo>
                    <a:lnTo>
                      <a:pt x="20271" y="122475"/>
                    </a:lnTo>
                    <a:cubicBezTo>
                      <a:pt x="20271" y="124189"/>
                      <a:pt x="20271" y="125904"/>
                      <a:pt x="20271" y="127618"/>
                    </a:cubicBezTo>
                    <a:lnTo>
                      <a:pt x="2543" y="149811"/>
                    </a:lnTo>
                    <a:cubicBezTo>
                      <a:pt x="654" y="152174"/>
                      <a:pt x="0" y="155294"/>
                      <a:pt x="781" y="158217"/>
                    </a:cubicBezTo>
                    <a:cubicBezTo>
                      <a:pt x="3698" y="169162"/>
                      <a:pt x="8054" y="179672"/>
                      <a:pt x="13735" y="189471"/>
                    </a:cubicBezTo>
                    <a:cubicBezTo>
                      <a:pt x="15244" y="192071"/>
                      <a:pt x="17892" y="193805"/>
                      <a:pt x="20879" y="194150"/>
                    </a:cubicBezTo>
                    <a:lnTo>
                      <a:pt x="49120" y="197294"/>
                    </a:lnTo>
                    <a:cubicBezTo>
                      <a:pt x="50303" y="198532"/>
                      <a:pt x="51494" y="199722"/>
                      <a:pt x="52692" y="200865"/>
                    </a:cubicBezTo>
                    <a:lnTo>
                      <a:pt x="55990" y="229178"/>
                    </a:lnTo>
                    <a:cubicBezTo>
                      <a:pt x="56338" y="232167"/>
                      <a:pt x="58077" y="234815"/>
                      <a:pt x="60681" y="236322"/>
                    </a:cubicBezTo>
                    <a:cubicBezTo>
                      <a:pt x="70482" y="241997"/>
                      <a:pt x="80991" y="246349"/>
                      <a:pt x="91935" y="249264"/>
                    </a:cubicBezTo>
                    <a:cubicBezTo>
                      <a:pt x="94860" y="250042"/>
                      <a:pt x="97980" y="249383"/>
                      <a:pt x="100341" y="247490"/>
                    </a:cubicBezTo>
                    <a:lnTo>
                      <a:pt x="122475" y="229821"/>
                    </a:lnTo>
                    <a:cubicBezTo>
                      <a:pt x="124189" y="229869"/>
                      <a:pt x="125904" y="229869"/>
                      <a:pt x="127618" y="229821"/>
                    </a:cubicBezTo>
                    <a:lnTo>
                      <a:pt x="149811" y="247586"/>
                    </a:lnTo>
                    <a:cubicBezTo>
                      <a:pt x="152174" y="249474"/>
                      <a:pt x="155294" y="250129"/>
                      <a:pt x="158217" y="249348"/>
                    </a:cubicBezTo>
                    <a:cubicBezTo>
                      <a:pt x="169164" y="246436"/>
                      <a:pt x="179674" y="242079"/>
                      <a:pt x="189471" y="236394"/>
                    </a:cubicBezTo>
                    <a:cubicBezTo>
                      <a:pt x="192071" y="234884"/>
                      <a:pt x="193805" y="232236"/>
                      <a:pt x="194150" y="229250"/>
                    </a:cubicBezTo>
                    <a:lnTo>
                      <a:pt x="197294" y="201008"/>
                    </a:lnTo>
                    <a:cubicBezTo>
                      <a:pt x="198532" y="199834"/>
                      <a:pt x="199722" y="198643"/>
                      <a:pt x="200865" y="197436"/>
                    </a:cubicBezTo>
                    <a:lnTo>
                      <a:pt x="229178" y="194103"/>
                    </a:lnTo>
                    <a:cubicBezTo>
                      <a:pt x="232167" y="193755"/>
                      <a:pt x="234815" y="192016"/>
                      <a:pt x="236322" y="189412"/>
                    </a:cubicBezTo>
                    <a:cubicBezTo>
                      <a:pt x="241997" y="179611"/>
                      <a:pt x="246349" y="169101"/>
                      <a:pt x="249264" y="158158"/>
                    </a:cubicBezTo>
                    <a:cubicBezTo>
                      <a:pt x="250042" y="155233"/>
                      <a:pt x="249383" y="152113"/>
                      <a:pt x="247490" y="149752"/>
                    </a:cubicBezTo>
                    <a:close/>
                    <a:moveTo>
                      <a:pt x="210652" y="119879"/>
                    </a:moveTo>
                    <a:cubicBezTo>
                      <a:pt x="210855" y="123321"/>
                      <a:pt x="210855" y="126772"/>
                      <a:pt x="210652" y="130214"/>
                    </a:cubicBezTo>
                    <a:cubicBezTo>
                      <a:pt x="210510" y="132570"/>
                      <a:pt x="211249" y="134895"/>
                      <a:pt x="212724" y="136738"/>
                    </a:cubicBezTo>
                    <a:lnTo>
                      <a:pt x="229619" y="157848"/>
                    </a:lnTo>
                    <a:cubicBezTo>
                      <a:pt x="227680" y="164009"/>
                      <a:pt x="225198" y="169986"/>
                      <a:pt x="222201" y="175707"/>
                    </a:cubicBezTo>
                    <a:lnTo>
                      <a:pt x="195293" y="178755"/>
                    </a:lnTo>
                    <a:cubicBezTo>
                      <a:pt x="192950" y="179016"/>
                      <a:pt x="190786" y="180136"/>
                      <a:pt x="189221" y="181899"/>
                    </a:cubicBezTo>
                    <a:cubicBezTo>
                      <a:pt x="186929" y="184476"/>
                      <a:pt x="184488" y="186917"/>
                      <a:pt x="181911" y="189209"/>
                    </a:cubicBezTo>
                    <a:cubicBezTo>
                      <a:pt x="180147" y="190774"/>
                      <a:pt x="179028" y="192938"/>
                      <a:pt x="178767" y="195281"/>
                    </a:cubicBezTo>
                    <a:lnTo>
                      <a:pt x="175779" y="222166"/>
                    </a:lnTo>
                    <a:cubicBezTo>
                      <a:pt x="170058" y="225164"/>
                      <a:pt x="164081" y="227646"/>
                      <a:pt x="157920" y="229583"/>
                    </a:cubicBezTo>
                    <a:lnTo>
                      <a:pt x="136798" y="212688"/>
                    </a:lnTo>
                    <a:cubicBezTo>
                      <a:pt x="135108" y="211338"/>
                      <a:pt x="133008" y="210603"/>
                      <a:pt x="130845" y="210605"/>
                    </a:cubicBezTo>
                    <a:lnTo>
                      <a:pt x="130273" y="210605"/>
                    </a:lnTo>
                    <a:cubicBezTo>
                      <a:pt x="126831" y="210807"/>
                      <a:pt x="123381" y="210807"/>
                      <a:pt x="119939" y="210605"/>
                    </a:cubicBezTo>
                    <a:cubicBezTo>
                      <a:pt x="117583" y="210470"/>
                      <a:pt x="115260" y="211207"/>
                      <a:pt x="113414" y="212676"/>
                    </a:cubicBezTo>
                    <a:lnTo>
                      <a:pt x="92245" y="229583"/>
                    </a:lnTo>
                    <a:cubicBezTo>
                      <a:pt x="86084" y="227645"/>
                      <a:pt x="80107" y="225162"/>
                      <a:pt x="74385" y="222166"/>
                    </a:cubicBezTo>
                    <a:lnTo>
                      <a:pt x="71337" y="195293"/>
                    </a:lnTo>
                    <a:cubicBezTo>
                      <a:pt x="71077" y="192950"/>
                      <a:pt x="69957" y="190786"/>
                      <a:pt x="68194" y="189221"/>
                    </a:cubicBezTo>
                    <a:cubicBezTo>
                      <a:pt x="65616" y="186929"/>
                      <a:pt x="63175" y="184488"/>
                      <a:pt x="60884" y="181911"/>
                    </a:cubicBezTo>
                    <a:cubicBezTo>
                      <a:pt x="59318" y="180147"/>
                      <a:pt x="57155" y="179028"/>
                      <a:pt x="54811" y="178767"/>
                    </a:cubicBezTo>
                    <a:lnTo>
                      <a:pt x="27927" y="175767"/>
                    </a:lnTo>
                    <a:cubicBezTo>
                      <a:pt x="24929" y="170046"/>
                      <a:pt x="22447" y="164069"/>
                      <a:pt x="20510" y="157908"/>
                    </a:cubicBezTo>
                    <a:lnTo>
                      <a:pt x="37404" y="136786"/>
                    </a:lnTo>
                    <a:cubicBezTo>
                      <a:pt x="38880" y="134943"/>
                      <a:pt x="39618" y="132618"/>
                      <a:pt x="39476" y="130261"/>
                    </a:cubicBezTo>
                    <a:cubicBezTo>
                      <a:pt x="39274" y="126819"/>
                      <a:pt x="39274" y="123369"/>
                      <a:pt x="39476" y="119927"/>
                    </a:cubicBezTo>
                    <a:cubicBezTo>
                      <a:pt x="39618" y="117570"/>
                      <a:pt x="38880" y="115245"/>
                      <a:pt x="37404" y="113402"/>
                    </a:cubicBezTo>
                    <a:lnTo>
                      <a:pt x="20510" y="92245"/>
                    </a:lnTo>
                    <a:cubicBezTo>
                      <a:pt x="22448" y="86084"/>
                      <a:pt x="24930" y="80107"/>
                      <a:pt x="27927" y="74385"/>
                    </a:cubicBezTo>
                    <a:lnTo>
                      <a:pt x="54800" y="71337"/>
                    </a:lnTo>
                    <a:cubicBezTo>
                      <a:pt x="57143" y="71077"/>
                      <a:pt x="59306" y="69957"/>
                      <a:pt x="60872" y="68194"/>
                    </a:cubicBezTo>
                    <a:cubicBezTo>
                      <a:pt x="63164" y="65616"/>
                      <a:pt x="65605" y="63175"/>
                      <a:pt x="68182" y="60884"/>
                    </a:cubicBezTo>
                    <a:cubicBezTo>
                      <a:pt x="69952" y="59317"/>
                      <a:pt x="71077" y="57149"/>
                      <a:pt x="71337" y="54800"/>
                    </a:cubicBezTo>
                    <a:lnTo>
                      <a:pt x="74326" y="27927"/>
                    </a:lnTo>
                    <a:cubicBezTo>
                      <a:pt x="80047" y="24929"/>
                      <a:pt x="86024" y="22447"/>
                      <a:pt x="92185" y="20510"/>
                    </a:cubicBezTo>
                    <a:lnTo>
                      <a:pt x="113307" y="37404"/>
                    </a:lnTo>
                    <a:cubicBezTo>
                      <a:pt x="115150" y="38880"/>
                      <a:pt x="117475" y="39618"/>
                      <a:pt x="119831" y="39476"/>
                    </a:cubicBezTo>
                    <a:cubicBezTo>
                      <a:pt x="123273" y="39274"/>
                      <a:pt x="126724" y="39274"/>
                      <a:pt x="130166" y="39476"/>
                    </a:cubicBezTo>
                    <a:cubicBezTo>
                      <a:pt x="132522" y="39611"/>
                      <a:pt x="134844" y="38874"/>
                      <a:pt x="136691" y="37404"/>
                    </a:cubicBezTo>
                    <a:lnTo>
                      <a:pt x="157848" y="20510"/>
                    </a:lnTo>
                    <a:cubicBezTo>
                      <a:pt x="164009" y="22448"/>
                      <a:pt x="169986" y="24930"/>
                      <a:pt x="175707" y="27927"/>
                    </a:cubicBezTo>
                    <a:lnTo>
                      <a:pt x="178755" y="54800"/>
                    </a:lnTo>
                    <a:cubicBezTo>
                      <a:pt x="179016" y="57143"/>
                      <a:pt x="180136" y="59306"/>
                      <a:pt x="181899" y="60872"/>
                    </a:cubicBezTo>
                    <a:cubicBezTo>
                      <a:pt x="184476" y="63164"/>
                      <a:pt x="186917" y="65605"/>
                      <a:pt x="189209" y="68182"/>
                    </a:cubicBezTo>
                    <a:cubicBezTo>
                      <a:pt x="190774" y="69945"/>
                      <a:pt x="192938" y="71065"/>
                      <a:pt x="195281" y="71325"/>
                    </a:cubicBezTo>
                    <a:lnTo>
                      <a:pt x="222166" y="74314"/>
                    </a:lnTo>
                    <a:cubicBezTo>
                      <a:pt x="225164" y="80035"/>
                      <a:pt x="227646" y="86012"/>
                      <a:pt x="229583" y="92173"/>
                    </a:cubicBezTo>
                    <a:lnTo>
                      <a:pt x="212688" y="113295"/>
                    </a:lnTo>
                    <a:cubicBezTo>
                      <a:pt x="211199" y="115153"/>
                      <a:pt x="210460" y="117503"/>
                      <a:pt x="210617" y="119879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6562725" y="4314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配置管理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572250" y="4586288"/>
              <a:ext cx="724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CONFIGURATION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568440" y="4915852"/>
              <a:ext cx="16298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python-dotenv 环境变量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568440" y="5125402"/>
              <a:ext cx="12168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.env 密钥安全管理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568440" y="53349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config.py 统一入口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8991600" y="3600450"/>
            <a:ext cx="2438400" cy="2381250"/>
            <a:chOff x="8991600" y="3600450"/>
            <a:chExt cx="2438400" cy="2381250"/>
          </a:xfrm>
        </p:grpSpPr>
        <p:sp>
          <p:nvSpPr>
            <p:cNvPr id="84" name="Rectangle 84"/>
            <p:cNvSpPr/>
            <p:nvPr/>
          </p:nvSpPr>
          <p:spPr>
            <a:xfrm>
              <a:off x="8991600" y="3600450"/>
              <a:ext cx="24384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8991600" y="3600450"/>
              <a:ext cx="24384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9305925" y="3933825"/>
              <a:ext cx="247650" cy="247650"/>
              <a:chOff x="9305925" y="3933825"/>
              <a:chExt cx="247650" cy="24765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9315450" y="39433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114300"/>
                    </a:moveTo>
                    <a:cubicBezTo>
                      <a:pt x="228600" y="177426"/>
                      <a:pt x="177426" y="228600"/>
                      <a:pt x="114300" y="228600"/>
                    </a:cubicBezTo>
                    <a:cubicBezTo>
                      <a:pt x="51174" y="228600"/>
                      <a:pt x="0" y="177426"/>
                      <a:pt x="0" y="114300"/>
                    </a:cubicBezTo>
                    <a:cubicBezTo>
                      <a:pt x="0" y="51174"/>
                      <a:pt x="51174" y="0"/>
                      <a:pt x="114300" y="0"/>
                    </a:cubicBezTo>
                    <a:cubicBezTo>
                      <a:pt x="177426" y="0"/>
                      <a:pt x="228600" y="51174"/>
                      <a:pt x="228600" y="114300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9305925" y="3933825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178189" y="88511"/>
                    </a:moveTo>
                    <a:cubicBezTo>
                      <a:pt x="179978" y="90298"/>
                      <a:pt x="180982" y="92722"/>
                      <a:pt x="180982" y="95250"/>
                    </a:cubicBezTo>
                    <a:cubicBezTo>
                      <a:pt x="180982" y="97778"/>
                      <a:pt x="179978" y="100202"/>
                      <a:pt x="178189" y="101989"/>
                    </a:cubicBezTo>
                    <a:lnTo>
                      <a:pt x="111514" y="168664"/>
                    </a:lnTo>
                    <a:cubicBezTo>
                      <a:pt x="109727" y="170453"/>
                      <a:pt x="107303" y="171457"/>
                      <a:pt x="104775" y="171457"/>
                    </a:cubicBezTo>
                    <a:cubicBezTo>
                      <a:pt x="102247" y="171457"/>
                      <a:pt x="99823" y="170453"/>
                      <a:pt x="98036" y="168664"/>
                    </a:cubicBezTo>
                    <a:lnTo>
                      <a:pt x="69461" y="140089"/>
                    </a:lnTo>
                    <a:cubicBezTo>
                      <a:pt x="65739" y="136367"/>
                      <a:pt x="65739" y="130333"/>
                      <a:pt x="69461" y="126611"/>
                    </a:cubicBezTo>
                    <a:cubicBezTo>
                      <a:pt x="73183" y="122889"/>
                      <a:pt x="79217" y="122889"/>
                      <a:pt x="82939" y="126611"/>
                    </a:cubicBezTo>
                    <a:lnTo>
                      <a:pt x="104775" y="148459"/>
                    </a:lnTo>
                    <a:lnTo>
                      <a:pt x="164711" y="88511"/>
                    </a:lnTo>
                    <a:cubicBezTo>
                      <a:pt x="166498" y="86722"/>
                      <a:pt x="168922" y="85718"/>
                      <a:pt x="171450" y="85718"/>
                    </a:cubicBezTo>
                    <a:cubicBezTo>
                      <a:pt x="173978" y="85718"/>
                      <a:pt x="176402" y="86722"/>
                      <a:pt x="178189" y="88511"/>
                    </a:cubicBezTo>
                    <a:close/>
                    <a:moveTo>
                      <a:pt x="247650" y="123825"/>
                    </a:moveTo>
                    <a:cubicBezTo>
                      <a:pt x="247650" y="192212"/>
                      <a:pt x="192212" y="247650"/>
                      <a:pt x="123825" y="247650"/>
                    </a:cubicBezTo>
                    <a:cubicBezTo>
                      <a:pt x="55438" y="247650"/>
                      <a:pt x="0" y="192212"/>
                      <a:pt x="0" y="123825"/>
                    </a:cubicBezTo>
                    <a:cubicBezTo>
                      <a:pt x="0" y="55438"/>
                      <a:pt x="55438" y="0"/>
                      <a:pt x="123825" y="0"/>
                    </a:cubicBezTo>
                    <a:cubicBezTo>
                      <a:pt x="192182" y="72"/>
                      <a:pt x="247578" y="55468"/>
                      <a:pt x="247650" y="123825"/>
                    </a:cubicBezTo>
                    <a:close/>
                    <a:moveTo>
                      <a:pt x="228600" y="123825"/>
                    </a:moveTo>
                    <a:cubicBezTo>
                      <a:pt x="228600" y="65959"/>
                      <a:pt x="181691" y="19050"/>
                      <a:pt x="123825" y="19050"/>
                    </a:cubicBezTo>
                    <a:cubicBezTo>
                      <a:pt x="65959" y="19050"/>
                      <a:pt x="19050" y="65959"/>
                      <a:pt x="19050" y="123825"/>
                    </a:cubicBezTo>
                    <a:cubicBezTo>
                      <a:pt x="19050" y="181691"/>
                      <a:pt x="65959" y="228600"/>
                      <a:pt x="123825" y="228600"/>
                    </a:cubicBezTo>
                    <a:cubicBezTo>
                      <a:pt x="181663" y="228534"/>
                      <a:pt x="228534" y="181663"/>
                      <a:pt x="228600" y="123825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9305925" y="4314825"/>
              <a:ext cx="7311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pytest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315450" y="4586288"/>
              <a:ext cx="37909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TESTING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311640" y="4915852"/>
              <a:ext cx="13008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单元测试 + E2E 测试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311640" y="5125402"/>
              <a:ext cx="14828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tempfile 临时目录隔离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311640" y="533495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全流程验证覆盖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95" name="Rectangle 95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04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39" grpId="0"/>
      <p:bldP spid="50" grpId="0"/>
      <p:bldP spid="61" grpId="0"/>
      <p:bldP spid="72" grpId="0"/>
      <p:bldP spid="83" grpId="0"/>
      <p:bldP spid="9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99085"/>
            <a:ext cx="3934349" cy="574834"/>
            <a:chOff x="762000" y="299085"/>
            <a:chExt cx="3934349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619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9908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系统架构总览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75799"/>
              <a:ext cx="37562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THREE-TIER ARCHITECTURE — PRESENTATION · AGENT · STORAGE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2000" y="1095375"/>
            <a:ext cx="11049000" cy="1333500"/>
            <a:chOff x="762000" y="1095375"/>
            <a:chExt cx="11049000" cy="1333500"/>
          </a:xfrm>
        </p:grpSpPr>
        <p:sp>
          <p:nvSpPr>
            <p:cNvPr id="7" name="Rectangle 7"/>
            <p:cNvSpPr/>
            <p:nvPr/>
          </p:nvSpPr>
          <p:spPr>
            <a:xfrm>
              <a:off x="762000" y="1095375"/>
              <a:ext cx="11049000" cy="1333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95375"/>
              <a:ext cx="57150" cy="13335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32510" y="1223010"/>
              <a:ext cx="16854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展示层 PRESENTATION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54618" y="1247299"/>
              <a:ext cx="10583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Web UI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047750" y="1504950"/>
              <a:ext cx="2381250" cy="4572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79909" y="1687116"/>
              <a:ext cx="154781" cy="142875"/>
              <a:chOff x="1179909" y="1687116"/>
              <a:chExt cx="154781" cy="1428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185862" y="1693069"/>
                <a:ext cx="142875" cy="77391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7391">
                    <a:moveTo>
                      <a:pt x="142875" y="11906"/>
                    </a:moveTo>
                    <a:lnTo>
                      <a:pt x="142875" y="77391"/>
                    </a:lnTo>
                    <a:lnTo>
                      <a:pt x="0" y="77391"/>
                    </a:ln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lnTo>
                      <a:pt x="130969" y="0"/>
                    </a:lnTo>
                    <a:cubicBezTo>
                      <a:pt x="137544" y="0"/>
                      <a:pt x="142875" y="5331"/>
                      <a:pt x="142875" y="11906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79909" y="1687116"/>
                <a:ext cx="15478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142875">
                    <a:moveTo>
                      <a:pt x="136922" y="0"/>
                    </a:moveTo>
                    <a:lnTo>
                      <a:pt x="17859" y="0"/>
                    </a:lnTo>
                    <a:cubicBezTo>
                      <a:pt x="7996" y="0"/>
                      <a:pt x="0" y="7996"/>
                      <a:pt x="0" y="17859"/>
                    </a:cubicBezTo>
                    <a:lnTo>
                      <a:pt x="0" y="101203"/>
                    </a:lnTo>
                    <a:cubicBezTo>
                      <a:pt x="0" y="111067"/>
                      <a:pt x="7996" y="119062"/>
                      <a:pt x="17859" y="119062"/>
                    </a:cubicBezTo>
                    <a:lnTo>
                      <a:pt x="71438" y="119062"/>
                    </a:lnTo>
                    <a:lnTo>
                      <a:pt x="71438" y="130969"/>
                    </a:lnTo>
                    <a:lnTo>
                      <a:pt x="53578" y="130969"/>
                    </a:lnTo>
                    <a:cubicBezTo>
                      <a:pt x="50290" y="130969"/>
                      <a:pt x="47625" y="133634"/>
                      <a:pt x="47625" y="136922"/>
                    </a:cubicBezTo>
                    <a:cubicBezTo>
                      <a:pt x="47625" y="140210"/>
                      <a:pt x="50290" y="142875"/>
                      <a:pt x="53578" y="142875"/>
                    </a:cubicBezTo>
                    <a:lnTo>
                      <a:pt x="101203" y="142875"/>
                    </a:lnTo>
                    <a:cubicBezTo>
                      <a:pt x="104491" y="142875"/>
                      <a:pt x="107156" y="140210"/>
                      <a:pt x="107156" y="136922"/>
                    </a:cubicBezTo>
                    <a:cubicBezTo>
                      <a:pt x="107156" y="133634"/>
                      <a:pt x="104491" y="130969"/>
                      <a:pt x="101203" y="130969"/>
                    </a:cubicBezTo>
                    <a:lnTo>
                      <a:pt x="83344" y="130969"/>
                    </a:lnTo>
                    <a:lnTo>
                      <a:pt x="83344" y="119062"/>
                    </a:lnTo>
                    <a:lnTo>
                      <a:pt x="136922" y="119062"/>
                    </a:lnTo>
                    <a:cubicBezTo>
                      <a:pt x="146785" y="119062"/>
                      <a:pt x="154781" y="111067"/>
                      <a:pt x="154781" y="101203"/>
                    </a:cubicBezTo>
                    <a:lnTo>
                      <a:pt x="154781" y="17859"/>
                    </a:lnTo>
                    <a:cubicBezTo>
                      <a:pt x="154781" y="7996"/>
                      <a:pt x="146785" y="0"/>
                      <a:pt x="136922" y="0"/>
                    </a:cubicBezTo>
                    <a:close/>
                    <a:moveTo>
                      <a:pt x="17859" y="11906"/>
                    </a:moveTo>
                    <a:lnTo>
                      <a:pt x="136922" y="11906"/>
                    </a:lnTo>
                    <a:cubicBezTo>
                      <a:pt x="140210" y="11906"/>
                      <a:pt x="142875" y="14572"/>
                      <a:pt x="142875" y="17859"/>
                    </a:cubicBezTo>
                    <a:lnTo>
                      <a:pt x="142875" y="77391"/>
                    </a:lnTo>
                    <a:lnTo>
                      <a:pt x="11906" y="77391"/>
                    </a:lnTo>
                    <a:lnTo>
                      <a:pt x="11906" y="17859"/>
                    </a:lnTo>
                    <a:cubicBezTo>
                      <a:pt x="11906" y="14572"/>
                      <a:pt x="14572" y="11906"/>
                      <a:pt x="17859" y="11906"/>
                    </a:cubicBezTo>
                    <a:close/>
                    <a:moveTo>
                      <a:pt x="136922" y="107156"/>
                    </a:moveTo>
                    <a:lnTo>
                      <a:pt x="17859" y="107156"/>
                    </a:lnTo>
                    <a:cubicBezTo>
                      <a:pt x="14572" y="107156"/>
                      <a:pt x="11906" y="104491"/>
                      <a:pt x="11906" y="101203"/>
                    </a:cubicBezTo>
                    <a:lnTo>
                      <a:pt x="11906" y="89297"/>
                    </a:lnTo>
                    <a:lnTo>
                      <a:pt x="142875" y="89297"/>
                    </a:lnTo>
                    <a:lnTo>
                      <a:pt x="142875" y="101203"/>
                    </a:lnTo>
                    <a:cubicBezTo>
                      <a:pt x="142875" y="104491"/>
                      <a:pt x="140210" y="107156"/>
                      <a:pt x="136922" y="107156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414462" y="1669256"/>
              <a:ext cx="12808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Streamlit Web UI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35618" y="1685449"/>
              <a:ext cx="17539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文件上传 · 聊天界面 · 侧边栏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47750" y="2038350"/>
              <a:ext cx="238125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167219" y="2149370"/>
              <a:ext cx="179561" cy="132114"/>
              <a:chOff x="1167219" y="2149370"/>
              <a:chExt cx="179561" cy="13211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185862" y="2156222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101203" y="65484"/>
                    </a:moveTo>
                    <a:cubicBezTo>
                      <a:pt x="101203" y="81923"/>
                      <a:pt x="87877" y="95250"/>
                      <a:pt x="71438" y="95250"/>
                    </a:cubicBezTo>
                    <a:cubicBezTo>
                      <a:pt x="54998" y="95250"/>
                      <a:pt x="41672" y="81923"/>
                      <a:pt x="41672" y="65484"/>
                    </a:cubicBezTo>
                    <a:cubicBezTo>
                      <a:pt x="41672" y="49045"/>
                      <a:pt x="54998" y="35719"/>
                      <a:pt x="71438" y="35719"/>
                    </a:cubicBezTo>
                    <a:cubicBezTo>
                      <a:pt x="87877" y="35719"/>
                      <a:pt x="101203" y="49045"/>
                      <a:pt x="101203" y="65484"/>
                    </a:cubicBezTo>
                    <a:close/>
                    <a:moveTo>
                      <a:pt x="23812" y="0"/>
                    </a:move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lose/>
                    <a:moveTo>
                      <a:pt x="119062" y="0"/>
                    </a:moveTo>
                    <a:cubicBezTo>
                      <a:pt x="105911" y="0"/>
                      <a:pt x="95250" y="10661"/>
                      <a:pt x="95250" y="23812"/>
                    </a:cubicBezTo>
                    <a:cubicBezTo>
                      <a:pt x="95250" y="36964"/>
                      <a:pt x="105911" y="47625"/>
                      <a:pt x="119062" y="47625"/>
                    </a:cubicBezTo>
                    <a:cubicBezTo>
                      <a:pt x="132214" y="47625"/>
                      <a:pt x="142875" y="36964"/>
                      <a:pt x="142875" y="23812"/>
                    </a:cubicBezTo>
                    <a:cubicBezTo>
                      <a:pt x="142875" y="10661"/>
                      <a:pt x="132214" y="0"/>
                      <a:pt x="119062" y="0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167219" y="2149370"/>
                <a:ext cx="179561" cy="132114"/>
              </a:xfrm>
              <a:custGeom>
                <a:avLst/>
                <a:gdLst/>
                <a:ahLst/>
                <a:cxnLst/>
                <a:rect l="l" t="t" r="r" b="b"/>
                <a:pathLst>
                  <a:path w="179561" h="132114">
                    <a:moveTo>
                      <a:pt x="176997" y="77099"/>
                    </a:moveTo>
                    <a:cubicBezTo>
                      <a:pt x="174366" y="79071"/>
                      <a:pt x="170635" y="78538"/>
                      <a:pt x="168662" y="75908"/>
                    </a:cubicBezTo>
                    <a:cubicBezTo>
                      <a:pt x="161386" y="66127"/>
                      <a:pt x="149897" y="60383"/>
                      <a:pt x="137706" y="60430"/>
                    </a:cubicBezTo>
                    <a:cubicBezTo>
                      <a:pt x="134418" y="60430"/>
                      <a:pt x="131753" y="57765"/>
                      <a:pt x="131753" y="54477"/>
                    </a:cubicBezTo>
                    <a:cubicBezTo>
                      <a:pt x="131753" y="51189"/>
                      <a:pt x="134418" y="48524"/>
                      <a:pt x="137706" y="48524"/>
                    </a:cubicBezTo>
                    <a:cubicBezTo>
                      <a:pt x="146987" y="48523"/>
                      <a:pt x="154720" y="41414"/>
                      <a:pt x="155501" y="32166"/>
                    </a:cubicBezTo>
                    <a:cubicBezTo>
                      <a:pt x="156281" y="22918"/>
                      <a:pt x="149848" y="14613"/>
                      <a:pt x="140698" y="13058"/>
                    </a:cubicBezTo>
                    <a:cubicBezTo>
                      <a:pt x="131549" y="11502"/>
                      <a:pt x="122732" y="17213"/>
                      <a:pt x="120412" y="26199"/>
                    </a:cubicBezTo>
                    <a:cubicBezTo>
                      <a:pt x="119590" y="29384"/>
                      <a:pt x="116342" y="31300"/>
                      <a:pt x="113157" y="30478"/>
                    </a:cubicBezTo>
                    <a:cubicBezTo>
                      <a:pt x="109972" y="29656"/>
                      <a:pt x="108056" y="26408"/>
                      <a:pt x="108878" y="23223"/>
                    </a:cubicBezTo>
                    <a:cubicBezTo>
                      <a:pt x="112057" y="10921"/>
                      <a:pt x="122695" y="1993"/>
                      <a:pt x="135362" y="997"/>
                    </a:cubicBezTo>
                    <a:cubicBezTo>
                      <a:pt x="148029" y="0"/>
                      <a:pt x="159932" y="7154"/>
                      <a:pt x="164996" y="18807"/>
                    </a:cubicBezTo>
                    <a:cubicBezTo>
                      <a:pt x="170060" y="30460"/>
                      <a:pt x="167169" y="44043"/>
                      <a:pt x="157798" y="52624"/>
                    </a:cubicBezTo>
                    <a:cubicBezTo>
                      <a:pt x="165893" y="56129"/>
                      <a:pt x="172930" y="61690"/>
                      <a:pt x="178210" y="68757"/>
                    </a:cubicBezTo>
                    <a:cubicBezTo>
                      <a:pt x="179157" y="70023"/>
                      <a:pt x="179561" y="71614"/>
                      <a:pt x="179334" y="73179"/>
                    </a:cubicBezTo>
                    <a:cubicBezTo>
                      <a:pt x="179106" y="74744"/>
                      <a:pt x="178265" y="76154"/>
                      <a:pt x="176997" y="77099"/>
                    </a:cubicBezTo>
                    <a:close/>
                    <a:moveTo>
                      <a:pt x="136902" y="122938"/>
                    </a:moveTo>
                    <a:cubicBezTo>
                      <a:pt x="138034" y="124783"/>
                      <a:pt x="138075" y="127096"/>
                      <a:pt x="137010" y="128980"/>
                    </a:cubicBezTo>
                    <a:cubicBezTo>
                      <a:pt x="135944" y="130864"/>
                      <a:pt x="133941" y="132021"/>
                      <a:pt x="131776" y="132003"/>
                    </a:cubicBezTo>
                    <a:cubicBezTo>
                      <a:pt x="129612" y="131984"/>
                      <a:pt x="127629" y="130793"/>
                      <a:pt x="126596" y="128891"/>
                    </a:cubicBezTo>
                    <a:cubicBezTo>
                      <a:pt x="118965" y="115975"/>
                      <a:pt x="105079" y="108050"/>
                      <a:pt x="90077" y="108050"/>
                    </a:cubicBezTo>
                    <a:cubicBezTo>
                      <a:pt x="75075" y="108050"/>
                      <a:pt x="61189" y="115975"/>
                      <a:pt x="53559" y="128891"/>
                    </a:cubicBezTo>
                    <a:cubicBezTo>
                      <a:pt x="52545" y="130828"/>
                      <a:pt x="50551" y="132054"/>
                      <a:pt x="48364" y="132084"/>
                    </a:cubicBezTo>
                    <a:cubicBezTo>
                      <a:pt x="46178" y="132114"/>
                      <a:pt x="44151" y="130942"/>
                      <a:pt x="43085" y="129033"/>
                    </a:cubicBezTo>
                    <a:cubicBezTo>
                      <a:pt x="42020" y="127123"/>
                      <a:pt x="42087" y="124783"/>
                      <a:pt x="43260" y="122938"/>
                    </a:cubicBezTo>
                    <a:cubicBezTo>
                      <a:pt x="49031" y="113021"/>
                      <a:pt x="57831" y="105217"/>
                      <a:pt x="68367" y="100673"/>
                    </a:cubicBezTo>
                    <a:cubicBezTo>
                      <a:pt x="56211" y="91366"/>
                      <a:pt x="51338" y="75348"/>
                      <a:pt x="56252" y="60849"/>
                    </a:cubicBezTo>
                    <a:cubicBezTo>
                      <a:pt x="61165" y="46349"/>
                      <a:pt x="74772" y="36593"/>
                      <a:pt x="90081" y="36593"/>
                    </a:cubicBezTo>
                    <a:cubicBezTo>
                      <a:pt x="105390" y="36593"/>
                      <a:pt x="118997" y="46349"/>
                      <a:pt x="123910" y="60849"/>
                    </a:cubicBezTo>
                    <a:cubicBezTo>
                      <a:pt x="128824" y="75348"/>
                      <a:pt x="123951" y="91366"/>
                      <a:pt x="111795" y="100673"/>
                    </a:cubicBezTo>
                    <a:cubicBezTo>
                      <a:pt x="122331" y="105217"/>
                      <a:pt x="131131" y="113021"/>
                      <a:pt x="136902" y="122938"/>
                    </a:cubicBezTo>
                    <a:close/>
                    <a:moveTo>
                      <a:pt x="90081" y="96149"/>
                    </a:moveTo>
                    <a:cubicBezTo>
                      <a:pt x="103232" y="96149"/>
                      <a:pt x="113893" y="85487"/>
                      <a:pt x="113893" y="72336"/>
                    </a:cubicBezTo>
                    <a:cubicBezTo>
                      <a:pt x="113893" y="59185"/>
                      <a:pt x="103232" y="48524"/>
                      <a:pt x="90081" y="48524"/>
                    </a:cubicBezTo>
                    <a:cubicBezTo>
                      <a:pt x="76930" y="48524"/>
                      <a:pt x="66268" y="59185"/>
                      <a:pt x="66268" y="72336"/>
                    </a:cubicBezTo>
                    <a:cubicBezTo>
                      <a:pt x="66268" y="85487"/>
                      <a:pt x="76930" y="96149"/>
                      <a:pt x="90081" y="96149"/>
                    </a:cubicBezTo>
                    <a:close/>
                    <a:moveTo>
                      <a:pt x="48409" y="54477"/>
                    </a:moveTo>
                    <a:cubicBezTo>
                      <a:pt x="48409" y="51189"/>
                      <a:pt x="45744" y="48524"/>
                      <a:pt x="42456" y="48524"/>
                    </a:cubicBezTo>
                    <a:cubicBezTo>
                      <a:pt x="33175" y="48523"/>
                      <a:pt x="25442" y="41414"/>
                      <a:pt x="24661" y="32166"/>
                    </a:cubicBezTo>
                    <a:cubicBezTo>
                      <a:pt x="23881" y="22918"/>
                      <a:pt x="30314" y="14613"/>
                      <a:pt x="39464" y="13058"/>
                    </a:cubicBezTo>
                    <a:cubicBezTo>
                      <a:pt x="48613" y="11502"/>
                      <a:pt x="57430" y="17213"/>
                      <a:pt x="59750" y="26199"/>
                    </a:cubicBezTo>
                    <a:cubicBezTo>
                      <a:pt x="60572" y="29384"/>
                      <a:pt x="63820" y="31300"/>
                      <a:pt x="67005" y="30478"/>
                    </a:cubicBezTo>
                    <a:cubicBezTo>
                      <a:pt x="70190" y="29656"/>
                      <a:pt x="72106" y="26408"/>
                      <a:pt x="71284" y="23223"/>
                    </a:cubicBezTo>
                    <a:cubicBezTo>
                      <a:pt x="68105" y="10921"/>
                      <a:pt x="57467" y="1993"/>
                      <a:pt x="44800" y="997"/>
                    </a:cubicBezTo>
                    <a:cubicBezTo>
                      <a:pt x="32133" y="0"/>
                      <a:pt x="20230" y="7154"/>
                      <a:pt x="15166" y="18807"/>
                    </a:cubicBezTo>
                    <a:cubicBezTo>
                      <a:pt x="10102" y="30460"/>
                      <a:pt x="12993" y="44043"/>
                      <a:pt x="22364" y="52624"/>
                    </a:cubicBezTo>
                    <a:cubicBezTo>
                      <a:pt x="14277" y="56132"/>
                      <a:pt x="7249" y="61694"/>
                      <a:pt x="1975" y="68757"/>
                    </a:cubicBezTo>
                    <a:cubicBezTo>
                      <a:pt x="0" y="71387"/>
                      <a:pt x="531" y="75120"/>
                      <a:pt x="3162" y="77095"/>
                    </a:cubicBezTo>
                    <a:cubicBezTo>
                      <a:pt x="5792" y="79070"/>
                      <a:pt x="9525" y="78538"/>
                      <a:pt x="11500" y="75908"/>
                    </a:cubicBezTo>
                    <a:cubicBezTo>
                      <a:pt x="18776" y="66127"/>
                      <a:pt x="30265" y="60383"/>
                      <a:pt x="42456" y="60430"/>
                    </a:cubicBezTo>
                    <a:cubicBezTo>
                      <a:pt x="45744" y="60430"/>
                      <a:pt x="48409" y="57765"/>
                      <a:pt x="48409" y="5447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414462" y="2116931"/>
              <a:ext cx="10760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Session State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35618" y="2133124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会话管理 · 去重追踪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905500" y="1504950"/>
              <a:ext cx="2381250" cy="4572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036896" y="1674446"/>
              <a:ext cx="156330" cy="156330"/>
              <a:chOff x="6036896" y="1674446"/>
              <a:chExt cx="156330" cy="15633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043151" y="1680686"/>
                <a:ext cx="143865" cy="143872"/>
              </a:xfrm>
              <a:custGeom>
                <a:avLst/>
                <a:gdLst/>
                <a:ahLst/>
                <a:cxnLst/>
                <a:rect l="l" t="t" r="r" b="b"/>
                <a:pathLst>
                  <a:path w="143865" h="143872">
                    <a:moveTo>
                      <a:pt x="131326" y="68327"/>
                    </a:moveTo>
                    <a:lnTo>
                      <a:pt x="143813" y="52700"/>
                    </a:lnTo>
                    <a:cubicBezTo>
                      <a:pt x="142128" y="46369"/>
                      <a:pt x="139608" y="40290"/>
                      <a:pt x="136319" y="34625"/>
                    </a:cubicBezTo>
                    <a:lnTo>
                      <a:pt x="116451" y="32392"/>
                    </a:lnTo>
                    <a:cubicBezTo>
                      <a:pt x="114863" y="30604"/>
                      <a:pt x="113171" y="28912"/>
                      <a:pt x="111383" y="27325"/>
                    </a:cubicBezTo>
                    <a:lnTo>
                      <a:pt x="109151" y="7449"/>
                    </a:lnTo>
                    <a:cubicBezTo>
                      <a:pt x="103479" y="4179"/>
                      <a:pt x="97398" y="1677"/>
                      <a:pt x="91068" y="7"/>
                    </a:cubicBezTo>
                    <a:lnTo>
                      <a:pt x="75441" y="12487"/>
                    </a:lnTo>
                    <a:cubicBezTo>
                      <a:pt x="73052" y="12345"/>
                      <a:pt x="70657" y="12345"/>
                      <a:pt x="68267" y="12487"/>
                    </a:cubicBezTo>
                    <a:lnTo>
                      <a:pt x="52641" y="0"/>
                    </a:lnTo>
                    <a:cubicBezTo>
                      <a:pt x="46330" y="1689"/>
                      <a:pt x="40272" y="4209"/>
                      <a:pt x="34625" y="7493"/>
                    </a:cubicBezTo>
                    <a:lnTo>
                      <a:pt x="32392" y="27362"/>
                    </a:lnTo>
                    <a:cubicBezTo>
                      <a:pt x="30604" y="28949"/>
                      <a:pt x="28912" y="30641"/>
                      <a:pt x="27325" y="32430"/>
                    </a:cubicBezTo>
                    <a:lnTo>
                      <a:pt x="7449" y="34662"/>
                    </a:lnTo>
                    <a:cubicBezTo>
                      <a:pt x="4179" y="40334"/>
                      <a:pt x="1677" y="46414"/>
                      <a:pt x="7" y="52745"/>
                    </a:cubicBezTo>
                    <a:lnTo>
                      <a:pt x="12487" y="68372"/>
                    </a:lnTo>
                    <a:cubicBezTo>
                      <a:pt x="12345" y="70761"/>
                      <a:pt x="12345" y="73156"/>
                      <a:pt x="12487" y="75545"/>
                    </a:cubicBezTo>
                    <a:lnTo>
                      <a:pt x="0" y="91172"/>
                    </a:lnTo>
                    <a:cubicBezTo>
                      <a:pt x="1684" y="97503"/>
                      <a:pt x="4204" y="103582"/>
                      <a:pt x="7493" y="109247"/>
                    </a:cubicBezTo>
                    <a:lnTo>
                      <a:pt x="27362" y="111480"/>
                    </a:lnTo>
                    <a:cubicBezTo>
                      <a:pt x="28949" y="113268"/>
                      <a:pt x="30641" y="114960"/>
                      <a:pt x="32430" y="116547"/>
                    </a:cubicBezTo>
                    <a:lnTo>
                      <a:pt x="34662" y="136423"/>
                    </a:lnTo>
                    <a:cubicBezTo>
                      <a:pt x="40334" y="139693"/>
                      <a:pt x="46414" y="142195"/>
                      <a:pt x="52745" y="143865"/>
                    </a:cubicBezTo>
                    <a:lnTo>
                      <a:pt x="68372" y="131385"/>
                    </a:lnTo>
                    <a:cubicBezTo>
                      <a:pt x="70761" y="131527"/>
                      <a:pt x="73156" y="131527"/>
                      <a:pt x="75545" y="131385"/>
                    </a:cubicBezTo>
                    <a:lnTo>
                      <a:pt x="91172" y="143872"/>
                    </a:lnTo>
                    <a:cubicBezTo>
                      <a:pt x="97503" y="142188"/>
                      <a:pt x="103582" y="139668"/>
                      <a:pt x="109247" y="136379"/>
                    </a:cubicBezTo>
                    <a:lnTo>
                      <a:pt x="111480" y="116510"/>
                    </a:lnTo>
                    <a:cubicBezTo>
                      <a:pt x="113268" y="114923"/>
                      <a:pt x="114960" y="113231"/>
                      <a:pt x="116547" y="111443"/>
                    </a:cubicBezTo>
                    <a:lnTo>
                      <a:pt x="136423" y="109210"/>
                    </a:lnTo>
                    <a:cubicBezTo>
                      <a:pt x="139693" y="103538"/>
                      <a:pt x="142195" y="97458"/>
                      <a:pt x="143865" y="91127"/>
                    </a:cubicBezTo>
                    <a:lnTo>
                      <a:pt x="131385" y="75501"/>
                    </a:lnTo>
                    <a:cubicBezTo>
                      <a:pt x="131507" y="73110"/>
                      <a:pt x="131487" y="70715"/>
                      <a:pt x="131326" y="68327"/>
                    </a:cubicBezTo>
                    <a:close/>
                    <a:moveTo>
                      <a:pt x="71899" y="101679"/>
                    </a:moveTo>
                    <a:cubicBezTo>
                      <a:pt x="55460" y="101679"/>
                      <a:pt x="42133" y="88353"/>
                      <a:pt x="42133" y="71914"/>
                    </a:cubicBezTo>
                    <a:cubicBezTo>
                      <a:pt x="42133" y="55475"/>
                      <a:pt x="55460" y="42148"/>
                      <a:pt x="71899" y="42148"/>
                    </a:cubicBezTo>
                    <a:cubicBezTo>
                      <a:pt x="88338" y="42148"/>
                      <a:pt x="101664" y="55475"/>
                      <a:pt x="101664" y="71914"/>
                    </a:cubicBezTo>
                    <a:cubicBezTo>
                      <a:pt x="101664" y="88353"/>
                      <a:pt x="88338" y="101679"/>
                      <a:pt x="71899" y="101679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036896" y="1674446"/>
                <a:ext cx="156330" cy="156330"/>
              </a:xfrm>
              <a:custGeom>
                <a:avLst/>
                <a:gdLst/>
                <a:ahLst/>
                <a:cxnLst/>
                <a:rect l="l" t="t" r="r" b="b"/>
                <a:pathLst>
                  <a:path w="156330" h="156330">
                    <a:moveTo>
                      <a:pt x="78154" y="42435"/>
                    </a:moveTo>
                    <a:cubicBezTo>
                      <a:pt x="58427" y="42435"/>
                      <a:pt x="42435" y="58427"/>
                      <a:pt x="42435" y="78154"/>
                    </a:cubicBezTo>
                    <a:cubicBezTo>
                      <a:pt x="42435" y="97881"/>
                      <a:pt x="58427" y="113873"/>
                      <a:pt x="78154" y="113873"/>
                    </a:cubicBezTo>
                    <a:cubicBezTo>
                      <a:pt x="97881" y="113873"/>
                      <a:pt x="113873" y="97881"/>
                      <a:pt x="113873" y="78154"/>
                    </a:cubicBezTo>
                    <a:cubicBezTo>
                      <a:pt x="113852" y="58436"/>
                      <a:pt x="97872" y="42456"/>
                      <a:pt x="78154" y="42435"/>
                    </a:cubicBezTo>
                    <a:close/>
                    <a:moveTo>
                      <a:pt x="78154" y="101966"/>
                    </a:moveTo>
                    <a:cubicBezTo>
                      <a:pt x="65003" y="101966"/>
                      <a:pt x="54341" y="91305"/>
                      <a:pt x="54341" y="78154"/>
                    </a:cubicBezTo>
                    <a:cubicBezTo>
                      <a:pt x="54341" y="65003"/>
                      <a:pt x="65003" y="54341"/>
                      <a:pt x="78154" y="54341"/>
                    </a:cubicBezTo>
                    <a:cubicBezTo>
                      <a:pt x="91305" y="54341"/>
                      <a:pt x="101966" y="65003"/>
                      <a:pt x="101966" y="78154"/>
                    </a:cubicBezTo>
                    <a:cubicBezTo>
                      <a:pt x="101966" y="91305"/>
                      <a:pt x="91305" y="101966"/>
                      <a:pt x="78154" y="101966"/>
                    </a:cubicBezTo>
                    <a:close/>
                    <a:moveTo>
                      <a:pt x="143638" y="79761"/>
                    </a:moveTo>
                    <a:cubicBezTo>
                      <a:pt x="143668" y="78690"/>
                      <a:pt x="143668" y="77618"/>
                      <a:pt x="143638" y="76547"/>
                    </a:cubicBezTo>
                    <a:lnTo>
                      <a:pt x="154741" y="62676"/>
                    </a:lnTo>
                    <a:cubicBezTo>
                      <a:pt x="155922" y="61199"/>
                      <a:pt x="156330" y="59249"/>
                      <a:pt x="155842" y="57422"/>
                    </a:cubicBezTo>
                    <a:cubicBezTo>
                      <a:pt x="154019" y="50582"/>
                      <a:pt x="151296" y="44013"/>
                      <a:pt x="147746" y="37889"/>
                    </a:cubicBezTo>
                    <a:cubicBezTo>
                      <a:pt x="146803" y="36264"/>
                      <a:pt x="145148" y="35180"/>
                      <a:pt x="143281" y="34964"/>
                    </a:cubicBezTo>
                    <a:lnTo>
                      <a:pt x="125630" y="33000"/>
                    </a:lnTo>
                    <a:cubicBezTo>
                      <a:pt x="124896" y="32226"/>
                      <a:pt x="124152" y="31481"/>
                      <a:pt x="123398" y="30767"/>
                    </a:cubicBezTo>
                    <a:lnTo>
                      <a:pt x="121314" y="13071"/>
                    </a:lnTo>
                    <a:cubicBezTo>
                      <a:pt x="121097" y="11204"/>
                      <a:pt x="120010" y="9548"/>
                      <a:pt x="118382" y="8607"/>
                    </a:cubicBezTo>
                    <a:cubicBezTo>
                      <a:pt x="112258" y="5059"/>
                      <a:pt x="105689" y="2341"/>
                      <a:pt x="98849" y="525"/>
                    </a:cubicBezTo>
                    <a:cubicBezTo>
                      <a:pt x="97022" y="37"/>
                      <a:pt x="95072" y="446"/>
                      <a:pt x="93595" y="1627"/>
                    </a:cubicBezTo>
                    <a:lnTo>
                      <a:pt x="79761" y="12670"/>
                    </a:lnTo>
                    <a:cubicBezTo>
                      <a:pt x="78690" y="12670"/>
                      <a:pt x="77618" y="12670"/>
                      <a:pt x="76547" y="12670"/>
                    </a:cubicBezTo>
                    <a:lnTo>
                      <a:pt x="62676" y="1589"/>
                    </a:lnTo>
                    <a:cubicBezTo>
                      <a:pt x="61199" y="409"/>
                      <a:pt x="59249" y="0"/>
                      <a:pt x="57422" y="488"/>
                    </a:cubicBezTo>
                    <a:cubicBezTo>
                      <a:pt x="50582" y="2311"/>
                      <a:pt x="44013" y="5034"/>
                      <a:pt x="37889" y="8584"/>
                    </a:cubicBezTo>
                    <a:cubicBezTo>
                      <a:pt x="36264" y="9528"/>
                      <a:pt x="35180" y="11183"/>
                      <a:pt x="34964" y="13049"/>
                    </a:cubicBezTo>
                    <a:lnTo>
                      <a:pt x="33000" y="30730"/>
                    </a:lnTo>
                    <a:cubicBezTo>
                      <a:pt x="32226" y="31469"/>
                      <a:pt x="31481" y="32213"/>
                      <a:pt x="30767" y="32962"/>
                    </a:cubicBezTo>
                    <a:lnTo>
                      <a:pt x="13071" y="34994"/>
                    </a:lnTo>
                    <a:cubicBezTo>
                      <a:pt x="11204" y="35211"/>
                      <a:pt x="9548" y="36298"/>
                      <a:pt x="8607" y="37926"/>
                    </a:cubicBezTo>
                    <a:cubicBezTo>
                      <a:pt x="5060" y="44051"/>
                      <a:pt x="2340" y="50620"/>
                      <a:pt x="518" y="57459"/>
                    </a:cubicBezTo>
                    <a:cubicBezTo>
                      <a:pt x="32" y="59287"/>
                      <a:pt x="443" y="61237"/>
                      <a:pt x="1627" y="62713"/>
                    </a:cubicBezTo>
                    <a:lnTo>
                      <a:pt x="12670" y="76547"/>
                    </a:lnTo>
                    <a:cubicBezTo>
                      <a:pt x="12670" y="77618"/>
                      <a:pt x="12670" y="78690"/>
                      <a:pt x="12670" y="79761"/>
                    </a:cubicBezTo>
                    <a:lnTo>
                      <a:pt x="1589" y="93632"/>
                    </a:lnTo>
                    <a:cubicBezTo>
                      <a:pt x="409" y="95109"/>
                      <a:pt x="0" y="97059"/>
                      <a:pt x="488" y="98886"/>
                    </a:cubicBezTo>
                    <a:cubicBezTo>
                      <a:pt x="2311" y="105726"/>
                      <a:pt x="5034" y="112295"/>
                      <a:pt x="8584" y="118419"/>
                    </a:cubicBezTo>
                    <a:cubicBezTo>
                      <a:pt x="9528" y="120044"/>
                      <a:pt x="11183" y="121128"/>
                      <a:pt x="13049" y="121344"/>
                    </a:cubicBezTo>
                    <a:lnTo>
                      <a:pt x="30700" y="123308"/>
                    </a:lnTo>
                    <a:cubicBezTo>
                      <a:pt x="31439" y="124082"/>
                      <a:pt x="32183" y="124826"/>
                      <a:pt x="32933" y="125541"/>
                    </a:cubicBezTo>
                    <a:lnTo>
                      <a:pt x="34994" y="143237"/>
                    </a:lnTo>
                    <a:cubicBezTo>
                      <a:pt x="35211" y="145104"/>
                      <a:pt x="36298" y="146760"/>
                      <a:pt x="37926" y="147701"/>
                    </a:cubicBezTo>
                    <a:cubicBezTo>
                      <a:pt x="44051" y="151248"/>
                      <a:pt x="50620" y="153968"/>
                      <a:pt x="57459" y="155790"/>
                    </a:cubicBezTo>
                    <a:cubicBezTo>
                      <a:pt x="59287" y="156276"/>
                      <a:pt x="61237" y="155865"/>
                      <a:pt x="62713" y="154681"/>
                    </a:cubicBezTo>
                    <a:lnTo>
                      <a:pt x="76547" y="143638"/>
                    </a:lnTo>
                    <a:cubicBezTo>
                      <a:pt x="77618" y="143668"/>
                      <a:pt x="78690" y="143668"/>
                      <a:pt x="79761" y="143638"/>
                    </a:cubicBezTo>
                    <a:lnTo>
                      <a:pt x="93632" y="154741"/>
                    </a:lnTo>
                    <a:cubicBezTo>
                      <a:pt x="95109" y="155922"/>
                      <a:pt x="97059" y="156330"/>
                      <a:pt x="98886" y="155842"/>
                    </a:cubicBezTo>
                    <a:cubicBezTo>
                      <a:pt x="105727" y="154022"/>
                      <a:pt x="112296" y="151300"/>
                      <a:pt x="118419" y="147746"/>
                    </a:cubicBezTo>
                    <a:cubicBezTo>
                      <a:pt x="120044" y="146803"/>
                      <a:pt x="121128" y="145148"/>
                      <a:pt x="121344" y="143281"/>
                    </a:cubicBezTo>
                    <a:lnTo>
                      <a:pt x="123308" y="125630"/>
                    </a:lnTo>
                    <a:cubicBezTo>
                      <a:pt x="124082" y="124896"/>
                      <a:pt x="124826" y="124152"/>
                      <a:pt x="125541" y="123398"/>
                    </a:cubicBezTo>
                    <a:lnTo>
                      <a:pt x="143237" y="121314"/>
                    </a:lnTo>
                    <a:cubicBezTo>
                      <a:pt x="145104" y="121097"/>
                      <a:pt x="146760" y="120010"/>
                      <a:pt x="147701" y="118382"/>
                    </a:cubicBezTo>
                    <a:cubicBezTo>
                      <a:pt x="151248" y="112257"/>
                      <a:pt x="153968" y="105688"/>
                      <a:pt x="155790" y="98849"/>
                    </a:cubicBezTo>
                    <a:cubicBezTo>
                      <a:pt x="156276" y="97021"/>
                      <a:pt x="155865" y="95071"/>
                      <a:pt x="154681" y="93595"/>
                    </a:cubicBezTo>
                    <a:close/>
                    <a:moveTo>
                      <a:pt x="131658" y="74924"/>
                    </a:moveTo>
                    <a:cubicBezTo>
                      <a:pt x="131784" y="77076"/>
                      <a:pt x="131784" y="79232"/>
                      <a:pt x="131658" y="81384"/>
                    </a:cubicBezTo>
                    <a:cubicBezTo>
                      <a:pt x="131569" y="82856"/>
                      <a:pt x="132030" y="84310"/>
                      <a:pt x="132953" y="85461"/>
                    </a:cubicBezTo>
                    <a:lnTo>
                      <a:pt x="143512" y="98655"/>
                    </a:lnTo>
                    <a:cubicBezTo>
                      <a:pt x="142300" y="102506"/>
                      <a:pt x="140749" y="106241"/>
                      <a:pt x="138876" y="109817"/>
                    </a:cubicBezTo>
                    <a:lnTo>
                      <a:pt x="122058" y="111722"/>
                    </a:lnTo>
                    <a:cubicBezTo>
                      <a:pt x="120594" y="111885"/>
                      <a:pt x="119241" y="112585"/>
                      <a:pt x="118263" y="113687"/>
                    </a:cubicBezTo>
                    <a:cubicBezTo>
                      <a:pt x="116831" y="115298"/>
                      <a:pt x="115305" y="116823"/>
                      <a:pt x="113694" y="118256"/>
                    </a:cubicBezTo>
                    <a:cubicBezTo>
                      <a:pt x="112592" y="119234"/>
                      <a:pt x="111892" y="120586"/>
                      <a:pt x="111730" y="122051"/>
                    </a:cubicBezTo>
                    <a:lnTo>
                      <a:pt x="109862" y="138854"/>
                    </a:lnTo>
                    <a:cubicBezTo>
                      <a:pt x="106286" y="140727"/>
                      <a:pt x="102551" y="142279"/>
                      <a:pt x="98700" y="143490"/>
                    </a:cubicBezTo>
                    <a:lnTo>
                      <a:pt x="85499" y="132930"/>
                    </a:lnTo>
                    <a:cubicBezTo>
                      <a:pt x="84442" y="132086"/>
                      <a:pt x="83130" y="131627"/>
                      <a:pt x="81778" y="131628"/>
                    </a:cubicBezTo>
                    <a:lnTo>
                      <a:pt x="81421" y="131628"/>
                    </a:lnTo>
                    <a:cubicBezTo>
                      <a:pt x="79270" y="131754"/>
                      <a:pt x="77113" y="131754"/>
                      <a:pt x="74962" y="131628"/>
                    </a:cubicBezTo>
                    <a:cubicBezTo>
                      <a:pt x="73489" y="131544"/>
                      <a:pt x="72038" y="132005"/>
                      <a:pt x="70884" y="132923"/>
                    </a:cubicBezTo>
                    <a:lnTo>
                      <a:pt x="57653" y="143490"/>
                    </a:lnTo>
                    <a:cubicBezTo>
                      <a:pt x="53802" y="142278"/>
                      <a:pt x="50067" y="140726"/>
                      <a:pt x="46491" y="138854"/>
                    </a:cubicBezTo>
                    <a:lnTo>
                      <a:pt x="44586" y="122058"/>
                    </a:lnTo>
                    <a:cubicBezTo>
                      <a:pt x="44423" y="120594"/>
                      <a:pt x="43723" y="119241"/>
                      <a:pt x="42621" y="118263"/>
                    </a:cubicBezTo>
                    <a:cubicBezTo>
                      <a:pt x="41010" y="116831"/>
                      <a:pt x="39485" y="115305"/>
                      <a:pt x="38052" y="113694"/>
                    </a:cubicBezTo>
                    <a:cubicBezTo>
                      <a:pt x="37074" y="112592"/>
                      <a:pt x="35722" y="111892"/>
                      <a:pt x="34257" y="111730"/>
                    </a:cubicBezTo>
                    <a:lnTo>
                      <a:pt x="17454" y="109854"/>
                    </a:lnTo>
                    <a:cubicBezTo>
                      <a:pt x="15581" y="106279"/>
                      <a:pt x="14029" y="102543"/>
                      <a:pt x="12818" y="98692"/>
                    </a:cubicBezTo>
                    <a:lnTo>
                      <a:pt x="23378" y="85491"/>
                    </a:lnTo>
                    <a:cubicBezTo>
                      <a:pt x="24300" y="84339"/>
                      <a:pt x="24761" y="82886"/>
                      <a:pt x="24673" y="81413"/>
                    </a:cubicBezTo>
                    <a:cubicBezTo>
                      <a:pt x="24546" y="79262"/>
                      <a:pt x="24546" y="77105"/>
                      <a:pt x="24673" y="74954"/>
                    </a:cubicBezTo>
                    <a:cubicBezTo>
                      <a:pt x="24761" y="73481"/>
                      <a:pt x="24300" y="72028"/>
                      <a:pt x="23378" y="70876"/>
                    </a:cubicBezTo>
                    <a:lnTo>
                      <a:pt x="12818" y="57653"/>
                    </a:lnTo>
                    <a:cubicBezTo>
                      <a:pt x="14030" y="53802"/>
                      <a:pt x="15582" y="50067"/>
                      <a:pt x="17454" y="46491"/>
                    </a:cubicBezTo>
                    <a:lnTo>
                      <a:pt x="34250" y="44586"/>
                    </a:lnTo>
                    <a:cubicBezTo>
                      <a:pt x="35714" y="44423"/>
                      <a:pt x="37067" y="43723"/>
                      <a:pt x="38045" y="42621"/>
                    </a:cubicBezTo>
                    <a:cubicBezTo>
                      <a:pt x="39477" y="41010"/>
                      <a:pt x="41003" y="39485"/>
                      <a:pt x="42614" y="38052"/>
                    </a:cubicBezTo>
                    <a:cubicBezTo>
                      <a:pt x="43720" y="37073"/>
                      <a:pt x="44423" y="35718"/>
                      <a:pt x="44586" y="34250"/>
                    </a:cubicBezTo>
                    <a:lnTo>
                      <a:pt x="46454" y="17454"/>
                    </a:lnTo>
                    <a:cubicBezTo>
                      <a:pt x="50029" y="15581"/>
                      <a:pt x="53765" y="14029"/>
                      <a:pt x="57616" y="12818"/>
                    </a:cubicBezTo>
                    <a:lnTo>
                      <a:pt x="70817" y="23378"/>
                    </a:lnTo>
                    <a:cubicBezTo>
                      <a:pt x="71969" y="24300"/>
                      <a:pt x="73422" y="24761"/>
                      <a:pt x="74895" y="24673"/>
                    </a:cubicBezTo>
                    <a:cubicBezTo>
                      <a:pt x="77046" y="24546"/>
                      <a:pt x="79203" y="24546"/>
                      <a:pt x="81354" y="24673"/>
                    </a:cubicBezTo>
                    <a:cubicBezTo>
                      <a:pt x="82826" y="24757"/>
                      <a:pt x="84278" y="24296"/>
                      <a:pt x="85432" y="23378"/>
                    </a:cubicBezTo>
                    <a:lnTo>
                      <a:pt x="98655" y="12818"/>
                    </a:lnTo>
                    <a:cubicBezTo>
                      <a:pt x="102506" y="14030"/>
                      <a:pt x="106241" y="15582"/>
                      <a:pt x="109817" y="17454"/>
                    </a:cubicBezTo>
                    <a:lnTo>
                      <a:pt x="111722" y="34250"/>
                    </a:lnTo>
                    <a:cubicBezTo>
                      <a:pt x="111885" y="35714"/>
                      <a:pt x="112585" y="37067"/>
                      <a:pt x="113687" y="38045"/>
                    </a:cubicBezTo>
                    <a:cubicBezTo>
                      <a:pt x="115298" y="39477"/>
                      <a:pt x="116823" y="41003"/>
                      <a:pt x="118256" y="42614"/>
                    </a:cubicBezTo>
                    <a:cubicBezTo>
                      <a:pt x="119234" y="43716"/>
                      <a:pt x="120586" y="44416"/>
                      <a:pt x="122051" y="44578"/>
                    </a:cubicBezTo>
                    <a:lnTo>
                      <a:pt x="138854" y="46446"/>
                    </a:lnTo>
                    <a:cubicBezTo>
                      <a:pt x="140727" y="50022"/>
                      <a:pt x="142279" y="53757"/>
                      <a:pt x="143490" y="57608"/>
                    </a:cubicBezTo>
                    <a:lnTo>
                      <a:pt x="132930" y="70809"/>
                    </a:lnTo>
                    <a:cubicBezTo>
                      <a:pt x="131999" y="71971"/>
                      <a:pt x="131537" y="73439"/>
                      <a:pt x="131635" y="74924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272212" y="1669256"/>
              <a:ext cx="11233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Settings Panel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93368" y="1685449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参数调节 · 日志查看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905500" y="2038350"/>
              <a:ext cx="238125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033949" y="2132403"/>
              <a:ext cx="164844" cy="160846"/>
              <a:chOff x="6033949" y="2132403"/>
              <a:chExt cx="164844" cy="16084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038171" y="2132415"/>
                <a:ext cx="148319" cy="152033"/>
              </a:xfrm>
              <a:custGeom>
                <a:avLst/>
                <a:gdLst/>
                <a:ahLst/>
                <a:cxnLst/>
                <a:rect l="l" t="t" r="r" b="b"/>
                <a:pathLst>
                  <a:path w="148319" h="152033">
                    <a:moveTo>
                      <a:pt x="148316" y="77385"/>
                    </a:moveTo>
                    <a:cubicBezTo>
                      <a:pt x="148319" y="102920"/>
                      <a:pt x="134693" y="126514"/>
                      <a:pt x="112575" y="139274"/>
                    </a:cubicBezTo>
                    <a:cubicBezTo>
                      <a:pt x="90457" y="152033"/>
                      <a:pt x="63211" y="152017"/>
                      <a:pt x="41108" y="139231"/>
                    </a:cubicBezTo>
                    <a:lnTo>
                      <a:pt x="41108" y="139231"/>
                    </a:lnTo>
                    <a:lnTo>
                      <a:pt x="13284" y="148510"/>
                    </a:lnTo>
                    <a:cubicBezTo>
                      <a:pt x="11145" y="149224"/>
                      <a:pt x="8786" y="148667"/>
                      <a:pt x="7192" y="147072"/>
                    </a:cubicBezTo>
                    <a:cubicBezTo>
                      <a:pt x="5597" y="145478"/>
                      <a:pt x="5040" y="143119"/>
                      <a:pt x="5754" y="140980"/>
                    </a:cubicBezTo>
                    <a:lnTo>
                      <a:pt x="15033" y="113156"/>
                    </a:lnTo>
                    <a:lnTo>
                      <a:pt x="15033" y="113156"/>
                    </a:lnTo>
                    <a:cubicBezTo>
                      <a:pt x="0" y="87154"/>
                      <a:pt x="2837" y="54525"/>
                      <a:pt x="22133" y="31507"/>
                    </a:cubicBezTo>
                    <a:cubicBezTo>
                      <a:pt x="41429" y="8490"/>
                      <a:pt x="73061" y="0"/>
                      <a:pt x="101289" y="10263"/>
                    </a:cubicBezTo>
                    <a:cubicBezTo>
                      <a:pt x="129516" y="20526"/>
                      <a:pt x="148310" y="47350"/>
                      <a:pt x="148316" y="77385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033949" y="2132403"/>
                <a:ext cx="164844" cy="160846"/>
              </a:xfrm>
              <a:custGeom>
                <a:avLst/>
                <a:gdLst/>
                <a:ahLst/>
                <a:cxnLst/>
                <a:rect l="l" t="t" r="r" b="b"/>
                <a:pathLst>
                  <a:path w="164844" h="160846">
                    <a:moveTo>
                      <a:pt x="81101" y="6"/>
                    </a:moveTo>
                    <a:cubicBezTo>
                      <a:pt x="53923" y="0"/>
                      <a:pt x="28733" y="14251"/>
                      <a:pt x="14740" y="37550"/>
                    </a:cubicBezTo>
                    <a:cubicBezTo>
                      <a:pt x="746" y="60849"/>
                      <a:pt x="0" y="89781"/>
                      <a:pt x="12774" y="113770"/>
                    </a:cubicBezTo>
                    <a:lnTo>
                      <a:pt x="4328" y="139108"/>
                    </a:lnTo>
                    <a:cubicBezTo>
                      <a:pt x="2901" y="143387"/>
                      <a:pt x="4014" y="148104"/>
                      <a:pt x="7204" y="151294"/>
                    </a:cubicBezTo>
                    <a:cubicBezTo>
                      <a:pt x="10393" y="154483"/>
                      <a:pt x="15110" y="155596"/>
                      <a:pt x="19389" y="154170"/>
                    </a:cubicBezTo>
                    <a:lnTo>
                      <a:pt x="44727" y="145724"/>
                    </a:lnTo>
                    <a:cubicBezTo>
                      <a:pt x="73158" y="160846"/>
                      <a:pt x="107983" y="156782"/>
                      <a:pt x="132168" y="135519"/>
                    </a:cubicBezTo>
                    <a:cubicBezTo>
                      <a:pt x="156353" y="114257"/>
                      <a:pt x="164844" y="80240"/>
                      <a:pt x="153488" y="50106"/>
                    </a:cubicBezTo>
                    <a:cubicBezTo>
                      <a:pt x="142133" y="19972"/>
                      <a:pt x="113303" y="19"/>
                      <a:pt x="81101" y="6"/>
                    </a:cubicBezTo>
                    <a:close/>
                    <a:moveTo>
                      <a:pt x="81101" y="142881"/>
                    </a:moveTo>
                    <a:cubicBezTo>
                      <a:pt x="69589" y="142889"/>
                      <a:pt x="58279" y="139857"/>
                      <a:pt x="48314" y="134093"/>
                    </a:cubicBezTo>
                    <a:cubicBezTo>
                      <a:pt x="47410" y="133568"/>
                      <a:pt x="46383" y="133291"/>
                      <a:pt x="45337" y="133289"/>
                    </a:cubicBezTo>
                    <a:cubicBezTo>
                      <a:pt x="44697" y="133289"/>
                      <a:pt x="44061" y="133395"/>
                      <a:pt x="43455" y="133601"/>
                    </a:cubicBezTo>
                    <a:lnTo>
                      <a:pt x="15616" y="142881"/>
                    </a:lnTo>
                    <a:lnTo>
                      <a:pt x="24896" y="115050"/>
                    </a:lnTo>
                    <a:cubicBezTo>
                      <a:pt x="25437" y="113432"/>
                      <a:pt x="25258" y="111660"/>
                      <a:pt x="24405" y="110183"/>
                    </a:cubicBezTo>
                    <a:cubicBezTo>
                      <a:pt x="9563" y="84524"/>
                      <a:pt x="13809" y="52095"/>
                      <a:pt x="34756" y="31121"/>
                    </a:cubicBezTo>
                    <a:cubicBezTo>
                      <a:pt x="55703" y="10148"/>
                      <a:pt x="88127" y="5861"/>
                      <a:pt x="113805" y="20670"/>
                    </a:cubicBezTo>
                    <a:cubicBezTo>
                      <a:pt x="139483" y="35479"/>
                      <a:pt x="152011" y="65690"/>
                      <a:pt x="144349" y="94325"/>
                    </a:cubicBezTo>
                    <a:cubicBezTo>
                      <a:pt x="136686" y="122960"/>
                      <a:pt x="110743" y="142876"/>
                      <a:pt x="81101" y="142881"/>
                    </a:cubicBezTo>
                    <a:close/>
                    <a:moveTo>
                      <a:pt x="90030" y="77397"/>
                    </a:moveTo>
                    <a:cubicBezTo>
                      <a:pt x="90030" y="82328"/>
                      <a:pt x="86033" y="86326"/>
                      <a:pt x="81101" y="86326"/>
                    </a:cubicBezTo>
                    <a:cubicBezTo>
                      <a:pt x="76169" y="86326"/>
                      <a:pt x="72171" y="82328"/>
                      <a:pt x="72171" y="77397"/>
                    </a:cubicBezTo>
                    <a:cubicBezTo>
                      <a:pt x="72171" y="72465"/>
                      <a:pt x="76169" y="68467"/>
                      <a:pt x="81101" y="68467"/>
                    </a:cubicBezTo>
                    <a:cubicBezTo>
                      <a:pt x="86033" y="68467"/>
                      <a:pt x="90030" y="72465"/>
                      <a:pt x="90030" y="77397"/>
                    </a:cubicBezTo>
                    <a:close/>
                    <a:moveTo>
                      <a:pt x="57288" y="77397"/>
                    </a:moveTo>
                    <a:cubicBezTo>
                      <a:pt x="57288" y="82328"/>
                      <a:pt x="53290" y="86326"/>
                      <a:pt x="48359" y="86326"/>
                    </a:cubicBezTo>
                    <a:cubicBezTo>
                      <a:pt x="43427" y="86326"/>
                      <a:pt x="39429" y="82328"/>
                      <a:pt x="39429" y="77397"/>
                    </a:cubicBezTo>
                    <a:cubicBezTo>
                      <a:pt x="39429" y="72465"/>
                      <a:pt x="43427" y="68467"/>
                      <a:pt x="48359" y="68467"/>
                    </a:cubicBezTo>
                    <a:cubicBezTo>
                      <a:pt x="53290" y="68467"/>
                      <a:pt x="57288" y="72465"/>
                      <a:pt x="57288" y="77397"/>
                    </a:cubicBezTo>
                    <a:close/>
                    <a:moveTo>
                      <a:pt x="122773" y="77397"/>
                    </a:moveTo>
                    <a:cubicBezTo>
                      <a:pt x="122773" y="82328"/>
                      <a:pt x="118775" y="86326"/>
                      <a:pt x="113843" y="86326"/>
                    </a:cubicBezTo>
                    <a:cubicBezTo>
                      <a:pt x="108911" y="86326"/>
                      <a:pt x="104913" y="82328"/>
                      <a:pt x="104913" y="77397"/>
                    </a:cubicBezTo>
                    <a:cubicBezTo>
                      <a:pt x="104913" y="72465"/>
                      <a:pt x="108911" y="68467"/>
                      <a:pt x="113843" y="68467"/>
                    </a:cubicBezTo>
                    <a:cubicBezTo>
                      <a:pt x="118775" y="68467"/>
                      <a:pt x="122773" y="72465"/>
                      <a:pt x="122773" y="7739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272212" y="2116931"/>
              <a:ext cx="9500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Chat Display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93368" y="2133124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流式渲染 · 来源展开</a:t>
              </a:r>
            </a:p>
          </p:txBody>
        </p:sp>
      </p:grpSp>
      <p:sp>
        <p:nvSpPr>
          <p:cNvPr id="36" name="Line 36"/>
          <p:cNvSpPr/>
          <p:nvPr/>
        </p:nvSpPr>
        <p:spPr>
          <a:xfrm>
            <a:off x="1143000" y="2428875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1A73E8"/>
            </a:solidFill>
            <a:custDash>
              <a:ds d="300000" sp="300000"/>
            </a:custDash>
          </a:ln>
        </p:spPr>
      </p:sp>
      <p:grpSp>
        <p:nvGrpSpPr>
          <p:cNvPr id="65" name="Group 65"/>
          <p:cNvGrpSpPr/>
          <p:nvPr/>
        </p:nvGrpSpPr>
        <p:grpSpPr>
          <a:xfrm>
            <a:off x="762000" y="2619375"/>
            <a:ext cx="11049000" cy="1333500"/>
            <a:chOff x="762000" y="2619375"/>
            <a:chExt cx="11049000" cy="1333500"/>
          </a:xfrm>
        </p:grpSpPr>
        <p:sp>
          <p:nvSpPr>
            <p:cNvPr id="37" name="Rectangle 37"/>
            <p:cNvSpPr/>
            <p:nvPr/>
          </p:nvSpPr>
          <p:spPr>
            <a:xfrm>
              <a:off x="762000" y="2619375"/>
              <a:ext cx="11049000" cy="1333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2000" y="2619375"/>
              <a:ext cx="57150" cy="13335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2510" y="2747010"/>
              <a:ext cx="10470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代理层 AGENT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64118" y="2771299"/>
              <a:ext cx="14614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LangGraph ReAct Agent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47750" y="3028950"/>
              <a:ext cx="2857500" cy="4572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167998" y="3196218"/>
              <a:ext cx="178599" cy="154812"/>
              <a:chOff x="1167998" y="3196218"/>
              <a:chExt cx="178599" cy="154812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173924" y="3205162"/>
                <a:ext cx="166724" cy="136922"/>
              </a:xfrm>
              <a:custGeom>
                <a:avLst/>
                <a:gdLst/>
                <a:ahLst/>
                <a:cxnLst/>
                <a:rect l="l" t="t" r="r" b="b"/>
                <a:pathLst>
                  <a:path w="166724" h="136922">
                    <a:moveTo>
                      <a:pt x="166719" y="68461"/>
                    </a:moveTo>
                    <a:cubicBezTo>
                      <a:pt x="166724" y="83602"/>
                      <a:pt x="157182" y="97101"/>
                      <a:pt x="142907" y="102148"/>
                    </a:cubicBezTo>
                    <a:lnTo>
                      <a:pt x="142907" y="102148"/>
                    </a:lnTo>
                    <a:lnTo>
                      <a:pt x="142907" y="107156"/>
                    </a:lnTo>
                    <a:cubicBezTo>
                      <a:pt x="142907" y="123595"/>
                      <a:pt x="129580" y="136922"/>
                      <a:pt x="113141" y="136922"/>
                    </a:cubicBezTo>
                    <a:cubicBezTo>
                      <a:pt x="96702" y="136922"/>
                      <a:pt x="83376" y="123595"/>
                      <a:pt x="83376" y="107156"/>
                    </a:cubicBezTo>
                    <a:cubicBezTo>
                      <a:pt x="83376" y="123595"/>
                      <a:pt x="70049" y="136922"/>
                      <a:pt x="53610" y="136922"/>
                    </a:cubicBezTo>
                    <a:cubicBezTo>
                      <a:pt x="37171" y="136922"/>
                      <a:pt x="23844" y="123595"/>
                      <a:pt x="23844" y="107156"/>
                    </a:cubicBezTo>
                    <a:lnTo>
                      <a:pt x="23844" y="102148"/>
                    </a:lnTo>
                    <a:lnTo>
                      <a:pt x="23844" y="102148"/>
                    </a:lnTo>
                    <a:cubicBezTo>
                      <a:pt x="9557" y="97112"/>
                      <a:pt x="0" y="83610"/>
                      <a:pt x="0" y="68461"/>
                    </a:cubicBezTo>
                    <a:cubicBezTo>
                      <a:pt x="0" y="53311"/>
                      <a:pt x="9557" y="39810"/>
                      <a:pt x="23844" y="34774"/>
                    </a:cubicBezTo>
                    <a:lnTo>
                      <a:pt x="23844" y="29766"/>
                    </a:lnTo>
                    <a:cubicBezTo>
                      <a:pt x="23844" y="13327"/>
                      <a:pt x="37171" y="0"/>
                      <a:pt x="53610" y="0"/>
                    </a:cubicBezTo>
                    <a:cubicBezTo>
                      <a:pt x="70049" y="0"/>
                      <a:pt x="83376" y="13327"/>
                      <a:pt x="83376" y="29766"/>
                    </a:cubicBezTo>
                    <a:cubicBezTo>
                      <a:pt x="83376" y="13327"/>
                      <a:pt x="96702" y="0"/>
                      <a:pt x="113141" y="0"/>
                    </a:cubicBezTo>
                    <a:cubicBezTo>
                      <a:pt x="129580" y="0"/>
                      <a:pt x="142907" y="13327"/>
                      <a:pt x="142907" y="29766"/>
                    </a:cubicBezTo>
                    <a:lnTo>
                      <a:pt x="142907" y="34774"/>
                    </a:lnTo>
                    <a:cubicBezTo>
                      <a:pt x="157182" y="39821"/>
                      <a:pt x="166724" y="53320"/>
                      <a:pt x="166719" y="68461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167998" y="3196218"/>
                <a:ext cx="178599" cy="154812"/>
              </a:xfrm>
              <a:custGeom>
                <a:avLst/>
                <a:gdLst/>
                <a:ahLst/>
                <a:cxnLst/>
                <a:rect l="l" t="t" r="r" b="b"/>
                <a:pathLst>
                  <a:path w="178599" h="154812">
                    <a:moveTo>
                      <a:pt x="178599" y="77406"/>
                    </a:moveTo>
                    <a:cubicBezTo>
                      <a:pt x="178583" y="61312"/>
                      <a:pt x="169319" y="46660"/>
                      <a:pt x="154787" y="39745"/>
                    </a:cubicBezTo>
                    <a:lnTo>
                      <a:pt x="154787" y="38710"/>
                    </a:lnTo>
                    <a:cubicBezTo>
                      <a:pt x="154773" y="22961"/>
                      <a:pt x="144445" y="9079"/>
                      <a:pt x="129364" y="4540"/>
                    </a:cubicBezTo>
                    <a:cubicBezTo>
                      <a:pt x="114283" y="0"/>
                      <a:pt x="98008" y="5874"/>
                      <a:pt x="89302" y="18998"/>
                    </a:cubicBezTo>
                    <a:cubicBezTo>
                      <a:pt x="80597" y="5874"/>
                      <a:pt x="64322" y="0"/>
                      <a:pt x="49241" y="4540"/>
                    </a:cubicBezTo>
                    <a:cubicBezTo>
                      <a:pt x="34160" y="9079"/>
                      <a:pt x="23832" y="22961"/>
                      <a:pt x="23818" y="38710"/>
                    </a:cubicBezTo>
                    <a:lnTo>
                      <a:pt x="23818" y="39745"/>
                    </a:lnTo>
                    <a:cubicBezTo>
                      <a:pt x="9272" y="46642"/>
                      <a:pt x="0" y="61300"/>
                      <a:pt x="0" y="77398"/>
                    </a:cubicBezTo>
                    <a:cubicBezTo>
                      <a:pt x="0" y="93496"/>
                      <a:pt x="9272" y="108155"/>
                      <a:pt x="23818" y="115052"/>
                    </a:cubicBezTo>
                    <a:lnTo>
                      <a:pt x="23818" y="116101"/>
                    </a:lnTo>
                    <a:cubicBezTo>
                      <a:pt x="23832" y="131851"/>
                      <a:pt x="34160" y="145732"/>
                      <a:pt x="49241" y="150272"/>
                    </a:cubicBezTo>
                    <a:cubicBezTo>
                      <a:pt x="64322" y="154812"/>
                      <a:pt x="80597" y="148938"/>
                      <a:pt x="89302" y="135813"/>
                    </a:cubicBezTo>
                    <a:cubicBezTo>
                      <a:pt x="98008" y="148938"/>
                      <a:pt x="114283" y="154812"/>
                      <a:pt x="129364" y="150272"/>
                    </a:cubicBezTo>
                    <a:cubicBezTo>
                      <a:pt x="144445" y="145732"/>
                      <a:pt x="154773" y="131851"/>
                      <a:pt x="154787" y="116101"/>
                    </a:cubicBezTo>
                    <a:lnTo>
                      <a:pt x="154787" y="115052"/>
                    </a:lnTo>
                    <a:cubicBezTo>
                      <a:pt x="169317" y="108142"/>
                      <a:pt x="178581" y="93495"/>
                      <a:pt x="178599" y="77406"/>
                    </a:cubicBezTo>
                    <a:close/>
                    <a:moveTo>
                      <a:pt x="59537" y="139914"/>
                    </a:moveTo>
                    <a:cubicBezTo>
                      <a:pt x="47378" y="139912"/>
                      <a:pt x="37173" y="130750"/>
                      <a:pt x="35866" y="118661"/>
                    </a:cubicBezTo>
                    <a:cubicBezTo>
                      <a:pt x="37791" y="118936"/>
                      <a:pt x="39733" y="119075"/>
                      <a:pt x="41677" y="119078"/>
                    </a:cubicBezTo>
                    <a:lnTo>
                      <a:pt x="47631" y="119078"/>
                    </a:lnTo>
                    <a:cubicBezTo>
                      <a:pt x="50918" y="119078"/>
                      <a:pt x="53584" y="116412"/>
                      <a:pt x="53584" y="113125"/>
                    </a:cubicBezTo>
                    <a:cubicBezTo>
                      <a:pt x="53584" y="109837"/>
                      <a:pt x="50918" y="107171"/>
                      <a:pt x="47631" y="107171"/>
                    </a:cubicBezTo>
                    <a:lnTo>
                      <a:pt x="41677" y="107171"/>
                    </a:lnTo>
                    <a:cubicBezTo>
                      <a:pt x="27166" y="107188"/>
                      <a:pt x="14758" y="96739"/>
                      <a:pt x="12305" y="82437"/>
                    </a:cubicBezTo>
                    <a:cubicBezTo>
                      <a:pt x="9853" y="68135"/>
                      <a:pt x="18071" y="54148"/>
                      <a:pt x="31758" y="49329"/>
                    </a:cubicBezTo>
                    <a:cubicBezTo>
                      <a:pt x="34135" y="48488"/>
                      <a:pt x="35724" y="46240"/>
                      <a:pt x="35724" y="43719"/>
                    </a:cubicBezTo>
                    <a:lnTo>
                      <a:pt x="35724" y="38710"/>
                    </a:lnTo>
                    <a:cubicBezTo>
                      <a:pt x="35724" y="25559"/>
                      <a:pt x="46386" y="14898"/>
                      <a:pt x="59537" y="14898"/>
                    </a:cubicBezTo>
                    <a:cubicBezTo>
                      <a:pt x="72688" y="14898"/>
                      <a:pt x="83349" y="25559"/>
                      <a:pt x="83349" y="38710"/>
                    </a:cubicBezTo>
                    <a:lnTo>
                      <a:pt x="83349" y="89506"/>
                    </a:lnTo>
                    <a:cubicBezTo>
                      <a:pt x="76812" y="83626"/>
                      <a:pt x="68329" y="80376"/>
                      <a:pt x="59537" y="80382"/>
                    </a:cubicBezTo>
                    <a:cubicBezTo>
                      <a:pt x="56249" y="80382"/>
                      <a:pt x="53584" y="83048"/>
                      <a:pt x="53584" y="86335"/>
                    </a:cubicBezTo>
                    <a:cubicBezTo>
                      <a:pt x="53584" y="89623"/>
                      <a:pt x="56249" y="92289"/>
                      <a:pt x="59537" y="92289"/>
                    </a:cubicBezTo>
                    <a:cubicBezTo>
                      <a:pt x="72688" y="92289"/>
                      <a:pt x="83349" y="102950"/>
                      <a:pt x="83349" y="116101"/>
                    </a:cubicBezTo>
                    <a:cubicBezTo>
                      <a:pt x="83349" y="129252"/>
                      <a:pt x="72688" y="139914"/>
                      <a:pt x="59537" y="139914"/>
                    </a:cubicBezTo>
                    <a:close/>
                    <a:moveTo>
                      <a:pt x="136927" y="107171"/>
                    </a:moveTo>
                    <a:lnTo>
                      <a:pt x="130974" y="107171"/>
                    </a:lnTo>
                    <a:cubicBezTo>
                      <a:pt x="127687" y="107171"/>
                      <a:pt x="125021" y="109837"/>
                      <a:pt x="125021" y="113125"/>
                    </a:cubicBezTo>
                    <a:cubicBezTo>
                      <a:pt x="125021" y="116412"/>
                      <a:pt x="127687" y="119078"/>
                      <a:pt x="130974" y="119078"/>
                    </a:cubicBezTo>
                    <a:lnTo>
                      <a:pt x="136927" y="119078"/>
                    </a:lnTo>
                    <a:cubicBezTo>
                      <a:pt x="138872" y="119075"/>
                      <a:pt x="140814" y="118936"/>
                      <a:pt x="142739" y="118661"/>
                    </a:cubicBezTo>
                    <a:cubicBezTo>
                      <a:pt x="141361" y="131406"/>
                      <a:pt x="130141" y="140772"/>
                      <a:pt x="117355" y="139852"/>
                    </a:cubicBezTo>
                    <a:cubicBezTo>
                      <a:pt x="104569" y="138932"/>
                      <a:pt x="94806" y="128055"/>
                      <a:pt x="95268" y="115244"/>
                    </a:cubicBezTo>
                    <a:cubicBezTo>
                      <a:pt x="95729" y="102433"/>
                      <a:pt x="106249" y="92287"/>
                      <a:pt x="119068" y="92289"/>
                    </a:cubicBezTo>
                    <a:cubicBezTo>
                      <a:pt x="122356" y="92289"/>
                      <a:pt x="125021" y="89623"/>
                      <a:pt x="125021" y="86335"/>
                    </a:cubicBezTo>
                    <a:cubicBezTo>
                      <a:pt x="125021" y="83048"/>
                      <a:pt x="122356" y="80382"/>
                      <a:pt x="119068" y="80382"/>
                    </a:cubicBezTo>
                    <a:cubicBezTo>
                      <a:pt x="110276" y="80376"/>
                      <a:pt x="101793" y="83626"/>
                      <a:pt x="95256" y="89506"/>
                    </a:cubicBezTo>
                    <a:lnTo>
                      <a:pt x="95256" y="38710"/>
                    </a:lnTo>
                    <a:cubicBezTo>
                      <a:pt x="95256" y="25559"/>
                      <a:pt x="105917" y="14898"/>
                      <a:pt x="119068" y="14898"/>
                    </a:cubicBezTo>
                    <a:cubicBezTo>
                      <a:pt x="132219" y="14898"/>
                      <a:pt x="142881" y="25559"/>
                      <a:pt x="142881" y="38710"/>
                    </a:cubicBezTo>
                    <a:lnTo>
                      <a:pt x="142881" y="43719"/>
                    </a:lnTo>
                    <a:cubicBezTo>
                      <a:pt x="142881" y="46240"/>
                      <a:pt x="144470" y="48488"/>
                      <a:pt x="146847" y="49329"/>
                    </a:cubicBezTo>
                    <a:cubicBezTo>
                      <a:pt x="160534" y="54148"/>
                      <a:pt x="168752" y="68135"/>
                      <a:pt x="166300" y="82437"/>
                    </a:cubicBezTo>
                    <a:cubicBezTo>
                      <a:pt x="163847" y="96739"/>
                      <a:pt x="151438" y="107188"/>
                      <a:pt x="136927" y="107171"/>
                    </a:cubicBezTo>
                    <a:close/>
                    <a:moveTo>
                      <a:pt x="148834" y="68476"/>
                    </a:moveTo>
                    <a:cubicBezTo>
                      <a:pt x="148834" y="71764"/>
                      <a:pt x="146168" y="74429"/>
                      <a:pt x="142881" y="74429"/>
                    </a:cubicBezTo>
                    <a:lnTo>
                      <a:pt x="139904" y="74429"/>
                    </a:lnTo>
                    <a:cubicBezTo>
                      <a:pt x="125109" y="74429"/>
                      <a:pt x="113115" y="62435"/>
                      <a:pt x="113115" y="47640"/>
                    </a:cubicBezTo>
                    <a:lnTo>
                      <a:pt x="113115" y="44664"/>
                    </a:lnTo>
                    <a:cubicBezTo>
                      <a:pt x="113115" y="41376"/>
                      <a:pt x="115780" y="38710"/>
                      <a:pt x="119068" y="38710"/>
                    </a:cubicBezTo>
                    <a:cubicBezTo>
                      <a:pt x="122356" y="38710"/>
                      <a:pt x="125021" y="41376"/>
                      <a:pt x="125021" y="44664"/>
                    </a:cubicBezTo>
                    <a:lnTo>
                      <a:pt x="125021" y="47640"/>
                    </a:lnTo>
                    <a:cubicBezTo>
                      <a:pt x="125021" y="55860"/>
                      <a:pt x="131684" y="62523"/>
                      <a:pt x="139904" y="62523"/>
                    </a:cubicBezTo>
                    <a:lnTo>
                      <a:pt x="142881" y="62523"/>
                    </a:lnTo>
                    <a:cubicBezTo>
                      <a:pt x="146168" y="62523"/>
                      <a:pt x="148834" y="65188"/>
                      <a:pt x="148834" y="68476"/>
                    </a:cubicBezTo>
                    <a:close/>
                    <a:moveTo>
                      <a:pt x="38701" y="74429"/>
                    </a:moveTo>
                    <a:lnTo>
                      <a:pt x="35724" y="74429"/>
                    </a:lnTo>
                    <a:cubicBezTo>
                      <a:pt x="32437" y="74429"/>
                      <a:pt x="29771" y="71764"/>
                      <a:pt x="29771" y="68476"/>
                    </a:cubicBezTo>
                    <a:cubicBezTo>
                      <a:pt x="29771" y="65188"/>
                      <a:pt x="32437" y="62523"/>
                      <a:pt x="35724" y="62523"/>
                    </a:cubicBezTo>
                    <a:lnTo>
                      <a:pt x="38701" y="62523"/>
                    </a:lnTo>
                    <a:cubicBezTo>
                      <a:pt x="46920" y="62523"/>
                      <a:pt x="53584" y="55860"/>
                      <a:pt x="53584" y="47640"/>
                    </a:cubicBezTo>
                    <a:lnTo>
                      <a:pt x="53584" y="44664"/>
                    </a:lnTo>
                    <a:cubicBezTo>
                      <a:pt x="53584" y="41376"/>
                      <a:pt x="56249" y="38710"/>
                      <a:pt x="59537" y="38710"/>
                    </a:cubicBezTo>
                    <a:cubicBezTo>
                      <a:pt x="62825" y="38710"/>
                      <a:pt x="65490" y="41376"/>
                      <a:pt x="65490" y="44664"/>
                    </a:cubicBezTo>
                    <a:lnTo>
                      <a:pt x="65490" y="47640"/>
                    </a:lnTo>
                    <a:cubicBezTo>
                      <a:pt x="65490" y="62435"/>
                      <a:pt x="53496" y="74429"/>
                      <a:pt x="38701" y="74429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414462" y="3193256"/>
              <a:ext cx="9421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ReAct Agent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321368" y="3209449"/>
              <a:ext cx="2170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create_react_agent · ChatOpenAI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47750" y="3562350"/>
              <a:ext cx="28575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1173138" y="3649609"/>
              <a:ext cx="162138" cy="162166"/>
              <a:chOff x="1173138" y="3649609"/>
              <a:chExt cx="162138" cy="16216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1185862" y="3662362"/>
                <a:ext cx="11906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19062">
                    <a:moveTo>
                      <a:pt x="119062" y="59531"/>
                    </a:moveTo>
                    <a:cubicBezTo>
                      <a:pt x="119062" y="92409"/>
                      <a:pt x="92409" y="119062"/>
                      <a:pt x="59531" y="119062"/>
                    </a:cubicBezTo>
                    <a:cubicBezTo>
                      <a:pt x="26653" y="119062"/>
                      <a:pt x="0" y="92409"/>
                      <a:pt x="0" y="59531"/>
                    </a:cubicBezTo>
                    <a:cubicBezTo>
                      <a:pt x="0" y="26653"/>
                      <a:pt x="26653" y="0"/>
                      <a:pt x="59531" y="0"/>
                    </a:cubicBezTo>
                    <a:cubicBezTo>
                      <a:pt x="92409" y="0"/>
                      <a:pt x="119062" y="26653"/>
                      <a:pt x="119062" y="59531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173138" y="3649609"/>
                <a:ext cx="162138" cy="162166"/>
              </a:xfrm>
              <a:custGeom>
                <a:avLst/>
                <a:gdLst/>
                <a:ahLst/>
                <a:cxnLst/>
                <a:rect l="l" t="t" r="r" b="b"/>
                <a:pathLst>
                  <a:path w="162138" h="162166">
                    <a:moveTo>
                      <a:pt x="159812" y="151417"/>
                    </a:moveTo>
                    <a:lnTo>
                      <a:pt x="122560" y="114165"/>
                    </a:lnTo>
                    <a:cubicBezTo>
                      <a:pt x="145034" y="87211"/>
                      <a:pt x="142332" y="47348"/>
                      <a:pt x="116426" y="23674"/>
                    </a:cubicBezTo>
                    <a:cubicBezTo>
                      <a:pt x="90521" y="0"/>
                      <a:pt x="50577" y="890"/>
                      <a:pt x="25751" y="25693"/>
                    </a:cubicBezTo>
                    <a:cubicBezTo>
                      <a:pt x="925" y="50497"/>
                      <a:pt x="0" y="90441"/>
                      <a:pt x="23651" y="116367"/>
                    </a:cubicBezTo>
                    <a:cubicBezTo>
                      <a:pt x="47303" y="142294"/>
                      <a:pt x="87163" y="145031"/>
                      <a:pt x="114136" y="122581"/>
                    </a:cubicBezTo>
                    <a:lnTo>
                      <a:pt x="151388" y="159840"/>
                    </a:lnTo>
                    <a:cubicBezTo>
                      <a:pt x="153714" y="162166"/>
                      <a:pt x="157486" y="162166"/>
                      <a:pt x="159812" y="159840"/>
                    </a:cubicBezTo>
                    <a:cubicBezTo>
                      <a:pt x="162138" y="157514"/>
                      <a:pt x="162138" y="153743"/>
                      <a:pt x="159812" y="151417"/>
                    </a:cubicBezTo>
                    <a:close/>
                    <a:moveTo>
                      <a:pt x="18678" y="72285"/>
                    </a:moveTo>
                    <a:cubicBezTo>
                      <a:pt x="18678" y="42694"/>
                      <a:pt x="42666" y="18706"/>
                      <a:pt x="72256" y="18706"/>
                    </a:cubicBezTo>
                    <a:cubicBezTo>
                      <a:pt x="101847" y="18706"/>
                      <a:pt x="125834" y="42694"/>
                      <a:pt x="125834" y="72285"/>
                    </a:cubicBezTo>
                    <a:cubicBezTo>
                      <a:pt x="125834" y="101875"/>
                      <a:pt x="101847" y="125863"/>
                      <a:pt x="72256" y="125863"/>
                    </a:cubicBezTo>
                    <a:cubicBezTo>
                      <a:pt x="42679" y="125830"/>
                      <a:pt x="18711" y="101861"/>
                      <a:pt x="18678" y="72285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414462" y="3640931"/>
              <a:ext cx="7689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Retriever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321368" y="3657124"/>
              <a:ext cx="14744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文档语义检索 · 优先调用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905500" y="3028950"/>
              <a:ext cx="2857500" cy="4572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036621" y="3198048"/>
              <a:ext cx="155819" cy="155942"/>
              <a:chOff x="6036621" y="3198048"/>
              <a:chExt cx="155819" cy="155942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036621" y="3198048"/>
                <a:ext cx="143169" cy="136379"/>
              </a:xfrm>
              <a:custGeom>
                <a:avLst/>
                <a:gdLst/>
                <a:ahLst/>
                <a:cxnLst/>
                <a:rect l="l" t="t" r="r" b="b"/>
                <a:pathLst>
                  <a:path w="143169" h="136379">
                    <a:moveTo>
                      <a:pt x="143169" y="108846"/>
                    </a:moveTo>
                    <a:cubicBezTo>
                      <a:pt x="138035" y="119792"/>
                      <a:pt x="130217" y="129263"/>
                      <a:pt x="120443" y="136379"/>
                    </a:cubicBezTo>
                    <a:lnTo>
                      <a:pt x="113478" y="129406"/>
                    </a:lnTo>
                    <a:cubicBezTo>
                      <a:pt x="112732" y="128657"/>
                      <a:pt x="111799" y="128120"/>
                      <a:pt x="110777" y="127851"/>
                    </a:cubicBezTo>
                    <a:lnTo>
                      <a:pt x="94800" y="123639"/>
                    </a:lnTo>
                    <a:cubicBezTo>
                      <a:pt x="91868" y="122868"/>
                      <a:pt x="89984" y="120016"/>
                      <a:pt x="90424" y="117016"/>
                    </a:cubicBezTo>
                    <a:lnTo>
                      <a:pt x="92196" y="104961"/>
                    </a:lnTo>
                    <a:cubicBezTo>
                      <a:pt x="92500" y="102893"/>
                      <a:pt x="93867" y="101136"/>
                      <a:pt x="95797" y="100333"/>
                    </a:cubicBezTo>
                    <a:lnTo>
                      <a:pt x="118464" y="90912"/>
                    </a:lnTo>
                    <a:cubicBezTo>
                      <a:pt x="120602" y="90025"/>
                      <a:pt x="123060" y="90457"/>
                      <a:pt x="124767" y="92021"/>
                    </a:cubicBezTo>
                    <a:close/>
                    <a:moveTo>
                      <a:pt x="102160" y="61437"/>
                    </a:moveTo>
                    <a:lnTo>
                      <a:pt x="118657" y="42238"/>
                    </a:lnTo>
                    <a:cubicBezTo>
                      <a:pt x="119585" y="41162"/>
                      <a:pt x="120097" y="39789"/>
                      <a:pt x="120101" y="38368"/>
                    </a:cubicBezTo>
                    <a:lnTo>
                      <a:pt x="120101" y="20509"/>
                    </a:lnTo>
                    <a:cubicBezTo>
                      <a:pt x="91586" y="0"/>
                      <a:pt x="52392" y="3263"/>
                      <a:pt x="27661" y="28205"/>
                    </a:cubicBezTo>
                    <a:cubicBezTo>
                      <a:pt x="2930" y="53148"/>
                      <a:pt x="0" y="92368"/>
                      <a:pt x="20751" y="120707"/>
                    </a:cubicBezTo>
                    <a:lnTo>
                      <a:pt x="28132" y="115856"/>
                    </a:lnTo>
                    <a:cubicBezTo>
                      <a:pt x="29793" y="114759"/>
                      <a:pt x="30795" y="112905"/>
                      <a:pt x="30804" y="110915"/>
                    </a:cubicBezTo>
                    <a:lnTo>
                      <a:pt x="30960" y="83954"/>
                    </a:lnTo>
                    <a:cubicBezTo>
                      <a:pt x="30968" y="82786"/>
                      <a:pt x="31317" y="81645"/>
                      <a:pt x="31965" y="80673"/>
                    </a:cubicBezTo>
                    <a:lnTo>
                      <a:pt x="47547" y="57381"/>
                    </a:lnTo>
                    <a:cubicBezTo>
                      <a:pt x="48450" y="56041"/>
                      <a:pt x="49859" y="55125"/>
                      <a:pt x="51450" y="54845"/>
                    </a:cubicBezTo>
                    <a:cubicBezTo>
                      <a:pt x="53042" y="54564"/>
                      <a:pt x="54679" y="54942"/>
                      <a:pt x="55986" y="55893"/>
                    </a:cubicBezTo>
                    <a:lnTo>
                      <a:pt x="70727" y="65567"/>
                    </a:lnTo>
                    <a:cubicBezTo>
                      <a:pt x="71968" y="66461"/>
                      <a:pt x="73504" y="66847"/>
                      <a:pt x="75021" y="66646"/>
                    </a:cubicBezTo>
                    <a:lnTo>
                      <a:pt x="98431" y="63476"/>
                    </a:lnTo>
                    <a:cubicBezTo>
                      <a:pt x="99883" y="63278"/>
                      <a:pt x="101210" y="62552"/>
                      <a:pt x="102160" y="61437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037659" y="3199209"/>
                <a:ext cx="154781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154781">
                    <a:moveTo>
                      <a:pt x="77391" y="0"/>
                    </a:moveTo>
                    <a:cubicBezTo>
                      <a:pt x="34649" y="0"/>
                      <a:pt x="0" y="34649"/>
                      <a:pt x="0" y="77391"/>
                    </a:cubicBezTo>
                    <a:cubicBezTo>
                      <a:pt x="0" y="120132"/>
                      <a:pt x="34649" y="154781"/>
                      <a:pt x="77391" y="154781"/>
                    </a:cubicBezTo>
                    <a:cubicBezTo>
                      <a:pt x="120132" y="154781"/>
                      <a:pt x="154781" y="120132"/>
                      <a:pt x="154781" y="77391"/>
                    </a:cubicBezTo>
                    <a:cubicBezTo>
                      <a:pt x="154736" y="34668"/>
                      <a:pt x="120114" y="45"/>
                      <a:pt x="77391" y="0"/>
                    </a:cubicBezTo>
                    <a:close/>
                    <a:moveTo>
                      <a:pt x="77391" y="11906"/>
                    </a:moveTo>
                    <a:cubicBezTo>
                      <a:pt x="90078" y="11893"/>
                      <a:pt x="102493" y="15586"/>
                      <a:pt x="113109" y="22533"/>
                    </a:cubicBezTo>
                    <a:lnTo>
                      <a:pt x="113109" y="37207"/>
                    </a:lnTo>
                    <a:lnTo>
                      <a:pt x="96612" y="56361"/>
                    </a:lnTo>
                    <a:lnTo>
                      <a:pt x="73194" y="59531"/>
                    </a:lnTo>
                    <a:lnTo>
                      <a:pt x="72963" y="59368"/>
                    </a:lnTo>
                    <a:lnTo>
                      <a:pt x="58326" y="49798"/>
                    </a:lnTo>
                    <a:cubicBezTo>
                      <a:pt x="55704" y="47951"/>
                      <a:pt x="52448" y="47240"/>
                      <a:pt x="49295" y="47826"/>
                    </a:cubicBezTo>
                    <a:cubicBezTo>
                      <a:pt x="46142" y="48411"/>
                      <a:pt x="43359" y="50244"/>
                      <a:pt x="41575" y="52908"/>
                    </a:cubicBezTo>
                    <a:lnTo>
                      <a:pt x="25993" y="76200"/>
                    </a:lnTo>
                    <a:cubicBezTo>
                      <a:pt x="24695" y="78141"/>
                      <a:pt x="23996" y="80421"/>
                      <a:pt x="23984" y="82756"/>
                    </a:cubicBezTo>
                    <a:lnTo>
                      <a:pt x="23812" y="109716"/>
                    </a:lnTo>
                    <a:lnTo>
                      <a:pt x="21379" y="111316"/>
                    </a:lnTo>
                    <a:cubicBezTo>
                      <a:pt x="9131" y="91095"/>
                      <a:pt x="8734" y="65842"/>
                      <a:pt x="20339" y="45245"/>
                    </a:cubicBezTo>
                    <a:cubicBezTo>
                      <a:pt x="31944" y="24649"/>
                      <a:pt x="53750" y="11906"/>
                      <a:pt x="77391" y="11906"/>
                    </a:cubicBezTo>
                    <a:close/>
                    <a:moveTo>
                      <a:pt x="28493" y="120901"/>
                    </a:moveTo>
                    <a:lnTo>
                      <a:pt x="30368" y="119673"/>
                    </a:lnTo>
                    <a:cubicBezTo>
                      <a:pt x="33694" y="117479"/>
                      <a:pt x="35702" y="113767"/>
                      <a:pt x="35719" y="109783"/>
                    </a:cubicBezTo>
                    <a:lnTo>
                      <a:pt x="35875" y="82823"/>
                    </a:lnTo>
                    <a:lnTo>
                      <a:pt x="51472" y="59531"/>
                    </a:lnTo>
                    <a:cubicBezTo>
                      <a:pt x="51549" y="59590"/>
                      <a:pt x="51628" y="59645"/>
                      <a:pt x="51710" y="59695"/>
                    </a:cubicBezTo>
                    <a:lnTo>
                      <a:pt x="66348" y="69272"/>
                    </a:lnTo>
                    <a:cubicBezTo>
                      <a:pt x="68801" y="71003"/>
                      <a:pt x="71819" y="71740"/>
                      <a:pt x="74794" y="71333"/>
                    </a:cubicBezTo>
                    <a:lnTo>
                      <a:pt x="98227" y="68156"/>
                    </a:lnTo>
                    <a:cubicBezTo>
                      <a:pt x="101116" y="67770"/>
                      <a:pt x="103764" y="66338"/>
                      <a:pt x="105668" y="64130"/>
                    </a:cubicBezTo>
                    <a:lnTo>
                      <a:pt x="122166" y="44961"/>
                    </a:lnTo>
                    <a:cubicBezTo>
                      <a:pt x="124011" y="42799"/>
                      <a:pt x="125021" y="40049"/>
                      <a:pt x="125016" y="37207"/>
                    </a:cubicBezTo>
                    <a:lnTo>
                      <a:pt x="125016" y="32497"/>
                    </a:lnTo>
                    <a:cubicBezTo>
                      <a:pt x="141416" y="49848"/>
                      <a:pt x="147056" y="74759"/>
                      <a:pt x="139727" y="97482"/>
                    </a:cubicBezTo>
                    <a:lnTo>
                      <a:pt x="127717" y="86499"/>
                    </a:lnTo>
                    <a:cubicBezTo>
                      <a:pt x="124308" y="83370"/>
                      <a:pt x="119395" y="82499"/>
                      <a:pt x="115119" y="84266"/>
                    </a:cubicBezTo>
                    <a:lnTo>
                      <a:pt x="92452" y="93680"/>
                    </a:lnTo>
                    <a:cubicBezTo>
                      <a:pt x="88597" y="95298"/>
                      <a:pt x="85867" y="98810"/>
                      <a:pt x="85249" y="102944"/>
                    </a:cubicBezTo>
                    <a:lnTo>
                      <a:pt x="83470" y="114992"/>
                    </a:lnTo>
                    <a:cubicBezTo>
                      <a:pt x="82585" y="120996"/>
                      <a:pt x="86358" y="126706"/>
                      <a:pt x="92229" y="128245"/>
                    </a:cubicBezTo>
                    <a:lnTo>
                      <a:pt x="108198" y="132457"/>
                    </a:lnTo>
                    <a:lnTo>
                      <a:pt x="109954" y="134221"/>
                    </a:lnTo>
                    <a:cubicBezTo>
                      <a:pt x="83074" y="149643"/>
                      <a:pt x="49061" y="144081"/>
                      <a:pt x="28493" y="120901"/>
                    </a:cubicBezTo>
                    <a:close/>
                    <a:moveTo>
                      <a:pt x="119807" y="127248"/>
                    </a:moveTo>
                    <a:lnTo>
                      <a:pt x="116607" y="124041"/>
                    </a:lnTo>
                    <a:cubicBezTo>
                      <a:pt x="115114" y="122543"/>
                      <a:pt x="113249" y="121469"/>
                      <a:pt x="111204" y="120930"/>
                    </a:cubicBezTo>
                    <a:lnTo>
                      <a:pt x="95250" y="116718"/>
                    </a:lnTo>
                    <a:lnTo>
                      <a:pt x="97028" y="104671"/>
                    </a:lnTo>
                    <a:lnTo>
                      <a:pt x="119688" y="95250"/>
                    </a:lnTo>
                    <a:lnTo>
                      <a:pt x="134689" y="109002"/>
                    </a:lnTo>
                    <a:cubicBezTo>
                      <a:pt x="130866" y="115929"/>
                      <a:pt x="125824" y="122110"/>
                      <a:pt x="119807" y="127248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272212" y="3193256"/>
              <a:ext cx="8870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Web Search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93368" y="3209449"/>
              <a:ext cx="14094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DuckDuckGo · 智能回退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905500" y="3562350"/>
              <a:ext cx="28575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028300" y="3654619"/>
              <a:ext cx="172504" cy="158553"/>
              <a:chOff x="6028300" y="3654619"/>
              <a:chExt cx="172504" cy="15855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088306" y="3698171"/>
                <a:ext cx="106397" cy="109136"/>
              </a:xfrm>
              <a:custGeom>
                <a:avLst/>
                <a:gdLst/>
                <a:ahLst/>
                <a:cxnLst/>
                <a:rect l="l" t="t" r="r" b="b"/>
                <a:pathLst>
                  <a:path w="106397" h="109136">
                    <a:moveTo>
                      <a:pt x="103956" y="101367"/>
                    </a:moveTo>
                    <a:cubicBezTo>
                      <a:pt x="104403" y="102927"/>
                      <a:pt x="103969" y="104606"/>
                      <a:pt x="102821" y="105753"/>
                    </a:cubicBezTo>
                    <a:cubicBezTo>
                      <a:pt x="101674" y="106900"/>
                      <a:pt x="99995" y="107335"/>
                      <a:pt x="98435" y="106888"/>
                    </a:cubicBezTo>
                    <a:lnTo>
                      <a:pt x="76207" y="100541"/>
                    </a:lnTo>
                    <a:cubicBezTo>
                      <a:pt x="62409" y="108054"/>
                      <a:pt x="46010" y="109136"/>
                      <a:pt x="31343" y="103502"/>
                    </a:cubicBezTo>
                    <a:cubicBezTo>
                      <a:pt x="16677" y="97868"/>
                      <a:pt x="5220" y="86085"/>
                      <a:pt x="0" y="71266"/>
                    </a:cubicBezTo>
                    <a:lnTo>
                      <a:pt x="0" y="71266"/>
                    </a:lnTo>
                    <a:cubicBezTo>
                      <a:pt x="967" y="71318"/>
                      <a:pt x="1942" y="71348"/>
                      <a:pt x="2924" y="71348"/>
                    </a:cubicBezTo>
                    <a:cubicBezTo>
                      <a:pt x="20302" y="71350"/>
                      <a:pt x="36600" y="62923"/>
                      <a:pt x="46646" y="48744"/>
                    </a:cubicBezTo>
                    <a:cubicBezTo>
                      <a:pt x="56692" y="34564"/>
                      <a:pt x="59237" y="16394"/>
                      <a:pt x="53474" y="0"/>
                    </a:cubicBezTo>
                    <a:lnTo>
                      <a:pt x="53474" y="0"/>
                    </a:lnTo>
                    <a:cubicBezTo>
                      <a:pt x="71835" y="1002"/>
                      <a:pt x="88399" y="11350"/>
                      <a:pt x="97352" y="27411"/>
                    </a:cubicBezTo>
                    <a:cubicBezTo>
                      <a:pt x="106305" y="43472"/>
                      <a:pt x="106397" y="63003"/>
                      <a:pt x="97594" y="79147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028300" y="3654619"/>
                <a:ext cx="172504" cy="158553"/>
              </a:xfrm>
              <a:custGeom>
                <a:avLst/>
                <a:gdLst/>
                <a:ahLst/>
                <a:cxnLst/>
                <a:rect l="l" t="t" r="r" b="b"/>
                <a:pathLst>
                  <a:path w="172504" h="158553">
                    <a:moveTo>
                      <a:pt x="163985" y="123331"/>
                    </a:moveTo>
                    <a:cubicBezTo>
                      <a:pt x="172504" y="106013"/>
                      <a:pt x="172099" y="85640"/>
                      <a:pt x="162899" y="68674"/>
                    </a:cubicBezTo>
                    <a:cubicBezTo>
                      <a:pt x="153699" y="51708"/>
                      <a:pt x="136845" y="40255"/>
                      <a:pt x="117684" y="37948"/>
                    </a:cubicBezTo>
                    <a:cubicBezTo>
                      <a:pt x="109158" y="18073"/>
                      <a:pt x="90525" y="4386"/>
                      <a:pt x="69011" y="2193"/>
                    </a:cubicBezTo>
                    <a:cubicBezTo>
                      <a:pt x="47496" y="0"/>
                      <a:pt x="26484" y="9647"/>
                      <a:pt x="14124" y="27393"/>
                    </a:cubicBezTo>
                    <a:cubicBezTo>
                      <a:pt x="1764" y="45139"/>
                      <a:pt x="0" y="68192"/>
                      <a:pt x="9516" y="87612"/>
                    </a:cubicBezTo>
                    <a:lnTo>
                      <a:pt x="3816" y="107570"/>
                    </a:lnTo>
                    <a:cubicBezTo>
                      <a:pt x="2780" y="111206"/>
                      <a:pt x="3795" y="115117"/>
                      <a:pt x="6468" y="117791"/>
                    </a:cubicBezTo>
                    <a:cubicBezTo>
                      <a:pt x="9142" y="120464"/>
                      <a:pt x="13053" y="121479"/>
                      <a:pt x="16689" y="120443"/>
                    </a:cubicBezTo>
                    <a:lnTo>
                      <a:pt x="36647" y="114743"/>
                    </a:lnTo>
                    <a:cubicBezTo>
                      <a:pt x="42670" y="117700"/>
                      <a:pt x="49148" y="119620"/>
                      <a:pt x="55809" y="120421"/>
                    </a:cubicBezTo>
                    <a:cubicBezTo>
                      <a:pt x="62226" y="135456"/>
                      <a:pt x="74543" y="147190"/>
                      <a:pt x="89870" y="152871"/>
                    </a:cubicBezTo>
                    <a:cubicBezTo>
                      <a:pt x="105198" y="158553"/>
                      <a:pt x="122187" y="157682"/>
                      <a:pt x="136853" y="150462"/>
                    </a:cubicBezTo>
                    <a:lnTo>
                      <a:pt x="156811" y="156162"/>
                    </a:lnTo>
                    <a:cubicBezTo>
                      <a:pt x="160447" y="157198"/>
                      <a:pt x="164359" y="156183"/>
                      <a:pt x="167032" y="153509"/>
                    </a:cubicBezTo>
                    <a:cubicBezTo>
                      <a:pt x="169705" y="150836"/>
                      <a:pt x="170720" y="146924"/>
                      <a:pt x="169685" y="143289"/>
                    </a:cubicBezTo>
                    <a:close/>
                    <a:moveTo>
                      <a:pt x="37287" y="102420"/>
                    </a:moveTo>
                    <a:cubicBezTo>
                      <a:pt x="36734" y="102420"/>
                      <a:pt x="36183" y="102495"/>
                      <a:pt x="35650" y="102644"/>
                    </a:cubicBezTo>
                    <a:lnTo>
                      <a:pt x="15997" y="108262"/>
                    </a:lnTo>
                    <a:lnTo>
                      <a:pt x="21616" y="88609"/>
                    </a:lnTo>
                    <a:cubicBezTo>
                      <a:pt x="22037" y="87112"/>
                      <a:pt x="21855" y="85509"/>
                      <a:pt x="21110" y="84144"/>
                    </a:cubicBezTo>
                    <a:cubicBezTo>
                      <a:pt x="9794" y="63370"/>
                      <a:pt x="15456" y="37437"/>
                      <a:pt x="34402" y="23271"/>
                    </a:cubicBezTo>
                    <a:cubicBezTo>
                      <a:pt x="53347" y="9104"/>
                      <a:pt x="79822" y="11004"/>
                      <a:pt x="96550" y="27732"/>
                    </a:cubicBezTo>
                    <a:cubicBezTo>
                      <a:pt x="113277" y="44459"/>
                      <a:pt x="115178" y="70935"/>
                      <a:pt x="101011" y="89880"/>
                    </a:cubicBezTo>
                    <a:cubicBezTo>
                      <a:pt x="86844" y="108825"/>
                      <a:pt x="60912" y="114488"/>
                      <a:pt x="40137" y="103172"/>
                    </a:cubicBezTo>
                    <a:cubicBezTo>
                      <a:pt x="39266" y="102685"/>
                      <a:pt x="38285" y="102426"/>
                      <a:pt x="37287" y="102420"/>
                    </a:cubicBezTo>
                    <a:close/>
                    <a:moveTo>
                      <a:pt x="151885" y="124328"/>
                    </a:moveTo>
                    <a:lnTo>
                      <a:pt x="157503" y="143981"/>
                    </a:lnTo>
                    <a:lnTo>
                      <a:pt x="137850" y="138362"/>
                    </a:lnTo>
                    <a:cubicBezTo>
                      <a:pt x="136353" y="137941"/>
                      <a:pt x="134751" y="138123"/>
                      <a:pt x="133385" y="138868"/>
                    </a:cubicBezTo>
                    <a:cubicBezTo>
                      <a:pt x="110556" y="151289"/>
                      <a:pt x="81984" y="143133"/>
                      <a:pt x="69151" y="120533"/>
                    </a:cubicBezTo>
                    <a:cubicBezTo>
                      <a:pt x="85631" y="118817"/>
                      <a:pt x="100647" y="110304"/>
                      <a:pt x="110584" y="97046"/>
                    </a:cubicBezTo>
                    <a:cubicBezTo>
                      <a:pt x="120521" y="83789"/>
                      <a:pt x="124478" y="66987"/>
                      <a:pt x="121502" y="50688"/>
                    </a:cubicBezTo>
                    <a:cubicBezTo>
                      <a:pt x="135961" y="54095"/>
                      <a:pt x="148002" y="64055"/>
                      <a:pt x="154061" y="77619"/>
                    </a:cubicBezTo>
                    <a:cubicBezTo>
                      <a:pt x="160120" y="91183"/>
                      <a:pt x="159502" y="106798"/>
                      <a:pt x="152391" y="119841"/>
                    </a:cubicBezTo>
                    <a:cubicBezTo>
                      <a:pt x="151639" y="121212"/>
                      <a:pt x="151458" y="122824"/>
                      <a:pt x="151885" y="124328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272212" y="3640931"/>
              <a:ext cx="6113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Memory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893368" y="3657124"/>
              <a:ext cx="12664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BufferWindow · k=4</a:t>
              </a:r>
            </a:p>
          </p:txBody>
        </p:sp>
      </p:grpSp>
      <p:sp>
        <p:nvSpPr>
          <p:cNvPr id="66" name="Line 66"/>
          <p:cNvSpPr/>
          <p:nvPr/>
        </p:nvSpPr>
        <p:spPr>
          <a:xfrm>
            <a:off x="1143000" y="3952875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9525">
            <a:solidFill>
              <a:srgbClr val="6C3FD4"/>
            </a:solidFill>
            <a:custDash>
              <a:ds d="300000" sp="300000"/>
            </a:custDash>
          </a:ln>
        </p:spPr>
      </p:sp>
      <p:grpSp>
        <p:nvGrpSpPr>
          <p:cNvPr id="92" name="Group 92"/>
          <p:cNvGrpSpPr/>
          <p:nvPr/>
        </p:nvGrpSpPr>
        <p:grpSpPr>
          <a:xfrm>
            <a:off x="762000" y="4143375"/>
            <a:ext cx="11049000" cy="1047750"/>
            <a:chOff x="762000" y="4143375"/>
            <a:chExt cx="11049000" cy="1047750"/>
          </a:xfrm>
        </p:grpSpPr>
        <p:sp>
          <p:nvSpPr>
            <p:cNvPr id="67" name="Rectangle 67"/>
            <p:cNvSpPr/>
            <p:nvPr/>
          </p:nvSpPr>
          <p:spPr>
            <a:xfrm>
              <a:off x="762000" y="4143375"/>
              <a:ext cx="11049000" cy="1047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762000" y="4143375"/>
              <a:ext cx="57150" cy="104775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32510" y="4271010"/>
              <a:ext cx="12654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存储层 STORAGE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559368" y="4295299"/>
              <a:ext cx="23260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ChromaDB + HuggingFace + FileLoader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47750" y="4533900"/>
              <a:ext cx="3048000" cy="5334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1185862" y="4742259"/>
              <a:ext cx="142875" cy="154781"/>
              <a:chOff x="1185862" y="4742259"/>
              <a:chExt cx="142875" cy="154781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1191816" y="4748212"/>
                <a:ext cx="130969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71438">
                    <a:moveTo>
                      <a:pt x="130969" y="35719"/>
                    </a:moveTo>
                    <a:cubicBezTo>
                      <a:pt x="130969" y="55446"/>
                      <a:pt x="101650" y="71438"/>
                      <a:pt x="65484" y="71438"/>
                    </a:cubicBezTo>
                    <a:cubicBezTo>
                      <a:pt x="29319" y="71438"/>
                      <a:pt x="0" y="55446"/>
                      <a:pt x="0" y="35719"/>
                    </a:cubicBezTo>
                    <a:cubicBezTo>
                      <a:pt x="0" y="15992"/>
                      <a:pt x="29319" y="0"/>
                      <a:pt x="65484" y="0"/>
                    </a:cubicBezTo>
                    <a:cubicBezTo>
                      <a:pt x="101650" y="0"/>
                      <a:pt x="130969" y="15992"/>
                      <a:pt x="130969" y="35719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1185862" y="4742259"/>
                <a:ext cx="14287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54781">
                    <a:moveTo>
                      <a:pt x="71438" y="0"/>
                    </a:moveTo>
                    <a:cubicBezTo>
                      <a:pt x="31380" y="0"/>
                      <a:pt x="0" y="18306"/>
                      <a:pt x="0" y="41672"/>
                    </a:cubicBezTo>
                    <a:lnTo>
                      <a:pt x="0" y="113109"/>
                    </a:lnTo>
                    <a:cubicBezTo>
                      <a:pt x="0" y="136475"/>
                      <a:pt x="31380" y="154781"/>
                      <a:pt x="71438" y="154781"/>
                    </a:cubicBezTo>
                    <a:cubicBezTo>
                      <a:pt x="111495" y="154781"/>
                      <a:pt x="142875" y="136475"/>
                      <a:pt x="142875" y="113109"/>
                    </a:cubicBezTo>
                    <a:lnTo>
                      <a:pt x="142875" y="41672"/>
                    </a:lnTo>
                    <a:cubicBezTo>
                      <a:pt x="142875" y="18306"/>
                      <a:pt x="111495" y="0"/>
                      <a:pt x="71438" y="0"/>
                    </a:cubicBezTo>
                    <a:close/>
                    <a:moveTo>
                      <a:pt x="130969" y="77391"/>
                    </a:moveTo>
                    <a:cubicBezTo>
                      <a:pt x="130969" y="84549"/>
                      <a:pt x="125105" y="91849"/>
                      <a:pt x="114888" y="97423"/>
                    </a:cubicBezTo>
                    <a:cubicBezTo>
                      <a:pt x="103383" y="103696"/>
                      <a:pt x="87950" y="107156"/>
                      <a:pt x="71438" y="107156"/>
                    </a:cubicBezTo>
                    <a:cubicBezTo>
                      <a:pt x="54925" y="107156"/>
                      <a:pt x="39492" y="103696"/>
                      <a:pt x="27987" y="97423"/>
                    </a:cubicBezTo>
                    <a:cubicBezTo>
                      <a:pt x="17770" y="91849"/>
                      <a:pt x="11906" y="84549"/>
                      <a:pt x="11906" y="77391"/>
                    </a:cubicBezTo>
                    <a:lnTo>
                      <a:pt x="11906" y="65008"/>
                    </a:lnTo>
                    <a:cubicBezTo>
                      <a:pt x="24601" y="76170"/>
                      <a:pt x="46308" y="83344"/>
                      <a:pt x="71438" y="83344"/>
                    </a:cubicBezTo>
                    <a:cubicBezTo>
                      <a:pt x="96567" y="83344"/>
                      <a:pt x="118274" y="76140"/>
                      <a:pt x="130969" y="65008"/>
                    </a:cubicBezTo>
                    <a:close/>
                    <a:moveTo>
                      <a:pt x="27987" y="21640"/>
                    </a:moveTo>
                    <a:cubicBezTo>
                      <a:pt x="39492" y="15367"/>
                      <a:pt x="54925" y="11906"/>
                      <a:pt x="71438" y="11906"/>
                    </a:cubicBezTo>
                    <a:cubicBezTo>
                      <a:pt x="87950" y="11906"/>
                      <a:pt x="103383" y="15367"/>
                      <a:pt x="114888" y="21640"/>
                    </a:cubicBezTo>
                    <a:cubicBezTo>
                      <a:pt x="125105" y="27213"/>
                      <a:pt x="130969" y="34513"/>
                      <a:pt x="130969" y="41672"/>
                    </a:cubicBezTo>
                    <a:cubicBezTo>
                      <a:pt x="130969" y="48831"/>
                      <a:pt x="125105" y="56131"/>
                      <a:pt x="114888" y="61704"/>
                    </a:cubicBezTo>
                    <a:cubicBezTo>
                      <a:pt x="103383" y="67977"/>
                      <a:pt x="87950" y="71438"/>
                      <a:pt x="71438" y="71438"/>
                    </a:cubicBezTo>
                    <a:cubicBezTo>
                      <a:pt x="54925" y="71438"/>
                      <a:pt x="39492" y="67977"/>
                      <a:pt x="27987" y="61704"/>
                    </a:cubicBezTo>
                    <a:cubicBezTo>
                      <a:pt x="17770" y="56131"/>
                      <a:pt x="11906" y="48831"/>
                      <a:pt x="11906" y="41672"/>
                    </a:cubicBezTo>
                    <a:cubicBezTo>
                      <a:pt x="11906" y="34513"/>
                      <a:pt x="17770" y="27213"/>
                      <a:pt x="27987" y="21640"/>
                    </a:cubicBezTo>
                    <a:close/>
                    <a:moveTo>
                      <a:pt x="114888" y="133142"/>
                    </a:moveTo>
                    <a:cubicBezTo>
                      <a:pt x="103383" y="139415"/>
                      <a:pt x="87950" y="142875"/>
                      <a:pt x="71438" y="142875"/>
                    </a:cubicBezTo>
                    <a:cubicBezTo>
                      <a:pt x="54925" y="142875"/>
                      <a:pt x="39492" y="139415"/>
                      <a:pt x="27987" y="133142"/>
                    </a:cubicBezTo>
                    <a:cubicBezTo>
                      <a:pt x="17770" y="127568"/>
                      <a:pt x="11906" y="120268"/>
                      <a:pt x="11906" y="113109"/>
                    </a:cubicBezTo>
                    <a:lnTo>
                      <a:pt x="11906" y="100727"/>
                    </a:lnTo>
                    <a:cubicBezTo>
                      <a:pt x="24601" y="111889"/>
                      <a:pt x="46308" y="119062"/>
                      <a:pt x="71438" y="119062"/>
                    </a:cubicBezTo>
                    <a:cubicBezTo>
                      <a:pt x="96567" y="119062"/>
                      <a:pt x="118274" y="111859"/>
                      <a:pt x="130969" y="100727"/>
                    </a:cubicBezTo>
                    <a:lnTo>
                      <a:pt x="130969" y="113109"/>
                    </a:lnTo>
                    <a:cubicBezTo>
                      <a:pt x="130969" y="120268"/>
                      <a:pt x="125105" y="127568"/>
                      <a:pt x="114888" y="133142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415415" y="4706302"/>
              <a:ext cx="7029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ChromaDB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2465070" y="4722495"/>
              <a:ext cx="12590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向量库 · 去重 · 持久化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417320" y="4893945"/>
              <a:ext cx="10369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data/chroma_db/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4248150" y="4533900"/>
              <a:ext cx="3048000" cy="53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4374356" y="4736306"/>
              <a:ext cx="166688" cy="166688"/>
              <a:chOff x="4374356" y="4736306"/>
              <a:chExt cx="166688" cy="166688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4398169" y="4760119"/>
                <a:ext cx="11906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19062">
                    <a:moveTo>
                      <a:pt x="113109" y="0"/>
                    </a:moveTo>
                    <a:lnTo>
                      <a:pt x="5953" y="0"/>
                    </a:lnTo>
                    <a:cubicBezTo>
                      <a:pt x="2665" y="0"/>
                      <a:pt x="0" y="2665"/>
                      <a:pt x="0" y="5953"/>
                    </a:cubicBezTo>
                    <a:lnTo>
                      <a:pt x="0" y="113109"/>
                    </a:lnTo>
                    <a:cubicBezTo>
                      <a:pt x="0" y="116397"/>
                      <a:pt x="2665" y="119062"/>
                      <a:pt x="5953" y="119062"/>
                    </a:cubicBezTo>
                    <a:lnTo>
                      <a:pt x="113109" y="119062"/>
                    </a:lnTo>
                    <a:cubicBezTo>
                      <a:pt x="116397" y="119062"/>
                      <a:pt x="119062" y="116397"/>
                      <a:pt x="119062" y="113109"/>
                    </a:cubicBezTo>
                    <a:lnTo>
                      <a:pt x="119062" y="5953"/>
                    </a:lnTo>
                    <a:cubicBezTo>
                      <a:pt x="119062" y="2665"/>
                      <a:pt x="116397" y="0"/>
                      <a:pt x="113109" y="0"/>
                    </a:cubicBezTo>
                    <a:close/>
                    <a:moveTo>
                      <a:pt x="77391" y="77391"/>
                    </a:moveTo>
                    <a:lnTo>
                      <a:pt x="41672" y="77391"/>
                    </a:lnTo>
                    <a:lnTo>
                      <a:pt x="41672" y="41672"/>
                    </a:lnTo>
                    <a:lnTo>
                      <a:pt x="77391" y="41672"/>
                    </a:ln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4374356" y="4736306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101203" y="59531"/>
                    </a:moveTo>
                    <a:lnTo>
                      <a:pt x="65484" y="59531"/>
                    </a:lnTo>
                    <a:cubicBezTo>
                      <a:pt x="62197" y="59531"/>
                      <a:pt x="59531" y="62197"/>
                      <a:pt x="59531" y="65484"/>
                    </a:cubicBezTo>
                    <a:lnTo>
                      <a:pt x="59531" y="101203"/>
                    </a:lnTo>
                    <a:cubicBezTo>
                      <a:pt x="59531" y="104491"/>
                      <a:pt x="62197" y="107156"/>
                      <a:pt x="65484" y="107156"/>
                    </a:cubicBezTo>
                    <a:lnTo>
                      <a:pt x="101203" y="107156"/>
                    </a:lnTo>
                    <a:cubicBezTo>
                      <a:pt x="104491" y="107156"/>
                      <a:pt x="107156" y="104491"/>
                      <a:pt x="107156" y="101203"/>
                    </a:cubicBezTo>
                    <a:lnTo>
                      <a:pt x="107156" y="65484"/>
                    </a:lnTo>
                    <a:cubicBezTo>
                      <a:pt x="107156" y="62197"/>
                      <a:pt x="104491" y="59531"/>
                      <a:pt x="101203" y="59531"/>
                    </a:cubicBezTo>
                    <a:close/>
                    <a:moveTo>
                      <a:pt x="95250" y="95250"/>
                    </a:moveTo>
                    <a:lnTo>
                      <a:pt x="71438" y="95250"/>
                    </a:lnTo>
                    <a:lnTo>
                      <a:pt x="71438" y="71438"/>
                    </a:lnTo>
                    <a:lnTo>
                      <a:pt x="95250" y="71438"/>
                    </a:lnTo>
                    <a:close/>
                    <a:moveTo>
                      <a:pt x="160734" y="95250"/>
                    </a:moveTo>
                    <a:lnTo>
                      <a:pt x="148828" y="95250"/>
                    </a:lnTo>
                    <a:lnTo>
                      <a:pt x="148828" y="71438"/>
                    </a:lnTo>
                    <a:lnTo>
                      <a:pt x="160734" y="71438"/>
                    </a:lnTo>
                    <a:cubicBezTo>
                      <a:pt x="164022" y="71438"/>
                      <a:pt x="166688" y="68772"/>
                      <a:pt x="166688" y="65484"/>
                    </a:cubicBezTo>
                    <a:cubicBezTo>
                      <a:pt x="166688" y="62197"/>
                      <a:pt x="164022" y="59531"/>
                      <a:pt x="160734" y="59531"/>
                    </a:cubicBezTo>
                    <a:lnTo>
                      <a:pt x="148828" y="59531"/>
                    </a:lnTo>
                    <a:lnTo>
                      <a:pt x="148828" y="29766"/>
                    </a:lnTo>
                    <a:cubicBezTo>
                      <a:pt x="148828" y="23190"/>
                      <a:pt x="143498" y="17859"/>
                      <a:pt x="136922" y="17859"/>
                    </a:cubicBezTo>
                    <a:lnTo>
                      <a:pt x="107156" y="17859"/>
                    </a:lnTo>
                    <a:lnTo>
                      <a:pt x="107156" y="5953"/>
                    </a:lnTo>
                    <a:cubicBezTo>
                      <a:pt x="107156" y="2665"/>
                      <a:pt x="104491" y="0"/>
                      <a:pt x="101203" y="0"/>
                    </a:cubicBezTo>
                    <a:cubicBezTo>
                      <a:pt x="97915" y="0"/>
                      <a:pt x="95250" y="2665"/>
                      <a:pt x="95250" y="5953"/>
                    </a:cubicBezTo>
                    <a:lnTo>
                      <a:pt x="95250" y="17859"/>
                    </a:lnTo>
                    <a:lnTo>
                      <a:pt x="71438" y="17859"/>
                    </a:lnTo>
                    <a:lnTo>
                      <a:pt x="71438" y="5953"/>
                    </a:lnTo>
                    <a:cubicBezTo>
                      <a:pt x="71438" y="2665"/>
                      <a:pt x="68772" y="0"/>
                      <a:pt x="65484" y="0"/>
                    </a:cubicBezTo>
                    <a:cubicBezTo>
                      <a:pt x="62197" y="0"/>
                      <a:pt x="59531" y="2665"/>
                      <a:pt x="59531" y="5953"/>
                    </a:cubicBezTo>
                    <a:lnTo>
                      <a:pt x="59531" y="17859"/>
                    </a:lnTo>
                    <a:lnTo>
                      <a:pt x="29766" y="17859"/>
                    </a:lnTo>
                    <a:cubicBezTo>
                      <a:pt x="23190" y="17859"/>
                      <a:pt x="17859" y="23190"/>
                      <a:pt x="17859" y="29766"/>
                    </a:cubicBezTo>
                    <a:lnTo>
                      <a:pt x="17859" y="59531"/>
                    </a:lnTo>
                    <a:lnTo>
                      <a:pt x="5953" y="59531"/>
                    </a:lnTo>
                    <a:cubicBezTo>
                      <a:pt x="2665" y="59531"/>
                      <a:pt x="0" y="62197"/>
                      <a:pt x="0" y="65484"/>
                    </a:cubicBezTo>
                    <a:cubicBezTo>
                      <a:pt x="0" y="68772"/>
                      <a:pt x="2665" y="71438"/>
                      <a:pt x="5953" y="71438"/>
                    </a:cubicBezTo>
                    <a:lnTo>
                      <a:pt x="17859" y="71438"/>
                    </a:lnTo>
                    <a:lnTo>
                      <a:pt x="17859" y="95250"/>
                    </a:lnTo>
                    <a:lnTo>
                      <a:pt x="5953" y="95250"/>
                    </a:lnTo>
                    <a:cubicBezTo>
                      <a:pt x="2665" y="95250"/>
                      <a:pt x="0" y="97915"/>
                      <a:pt x="0" y="101203"/>
                    </a:cubicBezTo>
                    <a:cubicBezTo>
                      <a:pt x="0" y="104491"/>
                      <a:pt x="2665" y="107156"/>
                      <a:pt x="5953" y="107156"/>
                    </a:cubicBezTo>
                    <a:lnTo>
                      <a:pt x="17859" y="107156"/>
                    </a:lnTo>
                    <a:lnTo>
                      <a:pt x="17859" y="136922"/>
                    </a:lnTo>
                    <a:cubicBezTo>
                      <a:pt x="17859" y="143498"/>
                      <a:pt x="23190" y="148828"/>
                      <a:pt x="29766" y="148828"/>
                    </a:cubicBezTo>
                    <a:lnTo>
                      <a:pt x="59531" y="148828"/>
                    </a:lnTo>
                    <a:lnTo>
                      <a:pt x="59531" y="160734"/>
                    </a:lnTo>
                    <a:cubicBezTo>
                      <a:pt x="59531" y="164022"/>
                      <a:pt x="62197" y="166688"/>
                      <a:pt x="65484" y="166688"/>
                    </a:cubicBezTo>
                    <a:cubicBezTo>
                      <a:pt x="68772" y="166688"/>
                      <a:pt x="71438" y="164022"/>
                      <a:pt x="71438" y="160734"/>
                    </a:cubicBezTo>
                    <a:lnTo>
                      <a:pt x="71438" y="148828"/>
                    </a:lnTo>
                    <a:lnTo>
                      <a:pt x="95250" y="148828"/>
                    </a:lnTo>
                    <a:lnTo>
                      <a:pt x="95250" y="160734"/>
                    </a:lnTo>
                    <a:cubicBezTo>
                      <a:pt x="95250" y="164022"/>
                      <a:pt x="97915" y="166688"/>
                      <a:pt x="101203" y="166688"/>
                    </a:cubicBezTo>
                    <a:cubicBezTo>
                      <a:pt x="104491" y="166688"/>
                      <a:pt x="107156" y="164022"/>
                      <a:pt x="107156" y="160734"/>
                    </a:cubicBezTo>
                    <a:lnTo>
                      <a:pt x="107156" y="148828"/>
                    </a:lnTo>
                    <a:lnTo>
                      <a:pt x="136922" y="148828"/>
                    </a:lnTo>
                    <a:cubicBezTo>
                      <a:pt x="143498" y="148828"/>
                      <a:pt x="148828" y="143498"/>
                      <a:pt x="148828" y="136922"/>
                    </a:cubicBezTo>
                    <a:lnTo>
                      <a:pt x="148828" y="107156"/>
                    </a:lnTo>
                    <a:lnTo>
                      <a:pt x="160734" y="107156"/>
                    </a:lnTo>
                    <a:cubicBezTo>
                      <a:pt x="164022" y="107156"/>
                      <a:pt x="166688" y="104491"/>
                      <a:pt x="166688" y="101203"/>
                    </a:cubicBezTo>
                    <a:cubicBezTo>
                      <a:pt x="166688" y="97915"/>
                      <a:pt x="164022" y="95250"/>
                      <a:pt x="160734" y="95250"/>
                    </a:cubicBezTo>
                    <a:close/>
                    <a:moveTo>
                      <a:pt x="136922" y="136922"/>
                    </a:moveTo>
                    <a:lnTo>
                      <a:pt x="29766" y="136922"/>
                    </a:lnTo>
                    <a:lnTo>
                      <a:pt x="29766" y="29766"/>
                    </a:lnTo>
                    <a:lnTo>
                      <a:pt x="136922" y="29766"/>
                    </a:lnTo>
                    <a:lnTo>
                      <a:pt x="136922" y="101106"/>
                    </a:lnTo>
                    <a:cubicBezTo>
                      <a:pt x="136922" y="101106"/>
                      <a:pt x="136922" y="101173"/>
                      <a:pt x="136922" y="101203"/>
                    </a:cubicBezTo>
                    <a:cubicBezTo>
                      <a:pt x="136922" y="101233"/>
                      <a:pt x="136922" y="101270"/>
                      <a:pt x="136922" y="101300"/>
                    </a:cubicBezTo>
                    <a:lnTo>
                      <a:pt x="136922" y="136922"/>
                    </a:ln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4615815" y="4706302"/>
              <a:ext cx="7470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Embedding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703570" y="4722495"/>
              <a:ext cx="1205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MiniLM-L12-v2 · CPU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4617720" y="4893945"/>
              <a:ext cx="856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HF Mirror 回退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7448550" y="4533900"/>
              <a:ext cx="3048000" cy="5334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7583686" y="4742258"/>
              <a:ext cx="146472" cy="142876"/>
              <a:chOff x="7583686" y="4742258"/>
              <a:chExt cx="146472" cy="142876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7675959" y="4748212"/>
                <a:ext cx="41672" cy="41672"/>
              </a:xfrm>
              <a:custGeom>
                <a:avLst/>
                <a:gdLst/>
                <a:ahLst/>
                <a:cxnLst/>
                <a:rect l="l" t="t" r="r" b="b"/>
                <a:pathLst>
                  <a:path w="41672" h="41672">
                    <a:moveTo>
                      <a:pt x="41672" y="41672"/>
                    </a:moveTo>
                    <a:lnTo>
                      <a:pt x="0" y="416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7583686" y="4742258"/>
                <a:ext cx="146472" cy="142876"/>
              </a:xfrm>
              <a:custGeom>
                <a:avLst/>
                <a:gdLst/>
                <a:ahLst/>
                <a:cxnLst/>
                <a:rect l="l" t="t" r="r" b="b"/>
                <a:pathLst>
                  <a:path w="146472" h="142876">
                    <a:moveTo>
                      <a:pt x="17859" y="89298"/>
                    </a:moveTo>
                    <a:lnTo>
                      <a:pt x="5953" y="89298"/>
                    </a:lnTo>
                    <a:cubicBezTo>
                      <a:pt x="2665" y="89298"/>
                      <a:pt x="0" y="91963"/>
                      <a:pt x="0" y="95251"/>
                    </a:cubicBezTo>
                    <a:lnTo>
                      <a:pt x="0" y="136923"/>
                    </a:lnTo>
                    <a:cubicBezTo>
                      <a:pt x="0" y="140211"/>
                      <a:pt x="2665" y="142876"/>
                      <a:pt x="5953" y="142876"/>
                    </a:cubicBezTo>
                    <a:lnTo>
                      <a:pt x="17859" y="142876"/>
                    </a:lnTo>
                    <a:cubicBezTo>
                      <a:pt x="32655" y="142876"/>
                      <a:pt x="44648" y="130882"/>
                      <a:pt x="44648" y="116087"/>
                    </a:cubicBezTo>
                    <a:cubicBezTo>
                      <a:pt x="44648" y="101292"/>
                      <a:pt x="32655" y="89298"/>
                      <a:pt x="17859" y="89298"/>
                    </a:cubicBezTo>
                    <a:close/>
                    <a:moveTo>
                      <a:pt x="17859" y="130970"/>
                    </a:moveTo>
                    <a:lnTo>
                      <a:pt x="11906" y="130970"/>
                    </a:lnTo>
                    <a:lnTo>
                      <a:pt x="11906" y="101204"/>
                    </a:lnTo>
                    <a:lnTo>
                      <a:pt x="17859" y="101204"/>
                    </a:lnTo>
                    <a:cubicBezTo>
                      <a:pt x="26079" y="101204"/>
                      <a:pt x="32742" y="107868"/>
                      <a:pt x="32742" y="116087"/>
                    </a:cubicBezTo>
                    <a:cubicBezTo>
                      <a:pt x="32742" y="124307"/>
                      <a:pt x="26079" y="130970"/>
                      <a:pt x="17859" y="130970"/>
                    </a:cubicBezTo>
                    <a:close/>
                    <a:moveTo>
                      <a:pt x="144014" y="127316"/>
                    </a:moveTo>
                    <a:cubicBezTo>
                      <a:pt x="146389" y="129589"/>
                      <a:pt x="146472" y="133357"/>
                      <a:pt x="144200" y="135732"/>
                    </a:cubicBezTo>
                    <a:cubicBezTo>
                      <a:pt x="140010" y="140242"/>
                      <a:pt x="134147" y="142826"/>
                      <a:pt x="127992" y="142876"/>
                    </a:cubicBezTo>
                    <a:cubicBezTo>
                      <a:pt x="114858" y="142876"/>
                      <a:pt x="104180" y="130858"/>
                      <a:pt x="104180" y="116087"/>
                    </a:cubicBezTo>
                    <a:cubicBezTo>
                      <a:pt x="104180" y="101316"/>
                      <a:pt x="114858" y="89298"/>
                      <a:pt x="127992" y="89298"/>
                    </a:cubicBezTo>
                    <a:cubicBezTo>
                      <a:pt x="134147" y="89348"/>
                      <a:pt x="140010" y="91932"/>
                      <a:pt x="144200" y="96442"/>
                    </a:cubicBezTo>
                    <a:cubicBezTo>
                      <a:pt x="146421" y="98825"/>
                      <a:pt x="146315" y="102551"/>
                      <a:pt x="143961" y="104803"/>
                    </a:cubicBezTo>
                    <a:cubicBezTo>
                      <a:pt x="141607" y="107055"/>
                      <a:pt x="137880" y="106997"/>
                      <a:pt x="135597" y="104672"/>
                    </a:cubicBezTo>
                    <a:cubicBezTo>
                      <a:pt x="133644" y="102523"/>
                      <a:pt x="130895" y="101269"/>
                      <a:pt x="127992" y="101204"/>
                    </a:cubicBezTo>
                    <a:cubicBezTo>
                      <a:pt x="121429" y="101204"/>
                      <a:pt x="116086" y="107902"/>
                      <a:pt x="116086" y="116087"/>
                    </a:cubicBezTo>
                    <a:cubicBezTo>
                      <a:pt x="116086" y="124273"/>
                      <a:pt x="121429" y="130970"/>
                      <a:pt x="127992" y="130970"/>
                    </a:cubicBezTo>
                    <a:cubicBezTo>
                      <a:pt x="130896" y="130910"/>
                      <a:pt x="133648" y="129656"/>
                      <a:pt x="135597" y="127502"/>
                    </a:cubicBezTo>
                    <a:cubicBezTo>
                      <a:pt x="137870" y="125127"/>
                      <a:pt x="141638" y="125044"/>
                      <a:pt x="144014" y="127316"/>
                    </a:cubicBezTo>
                    <a:close/>
                    <a:moveTo>
                      <a:pt x="74414" y="89298"/>
                    </a:moveTo>
                    <a:cubicBezTo>
                      <a:pt x="61287" y="89298"/>
                      <a:pt x="50602" y="101316"/>
                      <a:pt x="50602" y="116087"/>
                    </a:cubicBezTo>
                    <a:cubicBezTo>
                      <a:pt x="50602" y="130858"/>
                      <a:pt x="61287" y="142876"/>
                      <a:pt x="74414" y="142876"/>
                    </a:cubicBezTo>
                    <a:cubicBezTo>
                      <a:pt x="87541" y="142876"/>
                      <a:pt x="98227" y="130858"/>
                      <a:pt x="98227" y="116087"/>
                    </a:cubicBezTo>
                    <a:cubicBezTo>
                      <a:pt x="98227" y="101316"/>
                      <a:pt x="87541" y="89298"/>
                      <a:pt x="74414" y="89298"/>
                    </a:cubicBezTo>
                    <a:close/>
                    <a:moveTo>
                      <a:pt x="74414" y="130970"/>
                    </a:moveTo>
                    <a:cubicBezTo>
                      <a:pt x="67851" y="130970"/>
                      <a:pt x="62508" y="124273"/>
                      <a:pt x="62508" y="116087"/>
                    </a:cubicBezTo>
                    <a:cubicBezTo>
                      <a:pt x="62508" y="107902"/>
                      <a:pt x="67851" y="101204"/>
                      <a:pt x="74414" y="101204"/>
                    </a:cubicBezTo>
                    <a:cubicBezTo>
                      <a:pt x="80977" y="101204"/>
                      <a:pt x="86320" y="107902"/>
                      <a:pt x="86320" y="116087"/>
                    </a:cubicBezTo>
                    <a:cubicBezTo>
                      <a:pt x="86320" y="124273"/>
                      <a:pt x="80977" y="130970"/>
                      <a:pt x="74414" y="130970"/>
                    </a:cubicBezTo>
                    <a:close/>
                    <a:moveTo>
                      <a:pt x="14883" y="71439"/>
                    </a:moveTo>
                    <a:cubicBezTo>
                      <a:pt x="18171" y="71439"/>
                      <a:pt x="20836" y="68773"/>
                      <a:pt x="20836" y="65486"/>
                    </a:cubicBezTo>
                    <a:lnTo>
                      <a:pt x="20836" y="11907"/>
                    </a:lnTo>
                    <a:lnTo>
                      <a:pt x="86320" y="11907"/>
                    </a:lnTo>
                    <a:lnTo>
                      <a:pt x="86320" y="47626"/>
                    </a:lnTo>
                    <a:cubicBezTo>
                      <a:pt x="86320" y="50914"/>
                      <a:pt x="88986" y="53579"/>
                      <a:pt x="92273" y="53579"/>
                    </a:cubicBezTo>
                    <a:lnTo>
                      <a:pt x="127992" y="53579"/>
                    </a:lnTo>
                    <a:lnTo>
                      <a:pt x="127992" y="65486"/>
                    </a:lnTo>
                    <a:cubicBezTo>
                      <a:pt x="127992" y="68773"/>
                      <a:pt x="130657" y="71439"/>
                      <a:pt x="133945" y="71439"/>
                    </a:cubicBezTo>
                    <a:cubicBezTo>
                      <a:pt x="137233" y="71439"/>
                      <a:pt x="139898" y="68773"/>
                      <a:pt x="139898" y="65486"/>
                    </a:cubicBezTo>
                    <a:lnTo>
                      <a:pt x="139898" y="47626"/>
                    </a:lnTo>
                    <a:cubicBezTo>
                      <a:pt x="139900" y="46047"/>
                      <a:pt x="139273" y="44532"/>
                      <a:pt x="138157" y="43414"/>
                    </a:cubicBezTo>
                    <a:lnTo>
                      <a:pt x="96485" y="1743"/>
                    </a:lnTo>
                    <a:cubicBezTo>
                      <a:pt x="95368" y="626"/>
                      <a:pt x="93853" y="0"/>
                      <a:pt x="92273" y="1"/>
                    </a:cubicBezTo>
                    <a:lnTo>
                      <a:pt x="20836" y="1"/>
                    </a:lnTo>
                    <a:cubicBezTo>
                      <a:pt x="14260" y="1"/>
                      <a:pt x="8930" y="5332"/>
                      <a:pt x="8930" y="11907"/>
                    </a:cubicBezTo>
                    <a:lnTo>
                      <a:pt x="8930" y="65486"/>
                    </a:lnTo>
                    <a:cubicBezTo>
                      <a:pt x="8930" y="68773"/>
                      <a:pt x="11595" y="71439"/>
                      <a:pt x="14883" y="71439"/>
                    </a:cubicBezTo>
                    <a:close/>
                    <a:moveTo>
                      <a:pt x="98227" y="20324"/>
                    </a:moveTo>
                    <a:lnTo>
                      <a:pt x="119576" y="41673"/>
                    </a:lnTo>
                    <a:lnTo>
                      <a:pt x="98227" y="41673"/>
                    </a:ln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7816215" y="47063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FileLoader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846820" y="4722495"/>
              <a:ext cx="11329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7 种格式 · UUID 保存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818120" y="4893945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data/uploads/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762000" y="5334000"/>
            <a:ext cx="11049000" cy="342900"/>
            <a:chOff x="762000" y="5334000"/>
            <a:chExt cx="11049000" cy="342900"/>
          </a:xfrm>
        </p:grpSpPr>
        <p:sp>
          <p:nvSpPr>
            <p:cNvPr id="93" name="Rectangle 93"/>
            <p:cNvSpPr/>
            <p:nvPr/>
          </p:nvSpPr>
          <p:spPr>
            <a:xfrm>
              <a:off x="762000" y="5334000"/>
              <a:ext cx="11049000" cy="342900"/>
            </a:xfrm>
            <a:prstGeom prst="rect">
              <a:avLst/>
            </a:prstGeom>
            <a:solidFill>
              <a:srgbClr val="F5F6FA"/>
            </a:solidFill>
            <a:ln w="4762">
              <a:solidFill>
                <a:srgbClr val="D8DAE4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3927324" y="5447824"/>
              <a:ext cx="47183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python-dotenv 配置管理 · Logging 日志系统 · Git 版本控制 · pytest 测试套件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0554927" y="5619750"/>
            <a:ext cx="1273896" cy="264319"/>
            <a:chOff x="10554927" y="5619750"/>
            <a:chExt cx="1273896" cy="264319"/>
          </a:xfrm>
        </p:grpSpPr>
        <p:sp>
          <p:nvSpPr>
            <p:cNvPr id="96" name="Rectangle 96"/>
            <p:cNvSpPr/>
            <p:nvPr/>
          </p:nvSpPr>
          <p:spPr>
            <a:xfrm>
              <a:off x="10572750" y="5619750"/>
              <a:ext cx="1238250" cy="2476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10554927" y="5685949"/>
              <a:ext cx="12738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流式回答 + 来源标注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99" name="Rectangle 99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65" grpId="0"/>
      <p:bldP spid="92" grpId="0"/>
      <p:bldP spid="95" grpId="0"/>
      <p:bldP spid="9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99085"/>
            <a:ext cx="3771829" cy="574834"/>
            <a:chOff x="762000" y="299085"/>
            <a:chExt cx="3771829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619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9908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数据处理流程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75799"/>
              <a:ext cx="35937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DATA PIPELINE — FROM FILE UPLOAD TO INTELLIGENT ANSWER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1333500"/>
            <a:ext cx="2428875" cy="3714750"/>
            <a:chOff x="762000" y="1333500"/>
            <a:chExt cx="2428875" cy="3714750"/>
          </a:xfrm>
        </p:grpSpPr>
        <p:sp>
          <p:nvSpPr>
            <p:cNvPr id="7" name="Rectangle 7"/>
            <p:cNvSpPr/>
            <p:nvPr/>
          </p:nvSpPr>
          <p:spPr>
            <a:xfrm>
              <a:off x="762000" y="1333500"/>
              <a:ext cx="2428875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333500"/>
              <a:ext cx="2428875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34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1545" y="1822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文件上传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52500" y="2143125"/>
              <a:ext cx="2047875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32719" y="2215991"/>
              <a:ext cx="10779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多源输入 · 去重校验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1023938" y="254793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49668" y="2514124"/>
              <a:ext cx="10128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用户 Web UI 上传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1023938" y="278606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49668" y="275224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拖拽 + 点击选择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023938" y="302418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49668" y="2990374"/>
              <a:ext cx="12859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去重 key: name+size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1023938" y="326231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49668" y="3228499"/>
              <a:ext cx="8373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UUID 安全命名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52500" y="3619500"/>
              <a:ext cx="2047875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634609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10697" y="3810952"/>
              <a:ext cx="1121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data/uploads/*</a:t>
              </a:r>
            </a:p>
          </p:txBody>
        </p:sp>
      </p:grpSp>
      <p:sp>
        <p:nvSpPr>
          <p:cNvPr id="25" name="Line 25"/>
          <p:cNvSpPr/>
          <p:nvPr/>
        </p:nvSpPr>
        <p:spPr>
          <a:xfrm>
            <a:off x="3238500" y="3143250"/>
            <a:ext cx="285750" cy="1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grpSp>
        <p:nvGrpSpPr>
          <p:cNvPr id="43" name="Group 43"/>
          <p:cNvGrpSpPr/>
          <p:nvPr/>
        </p:nvGrpSpPr>
        <p:grpSpPr>
          <a:xfrm>
            <a:off x="3619500" y="1333500"/>
            <a:ext cx="2428875" cy="3714750"/>
            <a:chOff x="3619500" y="1333500"/>
            <a:chExt cx="2428875" cy="3714750"/>
          </a:xfrm>
        </p:grpSpPr>
        <p:sp>
          <p:nvSpPr>
            <p:cNvPr id="26" name="Rectangle 26"/>
            <p:cNvSpPr/>
            <p:nvPr/>
          </p:nvSpPr>
          <p:spPr>
            <a:xfrm>
              <a:off x="3619500" y="1333500"/>
              <a:ext cx="2428875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619500" y="1333500"/>
              <a:ext cx="2428875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909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89045" y="1822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解析分块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10000" y="2143125"/>
              <a:ext cx="2047875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290219" y="2215991"/>
              <a:ext cx="10779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格式检测 · 中文分割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3881438" y="2547938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007168" y="2514124"/>
              <a:ext cx="1084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自动识别 7 种格式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3881438" y="2786062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007168" y="275224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PDF/DOCX/TXT/MD/等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3881438" y="3024188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007168" y="299037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中文感知分隔符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3881438" y="3262312"/>
              <a:ext cx="47625" cy="47625"/>
            </a:xfrm>
            <a:prstGeom prst="ellipse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007168" y="322849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chunk=1000, overlap=150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810000" y="3619500"/>
              <a:ext cx="2047875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492109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13065" y="3810952"/>
              <a:ext cx="12322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Document Chunks</a:t>
              </a:r>
            </a:p>
          </p:txBody>
        </p:sp>
      </p:grpSp>
      <p:sp>
        <p:nvSpPr>
          <p:cNvPr id="44" name="Line 44"/>
          <p:cNvSpPr/>
          <p:nvPr/>
        </p:nvSpPr>
        <p:spPr>
          <a:xfrm>
            <a:off x="6096000" y="3143250"/>
            <a:ext cx="285750" cy="1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grpSp>
        <p:nvGrpSpPr>
          <p:cNvPr id="62" name="Group 62"/>
          <p:cNvGrpSpPr/>
          <p:nvPr/>
        </p:nvGrpSpPr>
        <p:grpSpPr>
          <a:xfrm>
            <a:off x="6477000" y="1333500"/>
            <a:ext cx="2428875" cy="3714750"/>
            <a:chOff x="6477000" y="1333500"/>
            <a:chExt cx="2428875" cy="3714750"/>
          </a:xfrm>
        </p:grpSpPr>
        <p:sp>
          <p:nvSpPr>
            <p:cNvPr id="45" name="Rectangle 45"/>
            <p:cNvSpPr/>
            <p:nvPr/>
          </p:nvSpPr>
          <p:spPr>
            <a:xfrm>
              <a:off x="6477000" y="1333500"/>
              <a:ext cx="2428875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7000" y="1333500"/>
              <a:ext cx="2428875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484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46545" y="18221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向量化存储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67500" y="2143125"/>
              <a:ext cx="2047875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05476" y="2215991"/>
              <a:ext cx="9623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嵌入生成 · 持久化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738938" y="2547938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64668" y="2514124"/>
              <a:ext cx="15264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HuggingFace Embeddings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738938" y="2786062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64668" y="2752249"/>
              <a:ext cx="1493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MiniLM-L12-v2 本地 CPU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738938" y="3024188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64668" y="2990374"/>
              <a:ext cx="1181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ChromaDB 向量入库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738938" y="3262312"/>
              <a:ext cx="47625" cy="47625"/>
            </a:xfrm>
            <a:prstGeom prst="ellipse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64668" y="3228499"/>
              <a:ext cx="1084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懒加载 · 去重逻辑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667500" y="3619500"/>
              <a:ext cx="2047875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49609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24934" y="3810952"/>
              <a:ext cx="923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Vector Index</a:t>
              </a:r>
            </a:p>
          </p:txBody>
        </p:sp>
      </p:grpSp>
      <p:sp>
        <p:nvSpPr>
          <p:cNvPr id="63" name="Line 63"/>
          <p:cNvSpPr/>
          <p:nvPr/>
        </p:nvSpPr>
        <p:spPr>
          <a:xfrm>
            <a:off x="8953500" y="3143250"/>
            <a:ext cx="285750" cy="1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grpSp>
        <p:nvGrpSpPr>
          <p:cNvPr id="81" name="Group 81"/>
          <p:cNvGrpSpPr/>
          <p:nvPr/>
        </p:nvGrpSpPr>
        <p:grpSpPr>
          <a:xfrm>
            <a:off x="9334500" y="1333500"/>
            <a:ext cx="2095500" cy="3714750"/>
            <a:chOff x="9334500" y="1333500"/>
            <a:chExt cx="2095500" cy="3714750"/>
          </a:xfrm>
        </p:grpSpPr>
        <p:sp>
          <p:nvSpPr>
            <p:cNvPr id="64" name="Rectangle 64"/>
            <p:cNvSpPr/>
            <p:nvPr/>
          </p:nvSpPr>
          <p:spPr>
            <a:xfrm>
              <a:off x="9334500" y="1333500"/>
              <a:ext cx="2095500" cy="3714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9334500" y="1333500"/>
              <a:ext cx="209550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505950" y="1504950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504045" y="1822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检索生成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525000" y="2143125"/>
              <a:ext cx="1714500" cy="2286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016566" y="2215991"/>
              <a:ext cx="73136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双工具 · 流式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9596438" y="254793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722168" y="2514124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Retriever 文档搜索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9596438" y="278606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722168" y="2752249"/>
              <a:ext cx="10323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Web Search 回退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9596438" y="3024188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722168" y="2990374"/>
              <a:ext cx="8243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LLM 流式生成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9596438" y="3262312"/>
              <a:ext cx="47625" cy="47625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722168" y="322849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来源 + 记忆存储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525000" y="3619500"/>
              <a:ext cx="1714500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045184" y="369093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STAGE OUTPUT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074878" y="38109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智能回答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62000" y="5286375"/>
            <a:ext cx="10668000" cy="342900"/>
            <a:chOff x="762000" y="5286375"/>
            <a:chExt cx="10668000" cy="342900"/>
          </a:xfrm>
        </p:grpSpPr>
        <p:sp>
          <p:nvSpPr>
            <p:cNvPr id="82" name="Rectangle 82"/>
            <p:cNvSpPr/>
            <p:nvPr/>
          </p:nvSpPr>
          <p:spPr>
            <a:xfrm>
              <a:off x="762000" y="5286375"/>
              <a:ext cx="10668000" cy="3429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009709" y="5400199"/>
              <a:ext cx="25535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原始文件 → 分块文档 → 向量索引 → 智能回答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85" name="Rectangle 85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3" grpId="0"/>
      <p:bldP spid="62" grpId="0"/>
      <p:bldP spid="81" grpId="0"/>
      <p:bldP spid="8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37185"/>
            <a:ext cx="4415409" cy="574834"/>
            <a:chOff x="762000" y="337185"/>
            <a:chExt cx="4415409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3718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文件加载器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713899"/>
              <a:ext cx="42372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FILELOADER — 7 FORMATS · CHINESE-AWARE CHUNKING · RICH METADATA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2000" y="1047750"/>
            <a:ext cx="3524250" cy="5191125"/>
            <a:chOff x="762000" y="1047750"/>
            <a:chExt cx="3524250" cy="5191125"/>
          </a:xfrm>
        </p:grpSpPr>
        <p:sp>
          <p:nvSpPr>
            <p:cNvPr id="7" name="Rectangle 7"/>
            <p:cNvSpPr/>
            <p:nvPr/>
          </p:nvSpPr>
          <p:spPr>
            <a:xfrm>
              <a:off x="762000" y="1047750"/>
              <a:ext cx="35242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4775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76920" y="1310876"/>
              <a:ext cx="205061" cy="200027"/>
              <a:chOff x="1076920" y="1310876"/>
              <a:chExt cx="205061" cy="20002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206103" y="1319212"/>
                <a:ext cx="58341" cy="58341"/>
              </a:xfrm>
              <a:custGeom>
                <a:avLst/>
                <a:gdLst/>
                <a:ahLst/>
                <a:cxnLst/>
                <a:rect l="l" t="t" r="r" b="b"/>
                <a:pathLst>
                  <a:path w="58341" h="58341">
                    <a:moveTo>
                      <a:pt x="58341" y="58341"/>
                    </a:moveTo>
                    <a:lnTo>
                      <a:pt x="0" y="58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6920" y="1310876"/>
                <a:ext cx="205061" cy="200027"/>
              </a:xfrm>
              <a:custGeom>
                <a:avLst/>
                <a:gdLst/>
                <a:ahLst/>
                <a:cxnLst/>
                <a:rect l="l" t="t" r="r" b="b"/>
                <a:pathLst>
                  <a:path w="205061" h="200027">
                    <a:moveTo>
                      <a:pt x="25003" y="125017"/>
                    </a:moveTo>
                    <a:lnTo>
                      <a:pt x="8334" y="125017"/>
                    </a:lnTo>
                    <a:cubicBezTo>
                      <a:pt x="3731" y="125017"/>
                      <a:pt x="0" y="128749"/>
                      <a:pt x="0" y="133352"/>
                    </a:cubicBezTo>
                    <a:lnTo>
                      <a:pt x="0" y="191692"/>
                    </a:lnTo>
                    <a:cubicBezTo>
                      <a:pt x="0" y="196295"/>
                      <a:pt x="3731" y="200027"/>
                      <a:pt x="8334" y="200027"/>
                    </a:cubicBezTo>
                    <a:lnTo>
                      <a:pt x="25003" y="200027"/>
                    </a:lnTo>
                    <a:cubicBezTo>
                      <a:pt x="45716" y="200027"/>
                      <a:pt x="62508" y="183235"/>
                      <a:pt x="62508" y="162522"/>
                    </a:cubicBezTo>
                    <a:cubicBezTo>
                      <a:pt x="62508" y="141809"/>
                      <a:pt x="45716" y="125017"/>
                      <a:pt x="25003" y="125017"/>
                    </a:cubicBezTo>
                    <a:close/>
                    <a:moveTo>
                      <a:pt x="25003" y="183358"/>
                    </a:moveTo>
                    <a:lnTo>
                      <a:pt x="16669" y="183358"/>
                    </a:lnTo>
                    <a:lnTo>
                      <a:pt x="16669" y="141686"/>
                    </a:lnTo>
                    <a:lnTo>
                      <a:pt x="25003" y="141686"/>
                    </a:lnTo>
                    <a:cubicBezTo>
                      <a:pt x="36510" y="141686"/>
                      <a:pt x="45839" y="151015"/>
                      <a:pt x="45839" y="162522"/>
                    </a:cubicBezTo>
                    <a:cubicBezTo>
                      <a:pt x="45839" y="174029"/>
                      <a:pt x="36510" y="183358"/>
                      <a:pt x="25003" y="183358"/>
                    </a:cubicBezTo>
                    <a:close/>
                    <a:moveTo>
                      <a:pt x="201619" y="178243"/>
                    </a:moveTo>
                    <a:cubicBezTo>
                      <a:pt x="204944" y="181425"/>
                      <a:pt x="205061" y="186700"/>
                      <a:pt x="201879" y="190025"/>
                    </a:cubicBezTo>
                    <a:cubicBezTo>
                      <a:pt x="196014" y="196339"/>
                      <a:pt x="187806" y="199957"/>
                      <a:pt x="179189" y="200027"/>
                    </a:cubicBezTo>
                    <a:cubicBezTo>
                      <a:pt x="160801" y="200027"/>
                      <a:pt x="145852" y="183202"/>
                      <a:pt x="145852" y="162522"/>
                    </a:cubicBezTo>
                    <a:cubicBezTo>
                      <a:pt x="145852" y="141842"/>
                      <a:pt x="160801" y="125017"/>
                      <a:pt x="179189" y="125017"/>
                    </a:cubicBezTo>
                    <a:cubicBezTo>
                      <a:pt x="187806" y="125087"/>
                      <a:pt x="196014" y="128705"/>
                      <a:pt x="201879" y="135019"/>
                    </a:cubicBezTo>
                    <a:cubicBezTo>
                      <a:pt x="204990" y="138355"/>
                      <a:pt x="204840" y="143571"/>
                      <a:pt x="201545" y="146724"/>
                    </a:cubicBezTo>
                    <a:cubicBezTo>
                      <a:pt x="198249" y="149877"/>
                      <a:pt x="193032" y="149795"/>
                      <a:pt x="189836" y="146541"/>
                    </a:cubicBezTo>
                    <a:cubicBezTo>
                      <a:pt x="187102" y="143532"/>
                      <a:pt x="183253" y="141777"/>
                      <a:pt x="179189" y="141686"/>
                    </a:cubicBezTo>
                    <a:cubicBezTo>
                      <a:pt x="170000" y="141686"/>
                      <a:pt x="162520" y="151062"/>
                      <a:pt x="162520" y="162522"/>
                    </a:cubicBezTo>
                    <a:cubicBezTo>
                      <a:pt x="162520" y="173982"/>
                      <a:pt x="170000" y="183358"/>
                      <a:pt x="179189" y="183358"/>
                    </a:cubicBezTo>
                    <a:cubicBezTo>
                      <a:pt x="183255" y="183274"/>
                      <a:pt x="187107" y="181518"/>
                      <a:pt x="189836" y="178503"/>
                    </a:cubicBezTo>
                    <a:cubicBezTo>
                      <a:pt x="193018" y="175178"/>
                      <a:pt x="198293" y="175061"/>
                      <a:pt x="201619" y="178243"/>
                    </a:cubicBezTo>
                    <a:close/>
                    <a:moveTo>
                      <a:pt x="104180" y="125017"/>
                    </a:moveTo>
                    <a:cubicBezTo>
                      <a:pt x="85802" y="125017"/>
                      <a:pt x="70842" y="141842"/>
                      <a:pt x="70842" y="162522"/>
                    </a:cubicBezTo>
                    <a:cubicBezTo>
                      <a:pt x="70842" y="183202"/>
                      <a:pt x="85802" y="200027"/>
                      <a:pt x="104180" y="200027"/>
                    </a:cubicBezTo>
                    <a:cubicBezTo>
                      <a:pt x="122557" y="200027"/>
                      <a:pt x="137517" y="183202"/>
                      <a:pt x="137517" y="162522"/>
                    </a:cubicBezTo>
                    <a:cubicBezTo>
                      <a:pt x="137517" y="141842"/>
                      <a:pt x="122557" y="125017"/>
                      <a:pt x="104180" y="125017"/>
                    </a:cubicBezTo>
                    <a:close/>
                    <a:moveTo>
                      <a:pt x="104180" y="183358"/>
                    </a:moveTo>
                    <a:cubicBezTo>
                      <a:pt x="94991" y="183358"/>
                      <a:pt x="87511" y="173982"/>
                      <a:pt x="87511" y="162522"/>
                    </a:cubicBezTo>
                    <a:cubicBezTo>
                      <a:pt x="87511" y="151062"/>
                      <a:pt x="94991" y="141686"/>
                      <a:pt x="104180" y="141686"/>
                    </a:cubicBezTo>
                    <a:cubicBezTo>
                      <a:pt x="113368" y="141686"/>
                      <a:pt x="120848" y="151062"/>
                      <a:pt x="120848" y="162522"/>
                    </a:cubicBezTo>
                    <a:cubicBezTo>
                      <a:pt x="120848" y="173982"/>
                      <a:pt x="113368" y="183358"/>
                      <a:pt x="104180" y="183358"/>
                    </a:cubicBezTo>
                    <a:close/>
                    <a:moveTo>
                      <a:pt x="20836" y="100014"/>
                    </a:moveTo>
                    <a:cubicBezTo>
                      <a:pt x="25439" y="100014"/>
                      <a:pt x="29170" y="96283"/>
                      <a:pt x="29170" y="91680"/>
                    </a:cubicBezTo>
                    <a:lnTo>
                      <a:pt x="29170" y="16670"/>
                    </a:lnTo>
                    <a:lnTo>
                      <a:pt x="120848" y="16670"/>
                    </a:lnTo>
                    <a:lnTo>
                      <a:pt x="120848" y="66677"/>
                    </a:lnTo>
                    <a:cubicBezTo>
                      <a:pt x="120848" y="71280"/>
                      <a:pt x="124580" y="75011"/>
                      <a:pt x="129183" y="75011"/>
                    </a:cubicBezTo>
                    <a:lnTo>
                      <a:pt x="179189" y="75011"/>
                    </a:lnTo>
                    <a:lnTo>
                      <a:pt x="179189" y="91680"/>
                    </a:lnTo>
                    <a:cubicBezTo>
                      <a:pt x="179189" y="96283"/>
                      <a:pt x="182920" y="100014"/>
                      <a:pt x="187523" y="100014"/>
                    </a:cubicBezTo>
                    <a:cubicBezTo>
                      <a:pt x="192126" y="100014"/>
                      <a:pt x="195858" y="96283"/>
                      <a:pt x="195858" y="91680"/>
                    </a:cubicBezTo>
                    <a:lnTo>
                      <a:pt x="195858" y="66677"/>
                    </a:lnTo>
                    <a:cubicBezTo>
                      <a:pt x="195860" y="64466"/>
                      <a:pt x="194983" y="62345"/>
                      <a:pt x="193420" y="60780"/>
                    </a:cubicBezTo>
                    <a:lnTo>
                      <a:pt x="135079" y="2440"/>
                    </a:lnTo>
                    <a:cubicBezTo>
                      <a:pt x="133515" y="877"/>
                      <a:pt x="131394" y="0"/>
                      <a:pt x="129183" y="2"/>
                    </a:cubicBezTo>
                    <a:lnTo>
                      <a:pt x="29170" y="2"/>
                    </a:lnTo>
                    <a:cubicBezTo>
                      <a:pt x="19964" y="2"/>
                      <a:pt x="12502" y="7465"/>
                      <a:pt x="12502" y="16670"/>
                    </a:cubicBezTo>
                    <a:lnTo>
                      <a:pt x="12502" y="91680"/>
                    </a:lnTo>
                    <a:cubicBezTo>
                      <a:pt x="12502" y="96283"/>
                      <a:pt x="16233" y="100014"/>
                      <a:pt x="20836" y="100014"/>
                    </a:cubicBezTo>
                    <a:close/>
                    <a:moveTo>
                      <a:pt x="137517" y="28453"/>
                    </a:moveTo>
                    <a:lnTo>
                      <a:pt x="167406" y="58342"/>
                    </a:lnTo>
                    <a:lnTo>
                      <a:pt x="137517" y="58342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7795" y="1298258"/>
              <a:ext cx="13934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7 种格式支持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028700" y="1714500"/>
              <a:ext cx="2990850" cy="590550"/>
              <a:chOff x="1028700" y="1714500"/>
              <a:chExt cx="2990850" cy="5905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28700" y="17145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05865" y="18392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PDF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702118" y="1847374"/>
                <a:ext cx="14809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PyPDFLoader · 保留页码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07770" y="2074545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多页解析与元数据提取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028700" y="2362200"/>
              <a:ext cx="2990850" cy="590550"/>
              <a:chOff x="1028700" y="2362200"/>
              <a:chExt cx="2990850" cy="5905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1028700" y="23622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05865" y="2486978"/>
                <a:ext cx="3795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DOCX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40218" y="2495074"/>
                <a:ext cx="10258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Docx2txtLoader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07770" y="2722245"/>
                <a:ext cx="10669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Word 完整文本提取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028700" y="3009900"/>
              <a:ext cx="2990850" cy="590550"/>
              <a:chOff x="1028700" y="3009900"/>
              <a:chExt cx="2990850" cy="5905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1028700" y="30099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205865" y="3134678"/>
                <a:ext cx="5412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TXT/MD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854518" y="3142774"/>
                <a:ext cx="19165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TextLoader / UnstructuredMD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07770" y="3369945"/>
                <a:ext cx="15830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UTF-8 · Markdown 结构保留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028700" y="3657600"/>
              <a:ext cx="2990850" cy="590550"/>
              <a:chOff x="1028700" y="3657600"/>
              <a:chExt cx="2990850" cy="5905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1028700" y="36576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05865" y="37823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CSV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664018" y="3790474"/>
                <a:ext cx="6683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CSVLoader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07770" y="401764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结构化表格数据加载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028700" y="4305300"/>
              <a:ext cx="2990850" cy="590550"/>
              <a:chOff x="1028700" y="4305300"/>
              <a:chExt cx="2990850" cy="5905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1028700" y="43053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05865" y="4430078"/>
                <a:ext cx="3795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HTML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740218" y="4438174"/>
                <a:ext cx="9803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WebBaseLoader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207770" y="4665345"/>
                <a:ext cx="11810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file:// 协议网页加载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1028700" y="4953000"/>
              <a:ext cx="2990850" cy="590550"/>
              <a:chOff x="1028700" y="4953000"/>
              <a:chExt cx="2990850" cy="5905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1028700" y="49530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205865" y="5077778"/>
                <a:ext cx="4236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Image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854518" y="5085874"/>
                <a:ext cx="10908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pytesseract OCR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207770" y="5313045"/>
                <a:ext cx="14690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chi_sim+eng 中英混合识别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4400550" y="1047750"/>
            <a:ext cx="3524250" cy="5191125"/>
            <a:chOff x="4400550" y="1047750"/>
            <a:chExt cx="3524250" cy="5191125"/>
          </a:xfrm>
        </p:grpSpPr>
        <p:sp>
          <p:nvSpPr>
            <p:cNvPr id="44" name="Rectangle 44"/>
            <p:cNvSpPr/>
            <p:nvPr/>
          </p:nvSpPr>
          <p:spPr>
            <a:xfrm>
              <a:off x="4400550" y="1047750"/>
              <a:ext cx="35242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4400550" y="104775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4707059" y="1323253"/>
              <a:ext cx="230013" cy="192194"/>
              <a:chOff x="4707059" y="1323253"/>
              <a:chExt cx="230013" cy="192194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4716789" y="1333036"/>
                <a:ext cx="64037" cy="172379"/>
              </a:xfrm>
              <a:custGeom>
                <a:avLst/>
                <a:gdLst/>
                <a:ahLst/>
                <a:cxnLst/>
                <a:rect l="l" t="t" r="r" b="b"/>
                <a:pathLst>
                  <a:path w="64037" h="172379">
                    <a:moveTo>
                      <a:pt x="11391" y="52644"/>
                    </a:moveTo>
                    <a:cubicBezTo>
                      <a:pt x="0" y="41252"/>
                      <a:pt x="1" y="22782"/>
                      <a:pt x="11392" y="11391"/>
                    </a:cubicBezTo>
                    <a:cubicBezTo>
                      <a:pt x="22784" y="0"/>
                      <a:pt x="41253" y="0"/>
                      <a:pt x="52645" y="11391"/>
                    </a:cubicBezTo>
                    <a:cubicBezTo>
                      <a:pt x="64036" y="22782"/>
                      <a:pt x="64037" y="41252"/>
                      <a:pt x="52646" y="52644"/>
                    </a:cubicBezTo>
                    <a:cubicBezTo>
                      <a:pt x="47175" y="58115"/>
                      <a:pt x="39755" y="61188"/>
                      <a:pt x="32018" y="61188"/>
                    </a:cubicBezTo>
                    <a:cubicBezTo>
                      <a:pt x="24281" y="61188"/>
                      <a:pt x="16861" y="58115"/>
                      <a:pt x="11391" y="52644"/>
                    </a:cubicBezTo>
                    <a:close/>
                    <a:moveTo>
                      <a:pt x="11391" y="119735"/>
                    </a:moveTo>
                    <a:cubicBezTo>
                      <a:pt x="0" y="131127"/>
                      <a:pt x="1" y="149596"/>
                      <a:pt x="11392" y="160988"/>
                    </a:cubicBezTo>
                    <a:cubicBezTo>
                      <a:pt x="22784" y="172379"/>
                      <a:pt x="41253" y="172379"/>
                      <a:pt x="52645" y="160988"/>
                    </a:cubicBezTo>
                    <a:cubicBezTo>
                      <a:pt x="64036" y="149596"/>
                      <a:pt x="64037" y="131127"/>
                      <a:pt x="52646" y="119735"/>
                    </a:cubicBezTo>
                    <a:cubicBezTo>
                      <a:pt x="47175" y="114264"/>
                      <a:pt x="39755" y="111190"/>
                      <a:pt x="32018" y="111190"/>
                    </a:cubicBezTo>
                    <a:cubicBezTo>
                      <a:pt x="24281" y="111190"/>
                      <a:pt x="16861" y="114264"/>
                      <a:pt x="11391" y="11973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4707059" y="1323253"/>
                <a:ext cx="230013" cy="192194"/>
              </a:xfrm>
              <a:custGeom>
                <a:avLst/>
                <a:gdLst/>
                <a:ahLst/>
                <a:cxnLst/>
                <a:rect l="l" t="t" r="r" b="b"/>
                <a:pathLst>
                  <a:path w="230013" h="192194">
                    <a:moveTo>
                      <a:pt x="143563" y="80480"/>
                    </a:moveTo>
                    <a:cubicBezTo>
                      <a:pt x="142312" y="78655"/>
                      <a:pt x="141839" y="76406"/>
                      <a:pt x="142247" y="74231"/>
                    </a:cubicBezTo>
                    <a:cubicBezTo>
                      <a:pt x="142656" y="72056"/>
                      <a:pt x="143913" y="70133"/>
                      <a:pt x="145741" y="68885"/>
                    </a:cubicBezTo>
                    <a:lnTo>
                      <a:pt x="216229" y="20650"/>
                    </a:lnTo>
                    <a:cubicBezTo>
                      <a:pt x="220022" y="18303"/>
                      <a:pt x="224990" y="19359"/>
                      <a:pt x="227501" y="23045"/>
                    </a:cubicBezTo>
                    <a:cubicBezTo>
                      <a:pt x="230013" y="26731"/>
                      <a:pt x="229177" y="31741"/>
                      <a:pt x="225605" y="34412"/>
                    </a:cubicBezTo>
                    <a:lnTo>
                      <a:pt x="155106" y="82647"/>
                    </a:lnTo>
                    <a:cubicBezTo>
                      <a:pt x="153725" y="83600"/>
                      <a:pt x="152086" y="84109"/>
                      <a:pt x="150408" y="84106"/>
                    </a:cubicBezTo>
                    <a:cubicBezTo>
                      <a:pt x="147669" y="84095"/>
                      <a:pt x="145111" y="82740"/>
                      <a:pt x="143563" y="80480"/>
                    </a:cubicBezTo>
                    <a:close/>
                    <a:moveTo>
                      <a:pt x="227813" y="169127"/>
                    </a:moveTo>
                    <a:cubicBezTo>
                      <a:pt x="225213" y="172924"/>
                      <a:pt x="220026" y="173894"/>
                      <a:pt x="216229" y="171294"/>
                    </a:cubicBezTo>
                    <a:lnTo>
                      <a:pt x="120925" y="106077"/>
                    </a:lnTo>
                    <a:lnTo>
                      <a:pt x="76638" y="136373"/>
                    </a:lnTo>
                    <a:cubicBezTo>
                      <a:pt x="83634" y="154139"/>
                      <a:pt x="76166" y="174325"/>
                      <a:pt x="59292" y="183260"/>
                    </a:cubicBezTo>
                    <a:cubicBezTo>
                      <a:pt x="42417" y="192194"/>
                      <a:pt x="21524" y="187025"/>
                      <a:pt x="10762" y="171253"/>
                    </a:cubicBezTo>
                    <a:cubicBezTo>
                      <a:pt x="0" y="155481"/>
                      <a:pt x="2805" y="134141"/>
                      <a:pt x="17278" y="121687"/>
                    </a:cubicBezTo>
                    <a:cubicBezTo>
                      <a:pt x="31751" y="109232"/>
                      <a:pt x="53270" y="109639"/>
                      <a:pt x="67262" y="122631"/>
                    </a:cubicBezTo>
                    <a:lnTo>
                      <a:pt x="106163" y="95972"/>
                    </a:lnTo>
                    <a:lnTo>
                      <a:pt x="67210" y="69312"/>
                    </a:lnTo>
                    <a:cubicBezTo>
                      <a:pt x="53266" y="82238"/>
                      <a:pt x="31838" y="82628"/>
                      <a:pt x="17432" y="70220"/>
                    </a:cubicBezTo>
                    <a:cubicBezTo>
                      <a:pt x="3026" y="57812"/>
                      <a:pt x="237" y="36563"/>
                      <a:pt x="10954" y="20857"/>
                    </a:cubicBezTo>
                    <a:cubicBezTo>
                      <a:pt x="21670" y="5152"/>
                      <a:pt x="42473" y="0"/>
                      <a:pt x="59280" y="8890"/>
                    </a:cubicBezTo>
                    <a:cubicBezTo>
                      <a:pt x="76087" y="17779"/>
                      <a:pt x="83537" y="37874"/>
                      <a:pt x="76586" y="55571"/>
                    </a:cubicBezTo>
                    <a:lnTo>
                      <a:pt x="225563" y="157532"/>
                    </a:lnTo>
                    <a:cubicBezTo>
                      <a:pt x="227403" y="158768"/>
                      <a:pt x="228675" y="160686"/>
                      <a:pt x="229097" y="162862"/>
                    </a:cubicBezTo>
                    <a:cubicBezTo>
                      <a:pt x="229519" y="165038"/>
                      <a:pt x="229057" y="167292"/>
                      <a:pt x="227813" y="169127"/>
                    </a:cubicBezTo>
                    <a:close/>
                    <a:moveTo>
                      <a:pt x="62584" y="150145"/>
                    </a:moveTo>
                    <a:cubicBezTo>
                      <a:pt x="62587" y="140205"/>
                      <a:pt x="55567" y="131647"/>
                      <a:pt x="45817" y="129706"/>
                    </a:cubicBezTo>
                    <a:cubicBezTo>
                      <a:pt x="36068" y="127765"/>
                      <a:pt x="26306" y="132981"/>
                      <a:pt x="22500" y="142164"/>
                    </a:cubicBezTo>
                    <a:cubicBezTo>
                      <a:pt x="18694" y="151347"/>
                      <a:pt x="21906" y="161939"/>
                      <a:pt x="30170" y="167463"/>
                    </a:cubicBezTo>
                    <a:cubicBezTo>
                      <a:pt x="38434" y="172987"/>
                      <a:pt x="49450" y="171904"/>
                      <a:pt x="56480" y="164876"/>
                    </a:cubicBezTo>
                    <a:cubicBezTo>
                      <a:pt x="60402" y="160980"/>
                      <a:pt x="62601" y="155674"/>
                      <a:pt x="62584" y="150145"/>
                    </a:cubicBezTo>
                    <a:close/>
                    <a:moveTo>
                      <a:pt x="56480" y="56519"/>
                    </a:moveTo>
                    <a:cubicBezTo>
                      <a:pt x="62440" y="50560"/>
                      <a:pt x="64224" y="41598"/>
                      <a:pt x="60999" y="33811"/>
                    </a:cubicBezTo>
                    <a:cubicBezTo>
                      <a:pt x="57774" y="26025"/>
                      <a:pt x="50176" y="20948"/>
                      <a:pt x="41749" y="20948"/>
                    </a:cubicBezTo>
                    <a:cubicBezTo>
                      <a:pt x="33321" y="20948"/>
                      <a:pt x="25723" y="26025"/>
                      <a:pt x="22498" y="33811"/>
                    </a:cubicBezTo>
                    <a:cubicBezTo>
                      <a:pt x="19273" y="41598"/>
                      <a:pt x="21057" y="50560"/>
                      <a:pt x="27018" y="56519"/>
                    </a:cubicBezTo>
                    <a:cubicBezTo>
                      <a:pt x="30904" y="60464"/>
                      <a:pt x="36211" y="62685"/>
                      <a:pt x="41749" y="62685"/>
                    </a:cubicBezTo>
                    <a:cubicBezTo>
                      <a:pt x="47286" y="62685"/>
                      <a:pt x="52593" y="60464"/>
                      <a:pt x="56480" y="56519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5046345" y="129825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智能分块策略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667250" y="1714500"/>
              <a:ext cx="2990850" cy="1047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842510" y="1851660"/>
              <a:ext cx="26768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RecursiveCharacterTextSplitter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844415" y="2125028"/>
              <a:ext cx="1230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chunk_size = 1000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844415" y="2325052"/>
              <a:ext cx="1384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chunk_overlap = 150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45368" y="256174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中文分隔符: \n\n → \n → 。→ . → 空格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667250" y="2952750"/>
              <a:ext cx="299085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843462" y="30980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分块流程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845368" y="3342799"/>
              <a:ext cx="22480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1. detect_file_type() 自动识别格式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845368" y="3533299"/>
              <a:ext cx="20140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2. _load_raw() 调度对应 Loader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45368" y="3723799"/>
              <a:ext cx="22025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3. split_documents() 中文感知分块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667250" y="3905250"/>
              <a:ext cx="299085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843462" y="40505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文件存储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845368" y="42952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845368" y="4485799"/>
              <a:ext cx="21895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UUID 前缀: {8hex}_{original_name}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8039100" y="1047750"/>
            <a:ext cx="3390900" cy="5191125"/>
            <a:chOff x="8039100" y="1047750"/>
            <a:chExt cx="3390900" cy="5191125"/>
          </a:xfrm>
        </p:grpSpPr>
        <p:sp>
          <p:nvSpPr>
            <p:cNvPr id="65" name="Rectangle 65"/>
            <p:cNvSpPr/>
            <p:nvPr/>
          </p:nvSpPr>
          <p:spPr>
            <a:xfrm>
              <a:off x="8039100" y="1047750"/>
              <a:ext cx="339090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039100" y="104775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8349853" y="1310878"/>
              <a:ext cx="216694" cy="216694"/>
              <a:chOff x="8349853" y="1310878"/>
              <a:chExt cx="216694" cy="216694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358188" y="131921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100012"/>
                    </a:moveTo>
                    <a:cubicBezTo>
                      <a:pt x="200025" y="155248"/>
                      <a:pt x="155248" y="200025"/>
                      <a:pt x="100012" y="200025"/>
                    </a:cubicBezTo>
                    <a:cubicBezTo>
                      <a:pt x="44777" y="200025"/>
                      <a:pt x="0" y="155248"/>
                      <a:pt x="0" y="100012"/>
                    </a:cubicBezTo>
                    <a:cubicBezTo>
                      <a:pt x="0" y="44777"/>
                      <a:pt x="44777" y="0"/>
                      <a:pt x="100012" y="0"/>
                    </a:cubicBezTo>
                    <a:cubicBezTo>
                      <a:pt x="155248" y="0"/>
                      <a:pt x="200025" y="44777"/>
                      <a:pt x="200025" y="100012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49853" y="1310878"/>
                <a:ext cx="216694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16694">
                    <a:moveTo>
                      <a:pt x="125016" y="158353"/>
                    </a:moveTo>
                    <a:cubicBezTo>
                      <a:pt x="125016" y="162956"/>
                      <a:pt x="121284" y="166688"/>
                      <a:pt x="116681" y="166688"/>
                    </a:cubicBezTo>
                    <a:cubicBezTo>
                      <a:pt x="107475" y="166688"/>
                      <a:pt x="100012" y="159225"/>
                      <a:pt x="100012" y="150019"/>
                    </a:cubicBezTo>
                    <a:lnTo>
                      <a:pt x="100012" y="108347"/>
                    </a:lnTo>
                    <a:cubicBezTo>
                      <a:pt x="95410" y="108347"/>
                      <a:pt x="91678" y="104615"/>
                      <a:pt x="91678" y="100012"/>
                    </a:cubicBezTo>
                    <a:cubicBezTo>
                      <a:pt x="91678" y="95410"/>
                      <a:pt x="95410" y="91678"/>
                      <a:pt x="100012" y="91678"/>
                    </a:cubicBezTo>
                    <a:cubicBezTo>
                      <a:pt x="109218" y="91678"/>
                      <a:pt x="116681" y="99141"/>
                      <a:pt x="116681" y="108347"/>
                    </a:cubicBezTo>
                    <a:lnTo>
                      <a:pt x="116681" y="150019"/>
                    </a:lnTo>
                    <a:cubicBezTo>
                      <a:pt x="121284" y="150019"/>
                      <a:pt x="125016" y="153750"/>
                      <a:pt x="125016" y="158353"/>
                    </a:cubicBezTo>
                    <a:close/>
                    <a:moveTo>
                      <a:pt x="216694" y="108347"/>
                    </a:moveTo>
                    <a:cubicBezTo>
                      <a:pt x="216694" y="168185"/>
                      <a:pt x="168185" y="216694"/>
                      <a:pt x="108347" y="216694"/>
                    </a:cubicBezTo>
                    <a:cubicBezTo>
                      <a:pt x="48509" y="216694"/>
                      <a:pt x="0" y="168185"/>
                      <a:pt x="0" y="108347"/>
                    </a:cubicBezTo>
                    <a:cubicBezTo>
                      <a:pt x="0" y="48509"/>
                      <a:pt x="48509" y="0"/>
                      <a:pt x="108347" y="0"/>
                    </a:cubicBezTo>
                    <a:cubicBezTo>
                      <a:pt x="168159" y="63"/>
                      <a:pt x="216631" y="48535"/>
                      <a:pt x="216694" y="108347"/>
                    </a:cubicBezTo>
                    <a:close/>
                    <a:moveTo>
                      <a:pt x="200025" y="108347"/>
                    </a:moveTo>
                    <a:cubicBezTo>
                      <a:pt x="200025" y="57714"/>
                      <a:pt x="158979" y="16669"/>
                      <a:pt x="108347" y="16669"/>
                    </a:cubicBezTo>
                    <a:cubicBezTo>
                      <a:pt x="57714" y="16669"/>
                      <a:pt x="16669" y="57714"/>
                      <a:pt x="16669" y="108347"/>
                    </a:cubicBezTo>
                    <a:cubicBezTo>
                      <a:pt x="16669" y="158979"/>
                      <a:pt x="57714" y="200025"/>
                      <a:pt x="108347" y="200025"/>
                    </a:cubicBezTo>
                    <a:cubicBezTo>
                      <a:pt x="158956" y="199968"/>
                      <a:pt x="199968" y="158956"/>
                      <a:pt x="200025" y="108347"/>
                    </a:cubicBezTo>
                    <a:close/>
                    <a:moveTo>
                      <a:pt x="104180" y="75009"/>
                    </a:moveTo>
                    <a:cubicBezTo>
                      <a:pt x="111084" y="75009"/>
                      <a:pt x="116681" y="69412"/>
                      <a:pt x="116681" y="62508"/>
                    </a:cubicBezTo>
                    <a:cubicBezTo>
                      <a:pt x="116681" y="55603"/>
                      <a:pt x="111084" y="50006"/>
                      <a:pt x="104180" y="50006"/>
                    </a:cubicBezTo>
                    <a:cubicBezTo>
                      <a:pt x="97275" y="50006"/>
                      <a:pt x="91678" y="55603"/>
                      <a:pt x="91678" y="62508"/>
                    </a:cubicBezTo>
                    <a:cubicBezTo>
                      <a:pt x="91678" y="69412"/>
                      <a:pt x="97275" y="75009"/>
                      <a:pt x="104180" y="75009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8684895" y="1298258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完整元数据</a:t>
              </a:r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8305800" y="1714500"/>
              <a:ext cx="2857500" cy="533400"/>
              <a:chOff x="8305800" y="1714500"/>
              <a:chExt cx="2857500" cy="533400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8305800" y="1714500"/>
                <a:ext cx="2857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8483918" y="1828324"/>
                <a:ext cx="4752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source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9322118" y="1828324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原始文件名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484870" y="2036445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回答溯源依据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8305800" y="2305050"/>
              <a:ext cx="3046285" cy="533400"/>
              <a:chOff x="8305800" y="2305050"/>
              <a:chExt cx="3046285" cy="533400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8305800" y="2305050"/>
                <a:ext cx="2857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483918" y="2418874"/>
                <a:ext cx="63226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file_type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9369742" y="24188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格式类型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484870" y="2626995"/>
                <a:ext cx="286721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pdf / docx / txt / csv / markdown / html / image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8305800" y="2895600"/>
              <a:ext cx="2857500" cy="533400"/>
              <a:chOff x="8305800" y="2895600"/>
              <a:chExt cx="2857500" cy="533400"/>
            </a:xfrm>
          </p:grpSpPr>
          <p:sp>
            <p:nvSpPr>
              <p:cNvPr id="81" name="Rectangle 81"/>
              <p:cNvSpPr/>
              <p:nvPr/>
            </p:nvSpPr>
            <p:spPr>
              <a:xfrm>
                <a:off x="8305800" y="2895600"/>
                <a:ext cx="2857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8483918" y="3009424"/>
                <a:ext cx="8165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chunk_index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9655492" y="300942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分块序号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8484870" y="3217545"/>
                <a:ext cx="136102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文档内部位置定位 + 去重</a:t>
                </a: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8305800" y="3486150"/>
              <a:ext cx="2857500" cy="533400"/>
              <a:chOff x="8305800" y="3486150"/>
              <a:chExt cx="2857500" cy="53340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8305800" y="3486150"/>
                <a:ext cx="2857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8483918" y="3599974"/>
                <a:ext cx="80973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upload_time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9703118" y="35999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上传时间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8484870" y="3808095"/>
                <a:ext cx="14210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YYYY-MM-DD HH:MM 格式</a:t>
                </a:r>
              </a:p>
            </p:txBody>
          </p:sp>
        </p:grpSp>
        <p:sp>
          <p:nvSpPr>
            <p:cNvPr id="91" name="TextBox 91"/>
            <p:cNvSpPr txBox="1"/>
            <p:nvPr/>
          </p:nvSpPr>
          <p:spPr>
            <a:xfrm>
              <a:off x="8293418" y="4228624"/>
              <a:ext cx="17344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每个分块 = 内容 + 4 项元数据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293418" y="4447699"/>
              <a:ext cx="20530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source 支持页面刷新恢复文件列表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94" name="Rectangle 94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64" grpId="0"/>
      <p:bldP spid="9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37185"/>
            <a:ext cx="3683922" cy="574834"/>
            <a:chOff x="762000" y="337185"/>
            <a:chExt cx="3683922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37185"/>
              <a:ext cx="35277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向量存储 &amp; 智能代理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713899"/>
              <a:ext cx="33336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VECTORSTORE · CHROMADB &amp; AGENT · LANGGRAPH REACT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1047750"/>
            <a:ext cx="5238750" cy="5191125"/>
            <a:chOff x="762000" y="1047750"/>
            <a:chExt cx="5238750" cy="5191125"/>
          </a:xfrm>
        </p:grpSpPr>
        <p:sp>
          <p:nvSpPr>
            <p:cNvPr id="7" name="Rectangle 7"/>
            <p:cNvSpPr/>
            <p:nvPr/>
          </p:nvSpPr>
          <p:spPr>
            <a:xfrm>
              <a:off x="762000" y="1047750"/>
              <a:ext cx="52387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47750"/>
              <a:ext cx="52387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1088" y="1329928"/>
              <a:ext cx="200025" cy="216694"/>
              <a:chOff x="1081088" y="1329928"/>
              <a:chExt cx="200025" cy="21669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89422" y="1338262"/>
                <a:ext cx="18335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00012">
                    <a:moveTo>
                      <a:pt x="183356" y="50006"/>
                    </a:moveTo>
                    <a:cubicBezTo>
                      <a:pt x="183356" y="77624"/>
                      <a:pt x="142309" y="100012"/>
                      <a:pt x="91678" y="100012"/>
                    </a:cubicBezTo>
                    <a:cubicBezTo>
                      <a:pt x="41047" y="100012"/>
                      <a:pt x="0" y="77624"/>
                      <a:pt x="0" y="50006"/>
                    </a:cubicBezTo>
                    <a:cubicBezTo>
                      <a:pt x="0" y="22388"/>
                      <a:pt x="41047" y="0"/>
                      <a:pt x="91678" y="0"/>
                    </a:cubicBezTo>
                    <a:cubicBezTo>
                      <a:pt x="142309" y="0"/>
                      <a:pt x="183356" y="22388"/>
                      <a:pt x="183356" y="50006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1088" y="1329928"/>
                <a:ext cx="200025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16694">
                    <a:moveTo>
                      <a:pt x="100012" y="0"/>
                    </a:moveTo>
                    <a:cubicBezTo>
                      <a:pt x="43933" y="0"/>
                      <a:pt x="0" y="25628"/>
                      <a:pt x="0" y="58341"/>
                    </a:cubicBezTo>
                    <a:lnTo>
                      <a:pt x="0" y="158353"/>
                    </a:lnTo>
                    <a:cubicBezTo>
                      <a:pt x="0" y="191066"/>
                      <a:pt x="43933" y="216694"/>
                      <a:pt x="100012" y="216694"/>
                    </a:cubicBezTo>
                    <a:cubicBezTo>
                      <a:pt x="156092" y="216694"/>
                      <a:pt x="200025" y="191066"/>
                      <a:pt x="200025" y="158353"/>
                    </a:cubicBezTo>
                    <a:lnTo>
                      <a:pt x="200025" y="58341"/>
                    </a:lnTo>
                    <a:cubicBezTo>
                      <a:pt x="200025" y="25628"/>
                      <a:pt x="156092" y="0"/>
                      <a:pt x="100012" y="0"/>
                    </a:cubicBezTo>
                    <a:close/>
                    <a:moveTo>
                      <a:pt x="183356" y="108347"/>
                    </a:moveTo>
                    <a:cubicBezTo>
                      <a:pt x="183356" y="118369"/>
                      <a:pt x="175147" y="128589"/>
                      <a:pt x="160843" y="136392"/>
                    </a:cubicBezTo>
                    <a:cubicBezTo>
                      <a:pt x="144737" y="145174"/>
                      <a:pt x="123130" y="150019"/>
                      <a:pt x="100012" y="150019"/>
                    </a:cubicBezTo>
                    <a:cubicBezTo>
                      <a:pt x="76895" y="150019"/>
                      <a:pt x="55288" y="145174"/>
                      <a:pt x="39182" y="136392"/>
                    </a:cubicBezTo>
                    <a:cubicBezTo>
                      <a:pt x="24878" y="128589"/>
                      <a:pt x="16669" y="118369"/>
                      <a:pt x="16669" y="108347"/>
                    </a:cubicBezTo>
                    <a:lnTo>
                      <a:pt x="16669" y="91011"/>
                    </a:lnTo>
                    <a:cubicBezTo>
                      <a:pt x="34442" y="106638"/>
                      <a:pt x="64831" y="116681"/>
                      <a:pt x="100012" y="116681"/>
                    </a:cubicBezTo>
                    <a:cubicBezTo>
                      <a:pt x="135194" y="116681"/>
                      <a:pt x="165583" y="106597"/>
                      <a:pt x="183356" y="91011"/>
                    </a:cubicBezTo>
                    <a:close/>
                    <a:moveTo>
                      <a:pt x="39182" y="30295"/>
                    </a:moveTo>
                    <a:cubicBezTo>
                      <a:pt x="55288" y="21513"/>
                      <a:pt x="76895" y="16669"/>
                      <a:pt x="100012" y="16669"/>
                    </a:cubicBezTo>
                    <a:cubicBezTo>
                      <a:pt x="123130" y="16669"/>
                      <a:pt x="144737" y="21513"/>
                      <a:pt x="160843" y="30295"/>
                    </a:cubicBezTo>
                    <a:cubicBezTo>
                      <a:pt x="175147" y="38099"/>
                      <a:pt x="183356" y="48319"/>
                      <a:pt x="183356" y="58341"/>
                    </a:cubicBezTo>
                    <a:cubicBezTo>
                      <a:pt x="183356" y="68363"/>
                      <a:pt x="175147" y="78583"/>
                      <a:pt x="160843" y="86386"/>
                    </a:cubicBezTo>
                    <a:cubicBezTo>
                      <a:pt x="144737" y="95168"/>
                      <a:pt x="123130" y="100012"/>
                      <a:pt x="100012" y="100012"/>
                    </a:cubicBezTo>
                    <a:cubicBezTo>
                      <a:pt x="76895" y="100012"/>
                      <a:pt x="55288" y="95168"/>
                      <a:pt x="39182" y="86386"/>
                    </a:cubicBezTo>
                    <a:cubicBezTo>
                      <a:pt x="24878" y="78583"/>
                      <a:pt x="16669" y="68363"/>
                      <a:pt x="16669" y="58341"/>
                    </a:cubicBezTo>
                    <a:cubicBezTo>
                      <a:pt x="16669" y="48319"/>
                      <a:pt x="24878" y="38099"/>
                      <a:pt x="39182" y="30295"/>
                    </a:cubicBezTo>
                    <a:close/>
                    <a:moveTo>
                      <a:pt x="160843" y="186398"/>
                    </a:moveTo>
                    <a:cubicBezTo>
                      <a:pt x="144737" y="195181"/>
                      <a:pt x="123130" y="200025"/>
                      <a:pt x="100012" y="200025"/>
                    </a:cubicBezTo>
                    <a:cubicBezTo>
                      <a:pt x="76895" y="200025"/>
                      <a:pt x="55288" y="195181"/>
                      <a:pt x="39182" y="186398"/>
                    </a:cubicBezTo>
                    <a:cubicBezTo>
                      <a:pt x="24878" y="178595"/>
                      <a:pt x="16669" y="168375"/>
                      <a:pt x="16669" y="158353"/>
                    </a:cubicBezTo>
                    <a:lnTo>
                      <a:pt x="16669" y="141018"/>
                    </a:lnTo>
                    <a:cubicBezTo>
                      <a:pt x="34442" y="156645"/>
                      <a:pt x="64831" y="166688"/>
                      <a:pt x="100012" y="166688"/>
                    </a:cubicBezTo>
                    <a:cubicBezTo>
                      <a:pt x="135194" y="166688"/>
                      <a:pt x="165583" y="156603"/>
                      <a:pt x="183356" y="141018"/>
                    </a:cubicBezTo>
                    <a:lnTo>
                      <a:pt x="183356" y="158353"/>
                    </a:lnTo>
                    <a:cubicBezTo>
                      <a:pt x="183356" y="168375"/>
                      <a:pt x="175147" y="178595"/>
                      <a:pt x="160843" y="186398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7795" y="1317308"/>
              <a:ext cx="2375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VectorStoreManager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19225" y="1604962"/>
              <a:ext cx="176926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CHROMADB + HUGGINGFACE EMBEDDINGS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1905000"/>
              <a:ext cx="4705350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03960" y="2013585"/>
              <a:ext cx="12402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Embedding 模型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5865" y="2248852"/>
              <a:ext cx="27150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paraphrase-multilingual-MiniLM-L12-v2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06818" y="2466499"/>
              <a:ext cx="34831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本地 CPU · normalize_embeddings=True · HF Mirror 回退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28700" y="2876550"/>
              <a:ext cx="4705350" cy="1238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03960" y="2985135"/>
              <a:ext cx="13578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ChromaDB 向量库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05865" y="3239452"/>
              <a:ext cx="25329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懒加载初始化 (self._store property)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05865" y="3449002"/>
              <a:ext cx="24559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去重: source + chunk_index 组合 key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05865" y="3658552"/>
              <a:ext cx="17488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持久化: data/chroma_db/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06818" y="3876199"/>
              <a:ext cx="27161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close() 释放 Chroma 资源锁 (Windows 必需)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28700" y="4248150"/>
              <a:ext cx="2238375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05865" y="4382452"/>
              <a:ext cx="14453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search(query, k=4)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06818" y="4600099"/>
              <a:ext cx="1695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similarity_search 语义检索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06818" y="48096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返回 Top-K 最相关分块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429000" y="4248150"/>
              <a:ext cx="2305050" cy="857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06165" y="4382452"/>
              <a:ext cx="14086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get_source_files()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07118" y="4600099"/>
              <a:ext cx="17409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collection.get(metadatas)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07118" y="480964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页面刷新恢复文件列表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172200" y="1047750"/>
            <a:ext cx="5257800" cy="5191125"/>
            <a:chOff x="6172200" y="1047750"/>
            <a:chExt cx="5257800" cy="5191125"/>
          </a:xfrm>
        </p:grpSpPr>
        <p:sp>
          <p:nvSpPr>
            <p:cNvPr id="33" name="Rectangle 33"/>
            <p:cNvSpPr/>
            <p:nvPr/>
          </p:nvSpPr>
          <p:spPr>
            <a:xfrm>
              <a:off x="6172200" y="1047750"/>
              <a:ext cx="525780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172200" y="1047750"/>
              <a:ext cx="52578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466277" y="1325740"/>
              <a:ext cx="250039" cy="216736"/>
              <a:chOff x="6466277" y="1325740"/>
              <a:chExt cx="250039" cy="21673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474574" y="1338262"/>
                <a:ext cx="233414" cy="191691"/>
              </a:xfrm>
              <a:custGeom>
                <a:avLst/>
                <a:gdLst/>
                <a:ahLst/>
                <a:cxnLst/>
                <a:rect l="l" t="t" r="r" b="b"/>
                <a:pathLst>
                  <a:path w="233414" h="191691">
                    <a:moveTo>
                      <a:pt x="233407" y="95845"/>
                    </a:moveTo>
                    <a:cubicBezTo>
                      <a:pt x="233414" y="117043"/>
                      <a:pt x="220055" y="135942"/>
                      <a:pt x="200070" y="143007"/>
                    </a:cubicBezTo>
                    <a:lnTo>
                      <a:pt x="200070" y="143007"/>
                    </a:lnTo>
                    <a:lnTo>
                      <a:pt x="200070" y="150019"/>
                    </a:lnTo>
                    <a:cubicBezTo>
                      <a:pt x="200070" y="173033"/>
                      <a:pt x="181413" y="191691"/>
                      <a:pt x="158398" y="191691"/>
                    </a:cubicBezTo>
                    <a:cubicBezTo>
                      <a:pt x="135383" y="191691"/>
                      <a:pt x="116726" y="173033"/>
                      <a:pt x="116726" y="150019"/>
                    </a:cubicBezTo>
                    <a:cubicBezTo>
                      <a:pt x="116726" y="173033"/>
                      <a:pt x="98069" y="191691"/>
                      <a:pt x="75054" y="191691"/>
                    </a:cubicBezTo>
                    <a:cubicBezTo>
                      <a:pt x="52039" y="191691"/>
                      <a:pt x="33382" y="173033"/>
                      <a:pt x="33382" y="150019"/>
                    </a:cubicBezTo>
                    <a:lnTo>
                      <a:pt x="33382" y="143007"/>
                    </a:lnTo>
                    <a:lnTo>
                      <a:pt x="33382" y="143007"/>
                    </a:lnTo>
                    <a:cubicBezTo>
                      <a:pt x="13379" y="135957"/>
                      <a:pt x="0" y="117055"/>
                      <a:pt x="0" y="95845"/>
                    </a:cubicBezTo>
                    <a:cubicBezTo>
                      <a:pt x="0" y="74636"/>
                      <a:pt x="13379" y="55734"/>
                      <a:pt x="33382" y="48683"/>
                    </a:cubicBezTo>
                    <a:lnTo>
                      <a:pt x="33382" y="41672"/>
                    </a:lnTo>
                    <a:cubicBezTo>
                      <a:pt x="33382" y="18657"/>
                      <a:pt x="52039" y="0"/>
                      <a:pt x="75054" y="0"/>
                    </a:cubicBezTo>
                    <a:cubicBezTo>
                      <a:pt x="98069" y="0"/>
                      <a:pt x="116726" y="18657"/>
                      <a:pt x="116726" y="41672"/>
                    </a:cubicBezTo>
                    <a:cubicBezTo>
                      <a:pt x="116726" y="18657"/>
                      <a:pt x="135383" y="0"/>
                      <a:pt x="158398" y="0"/>
                    </a:cubicBezTo>
                    <a:cubicBezTo>
                      <a:pt x="181413" y="0"/>
                      <a:pt x="200070" y="18657"/>
                      <a:pt x="200070" y="41672"/>
                    </a:cubicBezTo>
                    <a:lnTo>
                      <a:pt x="200070" y="48683"/>
                    </a:lnTo>
                    <a:cubicBezTo>
                      <a:pt x="220055" y="55749"/>
                      <a:pt x="233414" y="74648"/>
                      <a:pt x="233407" y="9584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66277" y="1325740"/>
                <a:ext cx="250039" cy="216736"/>
              </a:xfrm>
              <a:custGeom>
                <a:avLst/>
                <a:gdLst/>
                <a:ahLst/>
                <a:cxnLst/>
                <a:rect l="l" t="t" r="r" b="b"/>
                <a:pathLst>
                  <a:path w="250039" h="216736">
                    <a:moveTo>
                      <a:pt x="250039" y="108368"/>
                    </a:moveTo>
                    <a:cubicBezTo>
                      <a:pt x="250017" y="85837"/>
                      <a:pt x="237047" y="65324"/>
                      <a:pt x="216702" y="55643"/>
                    </a:cubicBezTo>
                    <a:lnTo>
                      <a:pt x="216702" y="54195"/>
                    </a:lnTo>
                    <a:cubicBezTo>
                      <a:pt x="216682" y="32145"/>
                      <a:pt x="202223" y="12711"/>
                      <a:pt x="181109" y="6356"/>
                    </a:cubicBezTo>
                    <a:cubicBezTo>
                      <a:pt x="159996" y="0"/>
                      <a:pt x="137212" y="8223"/>
                      <a:pt x="125023" y="26597"/>
                    </a:cubicBezTo>
                    <a:cubicBezTo>
                      <a:pt x="112835" y="8223"/>
                      <a:pt x="90051" y="0"/>
                      <a:pt x="68937" y="6356"/>
                    </a:cubicBezTo>
                    <a:cubicBezTo>
                      <a:pt x="47824" y="12711"/>
                      <a:pt x="33365" y="32145"/>
                      <a:pt x="33345" y="54195"/>
                    </a:cubicBezTo>
                    <a:lnTo>
                      <a:pt x="33345" y="55643"/>
                    </a:lnTo>
                    <a:cubicBezTo>
                      <a:pt x="12981" y="65299"/>
                      <a:pt x="0" y="85820"/>
                      <a:pt x="0" y="108358"/>
                    </a:cubicBezTo>
                    <a:cubicBezTo>
                      <a:pt x="0" y="130895"/>
                      <a:pt x="12981" y="151417"/>
                      <a:pt x="33345" y="161073"/>
                    </a:cubicBezTo>
                    <a:lnTo>
                      <a:pt x="33345" y="162542"/>
                    </a:lnTo>
                    <a:cubicBezTo>
                      <a:pt x="33365" y="184591"/>
                      <a:pt x="47824" y="204025"/>
                      <a:pt x="68937" y="210381"/>
                    </a:cubicBezTo>
                    <a:cubicBezTo>
                      <a:pt x="90051" y="216736"/>
                      <a:pt x="112835" y="208513"/>
                      <a:pt x="125023" y="190139"/>
                    </a:cubicBezTo>
                    <a:cubicBezTo>
                      <a:pt x="137212" y="208513"/>
                      <a:pt x="159996" y="216736"/>
                      <a:pt x="181109" y="210381"/>
                    </a:cubicBezTo>
                    <a:cubicBezTo>
                      <a:pt x="202223" y="204025"/>
                      <a:pt x="216682" y="184591"/>
                      <a:pt x="216702" y="162542"/>
                    </a:cubicBezTo>
                    <a:lnTo>
                      <a:pt x="216702" y="161073"/>
                    </a:lnTo>
                    <a:cubicBezTo>
                      <a:pt x="237043" y="151398"/>
                      <a:pt x="250014" y="130893"/>
                      <a:pt x="250039" y="108368"/>
                    </a:cubicBezTo>
                    <a:close/>
                    <a:moveTo>
                      <a:pt x="83352" y="195879"/>
                    </a:moveTo>
                    <a:cubicBezTo>
                      <a:pt x="66329" y="195877"/>
                      <a:pt x="52042" y="183050"/>
                      <a:pt x="50212" y="166125"/>
                    </a:cubicBezTo>
                    <a:cubicBezTo>
                      <a:pt x="52907" y="166510"/>
                      <a:pt x="55626" y="166705"/>
                      <a:pt x="58348" y="166709"/>
                    </a:cubicBezTo>
                    <a:lnTo>
                      <a:pt x="66683" y="166709"/>
                    </a:lnTo>
                    <a:cubicBezTo>
                      <a:pt x="71286" y="166709"/>
                      <a:pt x="75017" y="162977"/>
                      <a:pt x="75017" y="158374"/>
                    </a:cubicBezTo>
                    <a:cubicBezTo>
                      <a:pt x="75017" y="153771"/>
                      <a:pt x="71286" y="150040"/>
                      <a:pt x="66683" y="150040"/>
                    </a:cubicBezTo>
                    <a:lnTo>
                      <a:pt x="58348" y="150040"/>
                    </a:lnTo>
                    <a:cubicBezTo>
                      <a:pt x="38033" y="150064"/>
                      <a:pt x="20661" y="135435"/>
                      <a:pt x="17227" y="115412"/>
                    </a:cubicBezTo>
                    <a:cubicBezTo>
                      <a:pt x="13794" y="95389"/>
                      <a:pt x="25299" y="75807"/>
                      <a:pt x="44461" y="69061"/>
                    </a:cubicBezTo>
                    <a:cubicBezTo>
                      <a:pt x="47789" y="67883"/>
                      <a:pt x="50013" y="64736"/>
                      <a:pt x="50014" y="61206"/>
                    </a:cubicBezTo>
                    <a:lnTo>
                      <a:pt x="50014" y="54195"/>
                    </a:lnTo>
                    <a:cubicBezTo>
                      <a:pt x="50014" y="35783"/>
                      <a:pt x="64940" y="20857"/>
                      <a:pt x="83352" y="20857"/>
                    </a:cubicBezTo>
                    <a:cubicBezTo>
                      <a:pt x="101763" y="20857"/>
                      <a:pt x="116689" y="35783"/>
                      <a:pt x="116689" y="54195"/>
                    </a:cubicBezTo>
                    <a:lnTo>
                      <a:pt x="116689" y="125308"/>
                    </a:lnTo>
                    <a:cubicBezTo>
                      <a:pt x="107537" y="117076"/>
                      <a:pt x="95661" y="112526"/>
                      <a:pt x="83352" y="112535"/>
                    </a:cubicBezTo>
                    <a:cubicBezTo>
                      <a:pt x="78749" y="112535"/>
                      <a:pt x="75017" y="116267"/>
                      <a:pt x="75017" y="120870"/>
                    </a:cubicBezTo>
                    <a:cubicBezTo>
                      <a:pt x="75017" y="125473"/>
                      <a:pt x="78749" y="129204"/>
                      <a:pt x="83352" y="129204"/>
                    </a:cubicBezTo>
                    <a:cubicBezTo>
                      <a:pt x="101763" y="129204"/>
                      <a:pt x="116689" y="144130"/>
                      <a:pt x="116689" y="162542"/>
                    </a:cubicBezTo>
                    <a:cubicBezTo>
                      <a:pt x="116689" y="180953"/>
                      <a:pt x="101763" y="195879"/>
                      <a:pt x="83352" y="195879"/>
                    </a:cubicBezTo>
                    <a:close/>
                    <a:moveTo>
                      <a:pt x="191698" y="150040"/>
                    </a:moveTo>
                    <a:lnTo>
                      <a:pt x="183364" y="150040"/>
                    </a:lnTo>
                    <a:cubicBezTo>
                      <a:pt x="178761" y="150040"/>
                      <a:pt x="175030" y="153771"/>
                      <a:pt x="175030" y="158374"/>
                    </a:cubicBezTo>
                    <a:cubicBezTo>
                      <a:pt x="175030" y="162977"/>
                      <a:pt x="178761" y="166709"/>
                      <a:pt x="183364" y="166709"/>
                    </a:cubicBezTo>
                    <a:lnTo>
                      <a:pt x="191698" y="166709"/>
                    </a:lnTo>
                    <a:cubicBezTo>
                      <a:pt x="194421" y="166705"/>
                      <a:pt x="197140" y="166510"/>
                      <a:pt x="199835" y="166125"/>
                    </a:cubicBezTo>
                    <a:cubicBezTo>
                      <a:pt x="197906" y="183968"/>
                      <a:pt x="182198" y="197081"/>
                      <a:pt x="164297" y="195793"/>
                    </a:cubicBezTo>
                    <a:cubicBezTo>
                      <a:pt x="146397" y="194505"/>
                      <a:pt x="132729" y="179277"/>
                      <a:pt x="133375" y="161342"/>
                    </a:cubicBezTo>
                    <a:cubicBezTo>
                      <a:pt x="134021" y="143407"/>
                      <a:pt x="148749" y="129201"/>
                      <a:pt x="166695" y="129204"/>
                    </a:cubicBezTo>
                    <a:cubicBezTo>
                      <a:pt x="171298" y="129204"/>
                      <a:pt x="175030" y="125473"/>
                      <a:pt x="175030" y="120870"/>
                    </a:cubicBezTo>
                    <a:cubicBezTo>
                      <a:pt x="175030" y="116267"/>
                      <a:pt x="171298" y="112535"/>
                      <a:pt x="166695" y="112535"/>
                    </a:cubicBezTo>
                    <a:cubicBezTo>
                      <a:pt x="154386" y="112526"/>
                      <a:pt x="142510" y="117076"/>
                      <a:pt x="133358" y="125308"/>
                    </a:cubicBezTo>
                    <a:lnTo>
                      <a:pt x="133358" y="54195"/>
                    </a:lnTo>
                    <a:cubicBezTo>
                      <a:pt x="133358" y="35783"/>
                      <a:pt x="148284" y="20857"/>
                      <a:pt x="166695" y="20857"/>
                    </a:cubicBezTo>
                    <a:cubicBezTo>
                      <a:pt x="185107" y="20857"/>
                      <a:pt x="200033" y="35783"/>
                      <a:pt x="200033" y="54195"/>
                    </a:cubicBezTo>
                    <a:lnTo>
                      <a:pt x="200033" y="61206"/>
                    </a:lnTo>
                    <a:cubicBezTo>
                      <a:pt x="200033" y="64736"/>
                      <a:pt x="202258" y="67883"/>
                      <a:pt x="205586" y="69061"/>
                    </a:cubicBezTo>
                    <a:cubicBezTo>
                      <a:pt x="224748" y="75807"/>
                      <a:pt x="236253" y="95389"/>
                      <a:pt x="232819" y="115412"/>
                    </a:cubicBezTo>
                    <a:cubicBezTo>
                      <a:pt x="229386" y="135435"/>
                      <a:pt x="212014" y="150064"/>
                      <a:pt x="191698" y="150040"/>
                    </a:cubicBezTo>
                    <a:close/>
                    <a:moveTo>
                      <a:pt x="208367" y="95867"/>
                    </a:moveTo>
                    <a:cubicBezTo>
                      <a:pt x="208367" y="100469"/>
                      <a:pt x="204636" y="104201"/>
                      <a:pt x="200033" y="104201"/>
                    </a:cubicBezTo>
                    <a:lnTo>
                      <a:pt x="195866" y="104201"/>
                    </a:lnTo>
                    <a:cubicBezTo>
                      <a:pt x="175152" y="104201"/>
                      <a:pt x="158361" y="87409"/>
                      <a:pt x="158361" y="66696"/>
                    </a:cubicBezTo>
                    <a:lnTo>
                      <a:pt x="158361" y="62529"/>
                    </a:lnTo>
                    <a:cubicBezTo>
                      <a:pt x="158361" y="57926"/>
                      <a:pt x="162092" y="54195"/>
                      <a:pt x="166695" y="54195"/>
                    </a:cubicBezTo>
                    <a:cubicBezTo>
                      <a:pt x="171298" y="54195"/>
                      <a:pt x="175030" y="57926"/>
                      <a:pt x="175030" y="62529"/>
                    </a:cubicBezTo>
                    <a:lnTo>
                      <a:pt x="175030" y="66696"/>
                    </a:lnTo>
                    <a:cubicBezTo>
                      <a:pt x="175030" y="78204"/>
                      <a:pt x="184358" y="87532"/>
                      <a:pt x="195866" y="87532"/>
                    </a:cubicBezTo>
                    <a:lnTo>
                      <a:pt x="200033" y="87532"/>
                    </a:lnTo>
                    <a:cubicBezTo>
                      <a:pt x="204636" y="87532"/>
                      <a:pt x="208367" y="91264"/>
                      <a:pt x="208367" y="95867"/>
                    </a:cubicBezTo>
                    <a:close/>
                    <a:moveTo>
                      <a:pt x="54181" y="104201"/>
                    </a:moveTo>
                    <a:lnTo>
                      <a:pt x="50014" y="104201"/>
                    </a:lnTo>
                    <a:cubicBezTo>
                      <a:pt x="45411" y="104201"/>
                      <a:pt x="41680" y="100469"/>
                      <a:pt x="41680" y="95867"/>
                    </a:cubicBezTo>
                    <a:cubicBezTo>
                      <a:pt x="41680" y="91264"/>
                      <a:pt x="45411" y="87532"/>
                      <a:pt x="50014" y="87532"/>
                    </a:cubicBezTo>
                    <a:lnTo>
                      <a:pt x="54181" y="87532"/>
                    </a:lnTo>
                    <a:cubicBezTo>
                      <a:pt x="65689" y="87532"/>
                      <a:pt x="75017" y="78204"/>
                      <a:pt x="75017" y="66696"/>
                    </a:cubicBezTo>
                    <a:lnTo>
                      <a:pt x="75017" y="62529"/>
                    </a:lnTo>
                    <a:cubicBezTo>
                      <a:pt x="75017" y="57926"/>
                      <a:pt x="78749" y="54195"/>
                      <a:pt x="83352" y="54195"/>
                    </a:cubicBezTo>
                    <a:cubicBezTo>
                      <a:pt x="87955" y="54195"/>
                      <a:pt x="91686" y="57926"/>
                      <a:pt x="91686" y="62529"/>
                    </a:cubicBezTo>
                    <a:lnTo>
                      <a:pt x="91686" y="66696"/>
                    </a:lnTo>
                    <a:cubicBezTo>
                      <a:pt x="91686" y="87409"/>
                      <a:pt x="74895" y="104201"/>
                      <a:pt x="54181" y="104201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817995" y="1317308"/>
              <a:ext cx="161290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AgentManager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29425" y="1604962"/>
              <a:ext cx="15892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LANGGRAPH REACT · DEEPSEEK LLM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38900" y="1905000"/>
              <a:ext cx="4724400" cy="666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14160" y="2013585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ChatOpenAI → DeepSeek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17018" y="2237899"/>
              <a:ext cx="28461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model: deepseek-v4-pro · temperature: 0.3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17970" y="2417445"/>
              <a:ext cx="29812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OpenAI-compatible: https://api.deepseek.com/v1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38900" y="2686050"/>
              <a:ext cx="4724400" cy="1047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14160" y="2794635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双工具协同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29400" y="3048000"/>
              <a:ext cx="219075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753679" y="3229403"/>
              <a:ext cx="145924" cy="145950"/>
              <a:chOff x="6753679" y="3229403"/>
              <a:chExt cx="145924" cy="14595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765131" y="3240881"/>
                <a:ext cx="107156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07156">
                    <a:moveTo>
                      <a:pt x="107156" y="53578"/>
                    </a:moveTo>
                    <a:cubicBezTo>
                      <a:pt x="107156" y="83169"/>
                      <a:pt x="83169" y="107156"/>
                      <a:pt x="53578" y="107156"/>
                    </a:cubicBezTo>
                    <a:cubicBezTo>
                      <a:pt x="23988" y="107156"/>
                      <a:pt x="0" y="83169"/>
                      <a:pt x="0" y="53578"/>
                    </a:cubicBezTo>
                    <a:cubicBezTo>
                      <a:pt x="0" y="23988"/>
                      <a:pt x="23988" y="0"/>
                      <a:pt x="53578" y="0"/>
                    </a:cubicBezTo>
                    <a:cubicBezTo>
                      <a:pt x="83169" y="0"/>
                      <a:pt x="107156" y="23988"/>
                      <a:pt x="107156" y="53578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753679" y="3229403"/>
                <a:ext cx="145924" cy="145950"/>
              </a:xfrm>
              <a:custGeom>
                <a:avLst/>
                <a:gdLst/>
                <a:ahLst/>
                <a:cxnLst/>
                <a:rect l="l" t="t" r="r" b="b"/>
                <a:pathLst>
                  <a:path w="145924" h="145950">
                    <a:moveTo>
                      <a:pt x="143831" y="136275"/>
                    </a:moveTo>
                    <a:lnTo>
                      <a:pt x="110304" y="102748"/>
                    </a:lnTo>
                    <a:cubicBezTo>
                      <a:pt x="130530" y="78490"/>
                      <a:pt x="128099" y="42614"/>
                      <a:pt x="104784" y="21307"/>
                    </a:cubicBezTo>
                    <a:cubicBezTo>
                      <a:pt x="81469" y="0"/>
                      <a:pt x="45519" y="801"/>
                      <a:pt x="23176" y="23124"/>
                    </a:cubicBezTo>
                    <a:cubicBezTo>
                      <a:pt x="832" y="45448"/>
                      <a:pt x="0" y="81397"/>
                      <a:pt x="21286" y="104731"/>
                    </a:cubicBezTo>
                    <a:cubicBezTo>
                      <a:pt x="42572" y="128064"/>
                      <a:pt x="78447" y="130528"/>
                      <a:pt x="102723" y="110323"/>
                    </a:cubicBezTo>
                    <a:lnTo>
                      <a:pt x="136249" y="143856"/>
                    </a:lnTo>
                    <a:cubicBezTo>
                      <a:pt x="138343" y="145950"/>
                      <a:pt x="141737" y="145950"/>
                      <a:pt x="143831" y="143856"/>
                    </a:cubicBezTo>
                    <a:cubicBezTo>
                      <a:pt x="145924" y="141763"/>
                      <a:pt x="145924" y="138368"/>
                      <a:pt x="143831" y="136275"/>
                    </a:cubicBezTo>
                    <a:close/>
                    <a:moveTo>
                      <a:pt x="16810" y="65056"/>
                    </a:moveTo>
                    <a:cubicBezTo>
                      <a:pt x="16810" y="38425"/>
                      <a:pt x="38399" y="16836"/>
                      <a:pt x="65031" y="16836"/>
                    </a:cubicBezTo>
                    <a:cubicBezTo>
                      <a:pt x="91662" y="16836"/>
                      <a:pt x="113251" y="38425"/>
                      <a:pt x="113251" y="65056"/>
                    </a:cubicBezTo>
                    <a:cubicBezTo>
                      <a:pt x="113251" y="91687"/>
                      <a:pt x="91662" y="113276"/>
                      <a:pt x="65031" y="113276"/>
                    </a:cubicBezTo>
                    <a:cubicBezTo>
                      <a:pt x="38412" y="113247"/>
                      <a:pt x="16840" y="91675"/>
                      <a:pt x="16810" y="65056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978968" y="3247549"/>
              <a:ext cx="6663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retriever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32270" y="3446145"/>
              <a:ext cx="13610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文档语义检索 · 优先调用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972550" y="3048000"/>
              <a:ext cx="200025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9101989" y="3234478"/>
              <a:ext cx="140237" cy="140348"/>
              <a:chOff x="9101989" y="3234478"/>
              <a:chExt cx="140237" cy="14034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9101989" y="3234478"/>
                <a:ext cx="128852" cy="122741"/>
              </a:xfrm>
              <a:custGeom>
                <a:avLst/>
                <a:gdLst/>
                <a:ahLst/>
                <a:cxnLst/>
                <a:rect l="l" t="t" r="r" b="b"/>
                <a:pathLst>
                  <a:path w="128852" h="122741">
                    <a:moveTo>
                      <a:pt x="128852" y="97961"/>
                    </a:moveTo>
                    <a:cubicBezTo>
                      <a:pt x="124231" y="107813"/>
                      <a:pt x="117196" y="116336"/>
                      <a:pt x="108399" y="122741"/>
                    </a:cubicBezTo>
                    <a:lnTo>
                      <a:pt x="102130" y="116466"/>
                    </a:lnTo>
                    <a:cubicBezTo>
                      <a:pt x="101458" y="115792"/>
                      <a:pt x="100619" y="115308"/>
                      <a:pt x="99699" y="115066"/>
                    </a:cubicBezTo>
                    <a:lnTo>
                      <a:pt x="85320" y="111275"/>
                    </a:lnTo>
                    <a:cubicBezTo>
                      <a:pt x="82681" y="110581"/>
                      <a:pt x="80985" y="108015"/>
                      <a:pt x="81382" y="105315"/>
                    </a:cubicBezTo>
                    <a:lnTo>
                      <a:pt x="82976" y="94465"/>
                    </a:lnTo>
                    <a:cubicBezTo>
                      <a:pt x="83250" y="92604"/>
                      <a:pt x="84480" y="91023"/>
                      <a:pt x="86217" y="90300"/>
                    </a:cubicBezTo>
                    <a:lnTo>
                      <a:pt x="106617" y="81821"/>
                    </a:lnTo>
                    <a:cubicBezTo>
                      <a:pt x="108541" y="81022"/>
                      <a:pt x="110754" y="81412"/>
                      <a:pt x="112290" y="82819"/>
                    </a:cubicBezTo>
                    <a:close/>
                    <a:moveTo>
                      <a:pt x="91944" y="55293"/>
                    </a:moveTo>
                    <a:lnTo>
                      <a:pt x="106791" y="38014"/>
                    </a:lnTo>
                    <a:cubicBezTo>
                      <a:pt x="107626" y="37045"/>
                      <a:pt x="108087" y="35810"/>
                      <a:pt x="108091" y="34531"/>
                    </a:cubicBezTo>
                    <a:lnTo>
                      <a:pt x="108091" y="18458"/>
                    </a:lnTo>
                    <a:cubicBezTo>
                      <a:pt x="82427" y="0"/>
                      <a:pt x="47153" y="2937"/>
                      <a:pt x="24895" y="25385"/>
                    </a:cubicBezTo>
                    <a:cubicBezTo>
                      <a:pt x="2637" y="47833"/>
                      <a:pt x="0" y="83131"/>
                      <a:pt x="18676" y="108637"/>
                    </a:cubicBezTo>
                    <a:lnTo>
                      <a:pt x="25319" y="104270"/>
                    </a:lnTo>
                    <a:cubicBezTo>
                      <a:pt x="26814" y="103283"/>
                      <a:pt x="27716" y="101614"/>
                      <a:pt x="27724" y="99823"/>
                    </a:cubicBezTo>
                    <a:lnTo>
                      <a:pt x="27864" y="75559"/>
                    </a:lnTo>
                    <a:cubicBezTo>
                      <a:pt x="27871" y="74507"/>
                      <a:pt x="28186" y="73481"/>
                      <a:pt x="28768" y="72605"/>
                    </a:cubicBezTo>
                    <a:lnTo>
                      <a:pt x="42792" y="51643"/>
                    </a:lnTo>
                    <a:cubicBezTo>
                      <a:pt x="43605" y="50437"/>
                      <a:pt x="44873" y="49613"/>
                      <a:pt x="46305" y="49360"/>
                    </a:cubicBezTo>
                    <a:cubicBezTo>
                      <a:pt x="47738" y="49108"/>
                      <a:pt x="49211" y="49448"/>
                      <a:pt x="50387" y="50304"/>
                    </a:cubicBezTo>
                    <a:lnTo>
                      <a:pt x="63654" y="59010"/>
                    </a:lnTo>
                    <a:cubicBezTo>
                      <a:pt x="64772" y="59815"/>
                      <a:pt x="66154" y="60162"/>
                      <a:pt x="67519" y="59981"/>
                    </a:cubicBezTo>
                    <a:lnTo>
                      <a:pt x="88588" y="57128"/>
                    </a:lnTo>
                    <a:cubicBezTo>
                      <a:pt x="89894" y="56950"/>
                      <a:pt x="91089" y="56297"/>
                      <a:pt x="91944" y="55293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102923" y="3235523"/>
                <a:ext cx="139303" cy="139303"/>
              </a:xfrm>
              <a:custGeom>
                <a:avLst/>
                <a:gdLst/>
                <a:ahLst/>
                <a:cxnLst/>
                <a:rect l="l" t="t" r="r" b="b"/>
                <a:pathLst>
                  <a:path w="139303" h="139303">
                    <a:moveTo>
                      <a:pt x="69652" y="0"/>
                    </a:moveTo>
                    <a:cubicBezTo>
                      <a:pt x="31184" y="0"/>
                      <a:pt x="0" y="31184"/>
                      <a:pt x="0" y="69652"/>
                    </a:cubicBezTo>
                    <a:cubicBezTo>
                      <a:pt x="0" y="108119"/>
                      <a:pt x="31184" y="139303"/>
                      <a:pt x="69652" y="139303"/>
                    </a:cubicBezTo>
                    <a:cubicBezTo>
                      <a:pt x="108119" y="139303"/>
                      <a:pt x="139303" y="108119"/>
                      <a:pt x="139303" y="69652"/>
                    </a:cubicBezTo>
                    <a:cubicBezTo>
                      <a:pt x="139263" y="31201"/>
                      <a:pt x="108102" y="41"/>
                      <a:pt x="69652" y="0"/>
                    </a:cubicBezTo>
                    <a:close/>
                    <a:moveTo>
                      <a:pt x="69652" y="10716"/>
                    </a:moveTo>
                    <a:cubicBezTo>
                      <a:pt x="81070" y="10703"/>
                      <a:pt x="92243" y="14028"/>
                      <a:pt x="101798" y="20279"/>
                    </a:cubicBezTo>
                    <a:lnTo>
                      <a:pt x="101798" y="33486"/>
                    </a:lnTo>
                    <a:lnTo>
                      <a:pt x="86951" y="50725"/>
                    </a:lnTo>
                    <a:lnTo>
                      <a:pt x="65874" y="53578"/>
                    </a:lnTo>
                    <a:lnTo>
                      <a:pt x="65667" y="53431"/>
                    </a:lnTo>
                    <a:lnTo>
                      <a:pt x="52493" y="44818"/>
                    </a:lnTo>
                    <a:cubicBezTo>
                      <a:pt x="50134" y="43156"/>
                      <a:pt x="47203" y="42516"/>
                      <a:pt x="44366" y="43043"/>
                    </a:cubicBezTo>
                    <a:cubicBezTo>
                      <a:pt x="41528" y="43570"/>
                      <a:pt x="39023" y="45219"/>
                      <a:pt x="37418" y="47618"/>
                    </a:cubicBezTo>
                    <a:lnTo>
                      <a:pt x="23394" y="68580"/>
                    </a:lnTo>
                    <a:cubicBezTo>
                      <a:pt x="22225" y="70327"/>
                      <a:pt x="21596" y="72379"/>
                      <a:pt x="21585" y="74480"/>
                    </a:cubicBezTo>
                    <a:lnTo>
                      <a:pt x="21431" y="98744"/>
                    </a:lnTo>
                    <a:lnTo>
                      <a:pt x="19241" y="100184"/>
                    </a:lnTo>
                    <a:cubicBezTo>
                      <a:pt x="8218" y="81985"/>
                      <a:pt x="7860" y="59258"/>
                      <a:pt x="18305" y="40721"/>
                    </a:cubicBezTo>
                    <a:cubicBezTo>
                      <a:pt x="28749" y="22184"/>
                      <a:pt x="48375" y="10716"/>
                      <a:pt x="69652" y="10716"/>
                    </a:cubicBezTo>
                    <a:close/>
                    <a:moveTo>
                      <a:pt x="25644" y="108810"/>
                    </a:moveTo>
                    <a:lnTo>
                      <a:pt x="27332" y="107705"/>
                    </a:lnTo>
                    <a:cubicBezTo>
                      <a:pt x="30325" y="105731"/>
                      <a:pt x="32132" y="102390"/>
                      <a:pt x="32147" y="98805"/>
                    </a:cubicBezTo>
                    <a:lnTo>
                      <a:pt x="32288" y="74541"/>
                    </a:lnTo>
                    <a:lnTo>
                      <a:pt x="46325" y="53578"/>
                    </a:lnTo>
                    <a:cubicBezTo>
                      <a:pt x="46394" y="53631"/>
                      <a:pt x="46465" y="53680"/>
                      <a:pt x="46539" y="53725"/>
                    </a:cubicBezTo>
                    <a:lnTo>
                      <a:pt x="59713" y="62345"/>
                    </a:lnTo>
                    <a:cubicBezTo>
                      <a:pt x="61921" y="63903"/>
                      <a:pt x="64637" y="64566"/>
                      <a:pt x="67314" y="64200"/>
                    </a:cubicBezTo>
                    <a:lnTo>
                      <a:pt x="88404" y="61340"/>
                    </a:lnTo>
                    <a:cubicBezTo>
                      <a:pt x="91005" y="60993"/>
                      <a:pt x="93388" y="59704"/>
                      <a:pt x="95101" y="57717"/>
                    </a:cubicBezTo>
                    <a:lnTo>
                      <a:pt x="109949" y="40465"/>
                    </a:lnTo>
                    <a:cubicBezTo>
                      <a:pt x="111609" y="38519"/>
                      <a:pt x="112519" y="36044"/>
                      <a:pt x="112514" y="33486"/>
                    </a:cubicBezTo>
                    <a:lnTo>
                      <a:pt x="112514" y="29247"/>
                    </a:lnTo>
                    <a:cubicBezTo>
                      <a:pt x="127275" y="44863"/>
                      <a:pt x="132350" y="67283"/>
                      <a:pt x="125755" y="87734"/>
                    </a:cubicBezTo>
                    <a:lnTo>
                      <a:pt x="114945" y="77849"/>
                    </a:lnTo>
                    <a:cubicBezTo>
                      <a:pt x="111877" y="75033"/>
                      <a:pt x="107456" y="74249"/>
                      <a:pt x="103607" y="75840"/>
                    </a:cubicBezTo>
                    <a:lnTo>
                      <a:pt x="83207" y="84312"/>
                    </a:lnTo>
                    <a:cubicBezTo>
                      <a:pt x="79738" y="85768"/>
                      <a:pt x="77280" y="88929"/>
                      <a:pt x="76724" y="92650"/>
                    </a:cubicBezTo>
                    <a:lnTo>
                      <a:pt x="75123" y="103493"/>
                    </a:lnTo>
                    <a:cubicBezTo>
                      <a:pt x="74327" y="108897"/>
                      <a:pt x="77722" y="114035"/>
                      <a:pt x="83006" y="115421"/>
                    </a:cubicBezTo>
                    <a:lnTo>
                      <a:pt x="97378" y="119211"/>
                    </a:lnTo>
                    <a:lnTo>
                      <a:pt x="98959" y="120799"/>
                    </a:lnTo>
                    <a:cubicBezTo>
                      <a:pt x="74767" y="134679"/>
                      <a:pt x="44155" y="129673"/>
                      <a:pt x="25644" y="108810"/>
                    </a:cubicBezTo>
                    <a:close/>
                    <a:moveTo>
                      <a:pt x="107826" y="114523"/>
                    </a:moveTo>
                    <a:lnTo>
                      <a:pt x="104946" y="111637"/>
                    </a:lnTo>
                    <a:cubicBezTo>
                      <a:pt x="103603" y="110288"/>
                      <a:pt x="101925" y="109322"/>
                      <a:pt x="100084" y="108837"/>
                    </a:cubicBezTo>
                    <a:lnTo>
                      <a:pt x="85725" y="105047"/>
                    </a:lnTo>
                    <a:lnTo>
                      <a:pt x="87326" y="94204"/>
                    </a:lnTo>
                    <a:lnTo>
                      <a:pt x="107719" y="85725"/>
                    </a:lnTo>
                    <a:lnTo>
                      <a:pt x="121221" y="98102"/>
                    </a:lnTo>
                    <a:cubicBezTo>
                      <a:pt x="117779" y="104336"/>
                      <a:pt x="113242" y="109899"/>
                      <a:pt x="107826" y="114523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9322118" y="3247549"/>
              <a:ext cx="8029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web_search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075420" y="3446145"/>
              <a:ext cx="10609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DuckDuckGo · 回退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38900" y="3867150"/>
              <a:ext cx="4724400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14160" y="3975735"/>
              <a:ext cx="21307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流式输出 · stream_chat()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17018" y="4219099"/>
              <a:ext cx="21310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values 模式实时 yield 完整响应文本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17018" y="4428649"/>
              <a:ext cx="31971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检索原文收集到 last_retrieved_docs · 工具调用日志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38900" y="4857750"/>
              <a:ext cx="4724400" cy="476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17018" y="4971574"/>
              <a:ext cx="40227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📋 中文 System Prompt: 文档优先 → 网络回退 → 禁止编造 → 注明来源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17970" y="5160645"/>
              <a:ext cx="26811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web_search 失败后禁止重复调用 · 直接告知用户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66" name="Rectangle 66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6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3791331" cy="574834"/>
            <a:chOff x="762000" y="280035"/>
            <a:chExt cx="3791331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记忆管理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36132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MEMORYMANAGER — CONVERSATION BUFFER WINDOW MEMORY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000125"/>
            <a:ext cx="5238750" cy="2571750"/>
            <a:chOff x="762000" y="1000125"/>
            <a:chExt cx="5238750" cy="2571750"/>
          </a:xfrm>
        </p:grpSpPr>
        <p:sp>
          <p:nvSpPr>
            <p:cNvPr id="7" name="Rectangle 7"/>
            <p:cNvSpPr/>
            <p:nvPr/>
          </p:nvSpPr>
          <p:spPr>
            <a:xfrm>
              <a:off x="762000" y="1000125"/>
              <a:ext cx="5238750" cy="2571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00125"/>
              <a:ext cx="38100" cy="25717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6194" y="1272226"/>
              <a:ext cx="170578" cy="217246"/>
              <a:chOff x="1086194" y="1272226"/>
              <a:chExt cx="170578" cy="21724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93952" y="1280014"/>
                <a:ext cx="155034" cy="170762"/>
              </a:xfrm>
              <a:custGeom>
                <a:avLst/>
                <a:gdLst/>
                <a:ahLst/>
                <a:cxnLst/>
                <a:rect l="l" t="t" r="r" b="b"/>
                <a:pathLst>
                  <a:path w="155034" h="170762">
                    <a:moveTo>
                      <a:pt x="155013" y="77894"/>
                    </a:moveTo>
                    <a:cubicBezTo>
                      <a:pt x="155034" y="101654"/>
                      <a:pt x="144121" y="124102"/>
                      <a:pt x="125421" y="138761"/>
                    </a:cubicBezTo>
                    <a:cubicBezTo>
                      <a:pt x="119711" y="143187"/>
                      <a:pt x="116353" y="149994"/>
                      <a:pt x="116318" y="157219"/>
                    </a:cubicBezTo>
                    <a:lnTo>
                      <a:pt x="116318" y="163023"/>
                    </a:lnTo>
                    <a:cubicBezTo>
                      <a:pt x="116318" y="167298"/>
                      <a:pt x="112853" y="170762"/>
                      <a:pt x="108579" y="170762"/>
                    </a:cubicBezTo>
                    <a:lnTo>
                      <a:pt x="46667" y="170762"/>
                    </a:lnTo>
                    <a:cubicBezTo>
                      <a:pt x="42392" y="170762"/>
                      <a:pt x="38927" y="167298"/>
                      <a:pt x="38927" y="163023"/>
                    </a:cubicBezTo>
                    <a:lnTo>
                      <a:pt x="38927" y="157219"/>
                    </a:lnTo>
                    <a:cubicBezTo>
                      <a:pt x="38920" y="150034"/>
                      <a:pt x="35601" y="143253"/>
                      <a:pt x="29931" y="138839"/>
                    </a:cubicBezTo>
                    <a:cubicBezTo>
                      <a:pt x="11291" y="124278"/>
                      <a:pt x="348" y="101981"/>
                      <a:pt x="232" y="78329"/>
                    </a:cubicBezTo>
                    <a:cubicBezTo>
                      <a:pt x="0" y="36383"/>
                      <a:pt x="33820" y="1470"/>
                      <a:pt x="75756" y="503"/>
                    </a:cubicBezTo>
                    <a:cubicBezTo>
                      <a:pt x="96603" y="0"/>
                      <a:pt x="116770" y="7931"/>
                      <a:pt x="131690" y="22499"/>
                    </a:cubicBezTo>
                    <a:cubicBezTo>
                      <a:pt x="146610" y="37068"/>
                      <a:pt x="155019" y="57041"/>
                      <a:pt x="155013" y="7789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6194" y="1272226"/>
                <a:ext cx="170578" cy="217246"/>
              </a:xfrm>
              <a:custGeom>
                <a:avLst/>
                <a:gdLst/>
                <a:ahLst/>
                <a:cxnLst/>
                <a:rect l="l" t="t" r="r" b="b"/>
                <a:pathLst>
                  <a:path w="170578" h="217246">
                    <a:moveTo>
                      <a:pt x="131816" y="209507"/>
                    </a:moveTo>
                    <a:cubicBezTo>
                      <a:pt x="131816" y="213781"/>
                      <a:pt x="128351" y="217246"/>
                      <a:pt x="124077" y="217246"/>
                    </a:cubicBezTo>
                    <a:lnTo>
                      <a:pt x="46686" y="217246"/>
                    </a:lnTo>
                    <a:cubicBezTo>
                      <a:pt x="42412" y="217246"/>
                      <a:pt x="38947" y="213781"/>
                      <a:pt x="38947" y="209507"/>
                    </a:cubicBezTo>
                    <a:cubicBezTo>
                      <a:pt x="38947" y="205233"/>
                      <a:pt x="42412" y="201768"/>
                      <a:pt x="46686" y="201768"/>
                    </a:cubicBezTo>
                    <a:lnTo>
                      <a:pt x="124077" y="201768"/>
                    </a:lnTo>
                    <a:cubicBezTo>
                      <a:pt x="128351" y="201768"/>
                      <a:pt x="131816" y="205233"/>
                      <a:pt x="131816" y="209507"/>
                    </a:cubicBezTo>
                    <a:close/>
                    <a:moveTo>
                      <a:pt x="170511" y="85682"/>
                    </a:moveTo>
                    <a:cubicBezTo>
                      <a:pt x="170578" y="111826"/>
                      <a:pt x="158568" y="136536"/>
                      <a:pt x="137968" y="152635"/>
                    </a:cubicBezTo>
                    <a:cubicBezTo>
                      <a:pt x="134116" y="155587"/>
                      <a:pt x="131845" y="160154"/>
                      <a:pt x="131816" y="165008"/>
                    </a:cubicBezTo>
                    <a:lnTo>
                      <a:pt x="131816" y="170812"/>
                    </a:lnTo>
                    <a:cubicBezTo>
                      <a:pt x="131816" y="179360"/>
                      <a:pt x="124886" y="186290"/>
                      <a:pt x="116337" y="186290"/>
                    </a:cubicBezTo>
                    <a:lnTo>
                      <a:pt x="54425" y="186290"/>
                    </a:lnTo>
                    <a:cubicBezTo>
                      <a:pt x="45877" y="186290"/>
                      <a:pt x="38947" y="179360"/>
                      <a:pt x="38947" y="170812"/>
                    </a:cubicBezTo>
                    <a:lnTo>
                      <a:pt x="38947" y="165008"/>
                    </a:lnTo>
                    <a:cubicBezTo>
                      <a:pt x="38944" y="160212"/>
                      <a:pt x="36718" y="155689"/>
                      <a:pt x="32920" y="152761"/>
                    </a:cubicBezTo>
                    <a:cubicBezTo>
                      <a:pt x="12374" y="136759"/>
                      <a:pt x="327" y="112198"/>
                      <a:pt x="252" y="86156"/>
                    </a:cubicBezTo>
                    <a:cubicBezTo>
                      <a:pt x="0" y="40051"/>
                      <a:pt x="37264" y="1655"/>
                      <a:pt x="83330" y="553"/>
                    </a:cubicBezTo>
                    <a:cubicBezTo>
                      <a:pt x="106261" y="0"/>
                      <a:pt x="128445" y="8724"/>
                      <a:pt x="144856" y="24750"/>
                    </a:cubicBezTo>
                    <a:cubicBezTo>
                      <a:pt x="161268" y="40775"/>
                      <a:pt x="170518" y="62745"/>
                      <a:pt x="170511" y="85682"/>
                    </a:cubicBezTo>
                    <a:close/>
                    <a:moveTo>
                      <a:pt x="155033" y="85682"/>
                    </a:moveTo>
                    <a:cubicBezTo>
                      <a:pt x="155038" y="66914"/>
                      <a:pt x="147469" y="48938"/>
                      <a:pt x="134041" y="35826"/>
                    </a:cubicBezTo>
                    <a:cubicBezTo>
                      <a:pt x="120612" y="22715"/>
                      <a:pt x="102461" y="15577"/>
                      <a:pt x="83698" y="16031"/>
                    </a:cubicBezTo>
                    <a:cubicBezTo>
                      <a:pt x="45970" y="16921"/>
                      <a:pt x="15526" y="48332"/>
                      <a:pt x="15730" y="86060"/>
                    </a:cubicBezTo>
                    <a:cubicBezTo>
                      <a:pt x="15801" y="107358"/>
                      <a:pt x="25661" y="127441"/>
                      <a:pt x="42468" y="140523"/>
                    </a:cubicBezTo>
                    <a:cubicBezTo>
                      <a:pt x="50024" y="146397"/>
                      <a:pt x="54439" y="155437"/>
                      <a:pt x="54425" y="165008"/>
                    </a:cubicBezTo>
                    <a:lnTo>
                      <a:pt x="54425" y="170812"/>
                    </a:lnTo>
                    <a:lnTo>
                      <a:pt x="116337" y="170812"/>
                    </a:lnTo>
                    <a:lnTo>
                      <a:pt x="116337" y="165008"/>
                    </a:lnTo>
                    <a:cubicBezTo>
                      <a:pt x="116359" y="155410"/>
                      <a:pt x="120811" y="146360"/>
                      <a:pt x="128401" y="140485"/>
                    </a:cubicBezTo>
                    <a:cubicBezTo>
                      <a:pt x="145262" y="127308"/>
                      <a:pt x="155091" y="107081"/>
                      <a:pt x="155033" y="85682"/>
                    </a:cubicBezTo>
                    <a:close/>
                    <a:moveTo>
                      <a:pt x="139448" y="76647"/>
                    </a:moveTo>
                    <a:cubicBezTo>
                      <a:pt x="135338" y="53689"/>
                      <a:pt x="117365" y="35720"/>
                      <a:pt x="94407" y="31615"/>
                    </a:cubicBezTo>
                    <a:cubicBezTo>
                      <a:pt x="90191" y="30905"/>
                      <a:pt x="86198" y="33746"/>
                      <a:pt x="85488" y="37961"/>
                    </a:cubicBezTo>
                    <a:cubicBezTo>
                      <a:pt x="84777" y="42177"/>
                      <a:pt x="87618" y="46170"/>
                      <a:pt x="91834" y="46881"/>
                    </a:cubicBezTo>
                    <a:cubicBezTo>
                      <a:pt x="107863" y="49580"/>
                      <a:pt x="121465" y="63181"/>
                      <a:pt x="124183" y="79240"/>
                    </a:cubicBezTo>
                    <a:cubicBezTo>
                      <a:pt x="124815" y="82961"/>
                      <a:pt x="128041" y="85684"/>
                      <a:pt x="131816" y="85682"/>
                    </a:cubicBezTo>
                    <a:cubicBezTo>
                      <a:pt x="132253" y="85680"/>
                      <a:pt x="132690" y="85644"/>
                      <a:pt x="133122" y="85576"/>
                    </a:cubicBezTo>
                    <a:cubicBezTo>
                      <a:pt x="137334" y="84857"/>
                      <a:pt x="140166" y="80860"/>
                      <a:pt x="139448" y="7664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388745" y="12696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滑动窗口记忆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00175" y="1538288"/>
              <a:ext cx="144922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CONVERSATION BUFFER WINDOW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1809750"/>
              <a:ext cx="4705350" cy="6858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04912" y="1926431"/>
              <a:ext cx="33439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只保留最近 k 轮对话（默认 k=4），超出自动滑出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5865" y="2172652"/>
              <a:ext cx="3016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避免上下文过长导致推理速度下降和 Token 浪费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28700" y="2609850"/>
              <a:ext cx="470535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04912" y="2736056"/>
              <a:ext cx="38315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return_messages=True — 以消息列表形式返回对话历史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05865" y="2953702"/>
              <a:ext cx="32680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memory_key="history" — 统一注入 Agent prompt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172200" y="1000125"/>
            <a:ext cx="5257800" cy="2571750"/>
            <a:chOff x="6172200" y="1000125"/>
            <a:chExt cx="5257800" cy="2571750"/>
          </a:xfrm>
        </p:grpSpPr>
        <p:sp>
          <p:nvSpPr>
            <p:cNvPr id="21" name="Rectangle 21"/>
            <p:cNvSpPr/>
            <p:nvPr/>
          </p:nvSpPr>
          <p:spPr>
            <a:xfrm>
              <a:off x="6172200" y="1000125"/>
              <a:ext cx="5257800" cy="2571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172200" y="1000125"/>
              <a:ext cx="38100" cy="257175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465691" y="1288020"/>
              <a:ext cx="232167" cy="185974"/>
              <a:chOff x="6465691" y="1288020"/>
              <a:chExt cx="232167" cy="18597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473428" y="1342430"/>
                <a:ext cx="216694" cy="77391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77391">
                    <a:moveTo>
                      <a:pt x="216694" y="38695"/>
                    </a:moveTo>
                    <a:lnTo>
                      <a:pt x="170259" y="77391"/>
                    </a:lnTo>
                    <a:lnTo>
                      <a:pt x="46434" y="77391"/>
                    </a:lnTo>
                    <a:lnTo>
                      <a:pt x="0" y="38695"/>
                    </a:lnTo>
                    <a:lnTo>
                      <a:pt x="46434" y="0"/>
                    </a:lnTo>
                    <a:lnTo>
                      <a:pt x="170259" y="0"/>
                    </a:ln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465691" y="1288020"/>
                <a:ext cx="232167" cy="185974"/>
              </a:xfrm>
              <a:custGeom>
                <a:avLst/>
                <a:gdLst/>
                <a:ahLst/>
                <a:cxnLst/>
                <a:rect l="l" t="t" r="r" b="b"/>
                <a:pathLst>
                  <a:path w="232167" h="185974">
                    <a:moveTo>
                      <a:pt x="59124" y="60359"/>
                    </a:moveTo>
                    <a:lnTo>
                      <a:pt x="19829" y="93105"/>
                    </a:lnTo>
                    <a:lnTo>
                      <a:pt x="59124" y="125851"/>
                    </a:lnTo>
                    <a:cubicBezTo>
                      <a:pt x="61311" y="127601"/>
                      <a:pt x="62381" y="130397"/>
                      <a:pt x="61922" y="133160"/>
                    </a:cubicBezTo>
                    <a:cubicBezTo>
                      <a:pt x="61463" y="135923"/>
                      <a:pt x="59547" y="138223"/>
                      <a:pt x="56912" y="139173"/>
                    </a:cubicBezTo>
                    <a:cubicBezTo>
                      <a:pt x="54277" y="140123"/>
                      <a:pt x="51335" y="139575"/>
                      <a:pt x="49218" y="137740"/>
                    </a:cubicBezTo>
                    <a:lnTo>
                      <a:pt x="2784" y="99045"/>
                    </a:lnTo>
                    <a:cubicBezTo>
                      <a:pt x="1020" y="97574"/>
                      <a:pt x="0" y="95396"/>
                      <a:pt x="0" y="93100"/>
                    </a:cubicBezTo>
                    <a:cubicBezTo>
                      <a:pt x="0" y="90804"/>
                      <a:pt x="1020" y="88626"/>
                      <a:pt x="2784" y="87155"/>
                    </a:cubicBezTo>
                    <a:lnTo>
                      <a:pt x="49218" y="48460"/>
                    </a:lnTo>
                    <a:cubicBezTo>
                      <a:pt x="52504" y="45725"/>
                      <a:pt x="57385" y="46171"/>
                      <a:pt x="60121" y="49457"/>
                    </a:cubicBezTo>
                    <a:cubicBezTo>
                      <a:pt x="62856" y="52742"/>
                      <a:pt x="62410" y="57624"/>
                      <a:pt x="59124" y="60359"/>
                    </a:cubicBezTo>
                    <a:close/>
                    <a:moveTo>
                      <a:pt x="229383" y="87155"/>
                    </a:moveTo>
                    <a:lnTo>
                      <a:pt x="182949" y="48460"/>
                    </a:lnTo>
                    <a:cubicBezTo>
                      <a:pt x="179663" y="45725"/>
                      <a:pt x="174782" y="46171"/>
                      <a:pt x="172047" y="49457"/>
                    </a:cubicBezTo>
                    <a:cubicBezTo>
                      <a:pt x="169311" y="52742"/>
                      <a:pt x="169757" y="57624"/>
                      <a:pt x="173043" y="60359"/>
                    </a:cubicBezTo>
                    <a:lnTo>
                      <a:pt x="212338" y="93105"/>
                    </a:lnTo>
                    <a:lnTo>
                      <a:pt x="173043" y="125851"/>
                    </a:lnTo>
                    <a:cubicBezTo>
                      <a:pt x="170856" y="127601"/>
                      <a:pt x="169786" y="130397"/>
                      <a:pt x="170245" y="133160"/>
                    </a:cubicBezTo>
                    <a:cubicBezTo>
                      <a:pt x="170704" y="135923"/>
                      <a:pt x="172620" y="138223"/>
                      <a:pt x="175255" y="139173"/>
                    </a:cubicBezTo>
                    <a:cubicBezTo>
                      <a:pt x="177890" y="140123"/>
                      <a:pt x="180833" y="139575"/>
                      <a:pt x="182949" y="137740"/>
                    </a:cubicBezTo>
                    <a:lnTo>
                      <a:pt x="229383" y="99045"/>
                    </a:lnTo>
                    <a:cubicBezTo>
                      <a:pt x="231147" y="97574"/>
                      <a:pt x="232167" y="95396"/>
                      <a:pt x="232167" y="93100"/>
                    </a:cubicBezTo>
                    <a:cubicBezTo>
                      <a:pt x="232167" y="90804"/>
                      <a:pt x="231147" y="88626"/>
                      <a:pt x="229383" y="87155"/>
                    </a:cubicBezTo>
                    <a:close/>
                    <a:moveTo>
                      <a:pt x="149681" y="700"/>
                    </a:moveTo>
                    <a:cubicBezTo>
                      <a:pt x="147751" y="0"/>
                      <a:pt x="145623" y="95"/>
                      <a:pt x="143763" y="964"/>
                    </a:cubicBezTo>
                    <a:cubicBezTo>
                      <a:pt x="141904" y="1833"/>
                      <a:pt x="140466" y="3405"/>
                      <a:pt x="139765" y="5334"/>
                    </a:cubicBezTo>
                    <a:lnTo>
                      <a:pt x="77853" y="175594"/>
                    </a:lnTo>
                    <a:cubicBezTo>
                      <a:pt x="77149" y="177524"/>
                      <a:pt x="77242" y="179655"/>
                      <a:pt x="78112" y="181517"/>
                    </a:cubicBezTo>
                    <a:cubicBezTo>
                      <a:pt x="78981" y="183379"/>
                      <a:pt x="80555" y="184819"/>
                      <a:pt x="82486" y="185519"/>
                    </a:cubicBezTo>
                    <a:cubicBezTo>
                      <a:pt x="83334" y="185820"/>
                      <a:pt x="84228" y="185974"/>
                      <a:pt x="85127" y="185974"/>
                    </a:cubicBezTo>
                    <a:cubicBezTo>
                      <a:pt x="88383" y="185974"/>
                      <a:pt x="91291" y="183936"/>
                      <a:pt x="92402" y="180876"/>
                    </a:cubicBezTo>
                    <a:lnTo>
                      <a:pt x="154315" y="10616"/>
                    </a:lnTo>
                    <a:cubicBezTo>
                      <a:pt x="155015" y="8687"/>
                      <a:pt x="154920" y="6558"/>
                      <a:pt x="154051" y="4699"/>
                    </a:cubicBezTo>
                    <a:cubicBezTo>
                      <a:pt x="153182" y="2839"/>
                      <a:pt x="151610" y="1401"/>
                      <a:pt x="149681" y="700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798945" y="12696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实现细节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10375" y="1538288"/>
              <a:ext cx="79914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IMPLEMENTATION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38900" y="1809750"/>
              <a:ext cx="472440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16065" y="1925002"/>
              <a:ext cx="16585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class MemoryManager: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17018" y="2142649"/>
              <a:ext cx="28006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__init__(self, k=MEMORY_KEEP_RECENT)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7018" y="2333149"/>
              <a:ext cx="22870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save_context(inputs, outputs)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17018" y="2523649"/>
              <a:ext cx="22740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load_memory_variables(inputs)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2000" y="3762375"/>
            <a:ext cx="5238750" cy="2476500"/>
            <a:chOff x="762000" y="3762375"/>
            <a:chExt cx="5238750" cy="2476500"/>
          </a:xfrm>
        </p:grpSpPr>
        <p:sp>
          <p:nvSpPr>
            <p:cNvPr id="34" name="Rectangle 34"/>
            <p:cNvSpPr/>
            <p:nvPr/>
          </p:nvSpPr>
          <p:spPr>
            <a:xfrm>
              <a:off x="762000" y="3762375"/>
              <a:ext cx="5238750" cy="2476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2000" y="3762375"/>
              <a:ext cx="38100" cy="24765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1058800" y="4040440"/>
              <a:ext cx="224255" cy="206119"/>
              <a:chOff x="1058800" y="4040440"/>
              <a:chExt cx="224255" cy="20611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1136807" y="4097057"/>
                <a:ext cx="138316" cy="141877"/>
              </a:xfrm>
              <a:custGeom>
                <a:avLst/>
                <a:gdLst/>
                <a:ahLst/>
                <a:cxnLst/>
                <a:rect l="l" t="t" r="r" b="b"/>
                <a:pathLst>
                  <a:path w="138316" h="141877">
                    <a:moveTo>
                      <a:pt x="135143" y="131777"/>
                    </a:moveTo>
                    <a:cubicBezTo>
                      <a:pt x="135724" y="133805"/>
                      <a:pt x="135159" y="135988"/>
                      <a:pt x="133668" y="137479"/>
                    </a:cubicBezTo>
                    <a:cubicBezTo>
                      <a:pt x="132176" y="138971"/>
                      <a:pt x="129993" y="139536"/>
                      <a:pt x="127965" y="138955"/>
                    </a:cubicBezTo>
                    <a:lnTo>
                      <a:pt x="99070" y="130703"/>
                    </a:lnTo>
                    <a:cubicBezTo>
                      <a:pt x="81132" y="140470"/>
                      <a:pt x="59812" y="141877"/>
                      <a:pt x="40746" y="134553"/>
                    </a:cubicBezTo>
                    <a:cubicBezTo>
                      <a:pt x="21680" y="127229"/>
                      <a:pt x="6786" y="111910"/>
                      <a:pt x="0" y="92646"/>
                    </a:cubicBezTo>
                    <a:lnTo>
                      <a:pt x="0" y="92646"/>
                    </a:lnTo>
                    <a:cubicBezTo>
                      <a:pt x="1258" y="92714"/>
                      <a:pt x="2525" y="92753"/>
                      <a:pt x="3802" y="92753"/>
                    </a:cubicBezTo>
                    <a:cubicBezTo>
                      <a:pt x="26392" y="92754"/>
                      <a:pt x="47581" y="81800"/>
                      <a:pt x="60640" y="63367"/>
                    </a:cubicBezTo>
                    <a:cubicBezTo>
                      <a:pt x="73700" y="44934"/>
                      <a:pt x="77009" y="21312"/>
                      <a:pt x="69516" y="0"/>
                    </a:cubicBezTo>
                    <a:lnTo>
                      <a:pt x="69516" y="0"/>
                    </a:lnTo>
                    <a:cubicBezTo>
                      <a:pt x="93385" y="1303"/>
                      <a:pt x="114918" y="14755"/>
                      <a:pt x="126558" y="35634"/>
                    </a:cubicBezTo>
                    <a:cubicBezTo>
                      <a:pt x="138197" y="56514"/>
                      <a:pt x="138316" y="81903"/>
                      <a:pt x="126872" y="102891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58800" y="4040440"/>
                <a:ext cx="224255" cy="206119"/>
              </a:xfrm>
              <a:custGeom>
                <a:avLst/>
                <a:gdLst/>
                <a:ahLst/>
                <a:cxnLst/>
                <a:rect l="l" t="t" r="r" b="b"/>
                <a:pathLst>
                  <a:path w="224255" h="206119">
                    <a:moveTo>
                      <a:pt x="213180" y="160330"/>
                    </a:moveTo>
                    <a:cubicBezTo>
                      <a:pt x="224255" y="137817"/>
                      <a:pt x="223729" y="111332"/>
                      <a:pt x="211769" y="89276"/>
                    </a:cubicBezTo>
                    <a:cubicBezTo>
                      <a:pt x="199809" y="67221"/>
                      <a:pt x="177899" y="52332"/>
                      <a:pt x="152989" y="49332"/>
                    </a:cubicBezTo>
                    <a:cubicBezTo>
                      <a:pt x="141906" y="23495"/>
                      <a:pt x="117683" y="5701"/>
                      <a:pt x="89714" y="2851"/>
                    </a:cubicBezTo>
                    <a:cubicBezTo>
                      <a:pt x="61745" y="0"/>
                      <a:pt x="34430" y="12541"/>
                      <a:pt x="18362" y="35611"/>
                    </a:cubicBezTo>
                    <a:cubicBezTo>
                      <a:pt x="2293" y="58681"/>
                      <a:pt x="0" y="88650"/>
                      <a:pt x="12371" y="113896"/>
                    </a:cubicBezTo>
                    <a:lnTo>
                      <a:pt x="4960" y="139841"/>
                    </a:lnTo>
                    <a:cubicBezTo>
                      <a:pt x="3614" y="144567"/>
                      <a:pt x="4934" y="149653"/>
                      <a:pt x="8409" y="153128"/>
                    </a:cubicBezTo>
                    <a:cubicBezTo>
                      <a:pt x="11884" y="156603"/>
                      <a:pt x="16969" y="157923"/>
                      <a:pt x="21696" y="156576"/>
                    </a:cubicBezTo>
                    <a:lnTo>
                      <a:pt x="47641" y="149166"/>
                    </a:lnTo>
                    <a:cubicBezTo>
                      <a:pt x="55470" y="153010"/>
                      <a:pt x="63892" y="155506"/>
                      <a:pt x="72551" y="156547"/>
                    </a:cubicBezTo>
                    <a:cubicBezTo>
                      <a:pt x="80894" y="176092"/>
                      <a:pt x="96906" y="191347"/>
                      <a:pt x="116831" y="198733"/>
                    </a:cubicBezTo>
                    <a:cubicBezTo>
                      <a:pt x="136757" y="206119"/>
                      <a:pt x="158843" y="204986"/>
                      <a:pt x="177909" y="195601"/>
                    </a:cubicBezTo>
                    <a:lnTo>
                      <a:pt x="203854" y="203011"/>
                    </a:lnTo>
                    <a:cubicBezTo>
                      <a:pt x="208581" y="204357"/>
                      <a:pt x="213666" y="203038"/>
                      <a:pt x="217142" y="199562"/>
                    </a:cubicBezTo>
                    <a:cubicBezTo>
                      <a:pt x="220617" y="196087"/>
                      <a:pt x="221937" y="191002"/>
                      <a:pt x="220590" y="186275"/>
                    </a:cubicBezTo>
                    <a:close/>
                    <a:moveTo>
                      <a:pt x="48473" y="133146"/>
                    </a:moveTo>
                    <a:cubicBezTo>
                      <a:pt x="47754" y="133147"/>
                      <a:pt x="47038" y="133244"/>
                      <a:pt x="46345" y="133437"/>
                    </a:cubicBezTo>
                    <a:lnTo>
                      <a:pt x="20796" y="140740"/>
                    </a:lnTo>
                    <a:lnTo>
                      <a:pt x="28100" y="115192"/>
                    </a:lnTo>
                    <a:cubicBezTo>
                      <a:pt x="28648" y="113245"/>
                      <a:pt x="28411" y="111162"/>
                      <a:pt x="27442" y="109388"/>
                    </a:cubicBezTo>
                    <a:cubicBezTo>
                      <a:pt x="12732" y="82381"/>
                      <a:pt x="20093" y="48669"/>
                      <a:pt x="44722" y="30252"/>
                    </a:cubicBezTo>
                    <a:cubicBezTo>
                      <a:pt x="69351" y="11835"/>
                      <a:pt x="103769" y="14305"/>
                      <a:pt x="125515" y="36051"/>
                    </a:cubicBezTo>
                    <a:cubicBezTo>
                      <a:pt x="147260" y="57797"/>
                      <a:pt x="149731" y="92215"/>
                      <a:pt x="131314" y="116844"/>
                    </a:cubicBezTo>
                    <a:cubicBezTo>
                      <a:pt x="112897" y="141473"/>
                      <a:pt x="79185" y="148834"/>
                      <a:pt x="52178" y="134124"/>
                    </a:cubicBezTo>
                    <a:cubicBezTo>
                      <a:pt x="51046" y="133490"/>
                      <a:pt x="49771" y="133154"/>
                      <a:pt x="48473" y="133146"/>
                    </a:cubicBezTo>
                    <a:close/>
                    <a:moveTo>
                      <a:pt x="197450" y="161626"/>
                    </a:moveTo>
                    <a:lnTo>
                      <a:pt x="204754" y="187175"/>
                    </a:lnTo>
                    <a:lnTo>
                      <a:pt x="179205" y="179871"/>
                    </a:lnTo>
                    <a:cubicBezTo>
                      <a:pt x="177259" y="179324"/>
                      <a:pt x="175176" y="179560"/>
                      <a:pt x="173401" y="180529"/>
                    </a:cubicBezTo>
                    <a:cubicBezTo>
                      <a:pt x="143722" y="196675"/>
                      <a:pt x="106580" y="186073"/>
                      <a:pt x="89897" y="156693"/>
                    </a:cubicBezTo>
                    <a:cubicBezTo>
                      <a:pt x="111320" y="154461"/>
                      <a:pt x="130842" y="143396"/>
                      <a:pt x="143760" y="126160"/>
                    </a:cubicBezTo>
                    <a:cubicBezTo>
                      <a:pt x="156678" y="108925"/>
                      <a:pt x="161822" y="87083"/>
                      <a:pt x="157952" y="65894"/>
                    </a:cubicBezTo>
                    <a:cubicBezTo>
                      <a:pt x="176749" y="70324"/>
                      <a:pt x="192403" y="83272"/>
                      <a:pt x="200279" y="100905"/>
                    </a:cubicBezTo>
                    <a:cubicBezTo>
                      <a:pt x="208156" y="118538"/>
                      <a:pt x="207353" y="138837"/>
                      <a:pt x="198108" y="155793"/>
                    </a:cubicBezTo>
                    <a:cubicBezTo>
                      <a:pt x="197131" y="157575"/>
                      <a:pt x="196895" y="159671"/>
                      <a:pt x="197450" y="161626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388745" y="40319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对话流转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00175" y="4300538"/>
              <a:ext cx="119419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CONVERSATION LIFECYCLE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28700" y="4572000"/>
              <a:ext cx="1476375" cy="5334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10452" y="4722495"/>
              <a:ext cx="7033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1. 用户提问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35656" y="48939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chat_input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83180" y="47310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762250" y="4572000"/>
              <a:ext cx="1476375" cy="53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144002" y="4722495"/>
              <a:ext cx="7033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2. 加载历史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112198" y="4893945"/>
              <a:ext cx="7669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load_memory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16730" y="47310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495800" y="4572000"/>
              <a:ext cx="1238250" cy="5334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649838" y="4722495"/>
              <a:ext cx="9301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3. 注入 Prompt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28448" y="4893945"/>
              <a:ext cx="7729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stream_chat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28700" y="5219700"/>
              <a:ext cx="4705350" cy="523875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207770" y="5332095"/>
              <a:ext cx="11696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C853"/>
                  </a:solidFill>
                  <a:latin typeface="Consolas"/>
                  <a:ea typeface="Microsoft YaHei"/>
                  <a:cs typeface="Consolas"/>
                </a:rPr>
                <a:t>4. save_context()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940368" y="5323999"/>
              <a:ext cx="24495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保存本轮对话 → 维持 session_state 状态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207770" y="5541645"/>
              <a:ext cx="33232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页面刷新时从 st.session_state 恢复 MemoryManager 实例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172200" y="3762375"/>
            <a:ext cx="5257800" cy="2476500"/>
            <a:chOff x="6172200" y="3762375"/>
            <a:chExt cx="5257800" cy="2476500"/>
          </a:xfrm>
        </p:grpSpPr>
        <p:sp>
          <p:nvSpPr>
            <p:cNvPr id="57" name="Rectangle 57"/>
            <p:cNvSpPr/>
            <p:nvPr/>
          </p:nvSpPr>
          <p:spPr>
            <a:xfrm>
              <a:off x="6172200" y="3762375"/>
              <a:ext cx="5257800" cy="2476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172200" y="3762375"/>
              <a:ext cx="38100" cy="24765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80175" y="4041775"/>
              <a:ext cx="203229" cy="203229"/>
              <a:chOff x="6480175" y="4041775"/>
              <a:chExt cx="203229" cy="203229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488306" y="4049887"/>
                <a:ext cx="187024" cy="187034"/>
              </a:xfrm>
              <a:custGeom>
                <a:avLst/>
                <a:gdLst/>
                <a:ahLst/>
                <a:cxnLst/>
                <a:rect l="l" t="t" r="r" b="b"/>
                <a:pathLst>
                  <a:path w="187024" h="187034">
                    <a:moveTo>
                      <a:pt x="170724" y="88825"/>
                    </a:moveTo>
                    <a:lnTo>
                      <a:pt x="186956" y="68510"/>
                    </a:lnTo>
                    <a:cubicBezTo>
                      <a:pt x="184767" y="60280"/>
                      <a:pt x="181491" y="52378"/>
                      <a:pt x="177215" y="45012"/>
                    </a:cubicBezTo>
                    <a:lnTo>
                      <a:pt x="151386" y="42110"/>
                    </a:lnTo>
                    <a:cubicBezTo>
                      <a:pt x="149322" y="39785"/>
                      <a:pt x="147123" y="37586"/>
                      <a:pt x="144798" y="35522"/>
                    </a:cubicBezTo>
                    <a:lnTo>
                      <a:pt x="141896" y="9684"/>
                    </a:lnTo>
                    <a:cubicBezTo>
                      <a:pt x="134522" y="5433"/>
                      <a:pt x="126618" y="2180"/>
                      <a:pt x="118388" y="10"/>
                    </a:cubicBezTo>
                    <a:lnTo>
                      <a:pt x="98073" y="16233"/>
                    </a:lnTo>
                    <a:cubicBezTo>
                      <a:pt x="94967" y="16049"/>
                      <a:pt x="91854" y="16049"/>
                      <a:pt x="88748" y="16233"/>
                    </a:cubicBezTo>
                    <a:lnTo>
                      <a:pt x="68433" y="0"/>
                    </a:lnTo>
                    <a:cubicBezTo>
                      <a:pt x="60229" y="2196"/>
                      <a:pt x="52353" y="5472"/>
                      <a:pt x="45012" y="9742"/>
                    </a:cubicBezTo>
                    <a:lnTo>
                      <a:pt x="42110" y="35571"/>
                    </a:lnTo>
                    <a:cubicBezTo>
                      <a:pt x="39785" y="37634"/>
                      <a:pt x="37586" y="39834"/>
                      <a:pt x="35522" y="42159"/>
                    </a:cubicBezTo>
                    <a:lnTo>
                      <a:pt x="9684" y="45061"/>
                    </a:lnTo>
                    <a:cubicBezTo>
                      <a:pt x="5433" y="52434"/>
                      <a:pt x="2180" y="60339"/>
                      <a:pt x="10" y="68568"/>
                    </a:cubicBezTo>
                    <a:lnTo>
                      <a:pt x="16233" y="88883"/>
                    </a:lnTo>
                    <a:cubicBezTo>
                      <a:pt x="16049" y="91989"/>
                      <a:pt x="16049" y="95103"/>
                      <a:pt x="16233" y="98209"/>
                    </a:cubicBezTo>
                    <a:lnTo>
                      <a:pt x="0" y="118524"/>
                    </a:lnTo>
                    <a:cubicBezTo>
                      <a:pt x="2189" y="126754"/>
                      <a:pt x="5465" y="134656"/>
                      <a:pt x="9742" y="142021"/>
                    </a:cubicBezTo>
                    <a:lnTo>
                      <a:pt x="35571" y="144924"/>
                    </a:lnTo>
                    <a:cubicBezTo>
                      <a:pt x="37634" y="147248"/>
                      <a:pt x="39834" y="149448"/>
                      <a:pt x="42159" y="151511"/>
                    </a:cubicBezTo>
                    <a:lnTo>
                      <a:pt x="45061" y="177350"/>
                    </a:lnTo>
                    <a:cubicBezTo>
                      <a:pt x="52434" y="181601"/>
                      <a:pt x="60339" y="184854"/>
                      <a:pt x="68568" y="187024"/>
                    </a:cubicBezTo>
                    <a:lnTo>
                      <a:pt x="88883" y="170801"/>
                    </a:lnTo>
                    <a:cubicBezTo>
                      <a:pt x="91989" y="170985"/>
                      <a:pt x="95103" y="170985"/>
                      <a:pt x="98209" y="170801"/>
                    </a:cubicBezTo>
                    <a:lnTo>
                      <a:pt x="118524" y="187034"/>
                    </a:lnTo>
                    <a:cubicBezTo>
                      <a:pt x="126754" y="184844"/>
                      <a:pt x="134656" y="181568"/>
                      <a:pt x="142021" y="177292"/>
                    </a:cubicBezTo>
                    <a:lnTo>
                      <a:pt x="144924" y="151463"/>
                    </a:lnTo>
                    <a:cubicBezTo>
                      <a:pt x="147248" y="149400"/>
                      <a:pt x="149448" y="147200"/>
                      <a:pt x="151511" y="144875"/>
                    </a:cubicBezTo>
                    <a:lnTo>
                      <a:pt x="177350" y="141973"/>
                    </a:lnTo>
                    <a:cubicBezTo>
                      <a:pt x="181601" y="134600"/>
                      <a:pt x="184854" y="126695"/>
                      <a:pt x="187024" y="118466"/>
                    </a:cubicBezTo>
                    <a:lnTo>
                      <a:pt x="170801" y="98151"/>
                    </a:lnTo>
                    <a:cubicBezTo>
                      <a:pt x="170959" y="95043"/>
                      <a:pt x="170933" y="91929"/>
                      <a:pt x="170724" y="88825"/>
                    </a:cubicBezTo>
                    <a:close/>
                    <a:moveTo>
                      <a:pt x="93469" y="132183"/>
                    </a:moveTo>
                    <a:cubicBezTo>
                      <a:pt x="72098" y="132183"/>
                      <a:pt x="54773" y="114859"/>
                      <a:pt x="54773" y="93488"/>
                    </a:cubicBezTo>
                    <a:cubicBezTo>
                      <a:pt x="54773" y="72117"/>
                      <a:pt x="72098" y="54793"/>
                      <a:pt x="93469" y="54793"/>
                    </a:cubicBezTo>
                    <a:cubicBezTo>
                      <a:pt x="114839" y="54793"/>
                      <a:pt x="132164" y="72117"/>
                      <a:pt x="132164" y="93488"/>
                    </a:cubicBezTo>
                    <a:cubicBezTo>
                      <a:pt x="132164" y="114859"/>
                      <a:pt x="114839" y="132183"/>
                      <a:pt x="93469" y="132183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480175" y="4041775"/>
                <a:ext cx="203229" cy="203229"/>
              </a:xfrm>
              <a:custGeom>
                <a:avLst/>
                <a:gdLst/>
                <a:ahLst/>
                <a:cxnLst/>
                <a:rect l="l" t="t" r="r" b="b"/>
                <a:pathLst>
                  <a:path w="203229" h="203229">
                    <a:moveTo>
                      <a:pt x="101600" y="55166"/>
                    </a:moveTo>
                    <a:cubicBezTo>
                      <a:pt x="75955" y="55166"/>
                      <a:pt x="55166" y="75955"/>
                      <a:pt x="55166" y="101600"/>
                    </a:cubicBezTo>
                    <a:cubicBezTo>
                      <a:pt x="55166" y="127245"/>
                      <a:pt x="75955" y="148035"/>
                      <a:pt x="101600" y="148035"/>
                    </a:cubicBezTo>
                    <a:cubicBezTo>
                      <a:pt x="127245" y="148035"/>
                      <a:pt x="148035" y="127245"/>
                      <a:pt x="148035" y="101600"/>
                    </a:cubicBezTo>
                    <a:cubicBezTo>
                      <a:pt x="148008" y="75966"/>
                      <a:pt x="127234" y="55192"/>
                      <a:pt x="101600" y="55166"/>
                    </a:cubicBezTo>
                    <a:close/>
                    <a:moveTo>
                      <a:pt x="101600" y="132556"/>
                    </a:moveTo>
                    <a:cubicBezTo>
                      <a:pt x="84504" y="132556"/>
                      <a:pt x="70644" y="118697"/>
                      <a:pt x="70644" y="101600"/>
                    </a:cubicBezTo>
                    <a:cubicBezTo>
                      <a:pt x="70644" y="84504"/>
                      <a:pt x="84504" y="70644"/>
                      <a:pt x="101600" y="70644"/>
                    </a:cubicBezTo>
                    <a:cubicBezTo>
                      <a:pt x="118697" y="70644"/>
                      <a:pt x="132556" y="84504"/>
                      <a:pt x="132556" y="101600"/>
                    </a:cubicBezTo>
                    <a:cubicBezTo>
                      <a:pt x="132556" y="118697"/>
                      <a:pt x="118697" y="132556"/>
                      <a:pt x="101600" y="132556"/>
                    </a:cubicBezTo>
                    <a:close/>
                    <a:moveTo>
                      <a:pt x="186730" y="103690"/>
                    </a:moveTo>
                    <a:cubicBezTo>
                      <a:pt x="186769" y="102297"/>
                      <a:pt x="186769" y="100904"/>
                      <a:pt x="186730" y="99511"/>
                    </a:cubicBezTo>
                    <a:lnTo>
                      <a:pt x="201163" y="81479"/>
                    </a:lnTo>
                    <a:cubicBezTo>
                      <a:pt x="202698" y="79559"/>
                      <a:pt x="203229" y="77024"/>
                      <a:pt x="202595" y="74649"/>
                    </a:cubicBezTo>
                    <a:cubicBezTo>
                      <a:pt x="200225" y="65756"/>
                      <a:pt x="196685" y="57217"/>
                      <a:pt x="192070" y="49255"/>
                    </a:cubicBezTo>
                    <a:cubicBezTo>
                      <a:pt x="190843" y="47143"/>
                      <a:pt x="188692" y="45734"/>
                      <a:pt x="186266" y="45453"/>
                    </a:cubicBezTo>
                    <a:lnTo>
                      <a:pt x="163319" y="42899"/>
                    </a:lnTo>
                    <a:cubicBezTo>
                      <a:pt x="162365" y="41893"/>
                      <a:pt x="161397" y="40926"/>
                      <a:pt x="160417" y="39997"/>
                    </a:cubicBezTo>
                    <a:lnTo>
                      <a:pt x="157708" y="16993"/>
                    </a:lnTo>
                    <a:cubicBezTo>
                      <a:pt x="157426" y="14565"/>
                      <a:pt x="156013" y="12413"/>
                      <a:pt x="153897" y="11189"/>
                    </a:cubicBezTo>
                    <a:cubicBezTo>
                      <a:pt x="145935" y="6577"/>
                      <a:pt x="137396" y="3044"/>
                      <a:pt x="128503" y="683"/>
                    </a:cubicBezTo>
                    <a:cubicBezTo>
                      <a:pt x="126128" y="48"/>
                      <a:pt x="123593" y="580"/>
                      <a:pt x="121673" y="2115"/>
                    </a:cubicBezTo>
                    <a:lnTo>
                      <a:pt x="103690" y="16471"/>
                    </a:lnTo>
                    <a:cubicBezTo>
                      <a:pt x="102297" y="16471"/>
                      <a:pt x="100904" y="16471"/>
                      <a:pt x="99511" y="16471"/>
                    </a:cubicBezTo>
                    <a:lnTo>
                      <a:pt x="81479" y="2066"/>
                    </a:lnTo>
                    <a:cubicBezTo>
                      <a:pt x="79559" y="531"/>
                      <a:pt x="77024" y="0"/>
                      <a:pt x="74649" y="634"/>
                    </a:cubicBezTo>
                    <a:cubicBezTo>
                      <a:pt x="65756" y="3005"/>
                      <a:pt x="57217" y="6544"/>
                      <a:pt x="49255" y="11160"/>
                    </a:cubicBezTo>
                    <a:cubicBezTo>
                      <a:pt x="47143" y="12386"/>
                      <a:pt x="45734" y="14538"/>
                      <a:pt x="45453" y="16964"/>
                    </a:cubicBezTo>
                    <a:lnTo>
                      <a:pt x="42899" y="39949"/>
                    </a:lnTo>
                    <a:cubicBezTo>
                      <a:pt x="41893" y="40910"/>
                      <a:pt x="40926" y="41877"/>
                      <a:pt x="39997" y="42851"/>
                    </a:cubicBezTo>
                    <a:lnTo>
                      <a:pt x="16993" y="45492"/>
                    </a:lnTo>
                    <a:cubicBezTo>
                      <a:pt x="14565" y="45774"/>
                      <a:pt x="12413" y="47188"/>
                      <a:pt x="11189" y="49303"/>
                    </a:cubicBezTo>
                    <a:cubicBezTo>
                      <a:pt x="6578" y="57267"/>
                      <a:pt x="3042" y="65805"/>
                      <a:pt x="673" y="74697"/>
                    </a:cubicBezTo>
                    <a:cubicBezTo>
                      <a:pt x="41" y="77074"/>
                      <a:pt x="576" y="79609"/>
                      <a:pt x="2115" y="81527"/>
                    </a:cubicBezTo>
                    <a:lnTo>
                      <a:pt x="16471" y="99511"/>
                    </a:lnTo>
                    <a:cubicBezTo>
                      <a:pt x="16471" y="100904"/>
                      <a:pt x="16471" y="102297"/>
                      <a:pt x="16471" y="103690"/>
                    </a:cubicBezTo>
                    <a:lnTo>
                      <a:pt x="2066" y="121722"/>
                    </a:lnTo>
                    <a:cubicBezTo>
                      <a:pt x="531" y="123642"/>
                      <a:pt x="0" y="126177"/>
                      <a:pt x="634" y="128551"/>
                    </a:cubicBezTo>
                    <a:cubicBezTo>
                      <a:pt x="3005" y="137444"/>
                      <a:pt x="6544" y="145983"/>
                      <a:pt x="11160" y="153945"/>
                    </a:cubicBezTo>
                    <a:cubicBezTo>
                      <a:pt x="12386" y="156057"/>
                      <a:pt x="14538" y="157467"/>
                      <a:pt x="16964" y="157747"/>
                    </a:cubicBezTo>
                    <a:lnTo>
                      <a:pt x="39910" y="160301"/>
                    </a:lnTo>
                    <a:cubicBezTo>
                      <a:pt x="40871" y="161307"/>
                      <a:pt x="41839" y="162274"/>
                      <a:pt x="42812" y="163203"/>
                    </a:cubicBezTo>
                    <a:lnTo>
                      <a:pt x="45492" y="186207"/>
                    </a:lnTo>
                    <a:cubicBezTo>
                      <a:pt x="45774" y="188636"/>
                      <a:pt x="47188" y="190788"/>
                      <a:pt x="49303" y="192012"/>
                    </a:cubicBezTo>
                    <a:cubicBezTo>
                      <a:pt x="57267" y="196623"/>
                      <a:pt x="65805" y="200159"/>
                      <a:pt x="74697" y="202527"/>
                    </a:cubicBezTo>
                    <a:cubicBezTo>
                      <a:pt x="77074" y="203159"/>
                      <a:pt x="79609" y="202624"/>
                      <a:pt x="81527" y="201086"/>
                    </a:cubicBezTo>
                    <a:lnTo>
                      <a:pt x="99511" y="186730"/>
                    </a:lnTo>
                    <a:cubicBezTo>
                      <a:pt x="100904" y="186769"/>
                      <a:pt x="102297" y="186769"/>
                      <a:pt x="103690" y="186730"/>
                    </a:cubicBezTo>
                    <a:lnTo>
                      <a:pt x="121722" y="201163"/>
                    </a:lnTo>
                    <a:cubicBezTo>
                      <a:pt x="123642" y="202698"/>
                      <a:pt x="126177" y="203229"/>
                      <a:pt x="128551" y="202595"/>
                    </a:cubicBezTo>
                    <a:cubicBezTo>
                      <a:pt x="137446" y="200229"/>
                      <a:pt x="145985" y="196689"/>
                      <a:pt x="153945" y="192070"/>
                    </a:cubicBezTo>
                    <a:cubicBezTo>
                      <a:pt x="156057" y="190843"/>
                      <a:pt x="157467" y="188692"/>
                      <a:pt x="157747" y="186266"/>
                    </a:cubicBezTo>
                    <a:lnTo>
                      <a:pt x="160301" y="163319"/>
                    </a:lnTo>
                    <a:cubicBezTo>
                      <a:pt x="161307" y="162365"/>
                      <a:pt x="162274" y="161397"/>
                      <a:pt x="163203" y="160417"/>
                    </a:cubicBezTo>
                    <a:lnTo>
                      <a:pt x="186207" y="157708"/>
                    </a:lnTo>
                    <a:cubicBezTo>
                      <a:pt x="188636" y="157426"/>
                      <a:pt x="190788" y="156013"/>
                      <a:pt x="192012" y="153897"/>
                    </a:cubicBezTo>
                    <a:cubicBezTo>
                      <a:pt x="196623" y="145934"/>
                      <a:pt x="200159" y="137395"/>
                      <a:pt x="202527" y="128503"/>
                    </a:cubicBezTo>
                    <a:cubicBezTo>
                      <a:pt x="203159" y="126127"/>
                      <a:pt x="202624" y="123592"/>
                      <a:pt x="201086" y="121673"/>
                    </a:cubicBezTo>
                    <a:close/>
                    <a:moveTo>
                      <a:pt x="171155" y="97402"/>
                    </a:moveTo>
                    <a:cubicBezTo>
                      <a:pt x="171319" y="100198"/>
                      <a:pt x="171319" y="103002"/>
                      <a:pt x="171155" y="105799"/>
                    </a:cubicBezTo>
                    <a:cubicBezTo>
                      <a:pt x="171040" y="107713"/>
                      <a:pt x="171640" y="109602"/>
                      <a:pt x="172838" y="111100"/>
                    </a:cubicBezTo>
                    <a:lnTo>
                      <a:pt x="186565" y="128252"/>
                    </a:lnTo>
                    <a:cubicBezTo>
                      <a:pt x="184990" y="133257"/>
                      <a:pt x="182973" y="138113"/>
                      <a:pt x="180539" y="142762"/>
                    </a:cubicBezTo>
                    <a:lnTo>
                      <a:pt x="158676" y="145239"/>
                    </a:lnTo>
                    <a:cubicBezTo>
                      <a:pt x="156772" y="145450"/>
                      <a:pt x="155014" y="146360"/>
                      <a:pt x="153742" y="147793"/>
                    </a:cubicBezTo>
                    <a:cubicBezTo>
                      <a:pt x="151880" y="149887"/>
                      <a:pt x="149897" y="151870"/>
                      <a:pt x="147802" y="153732"/>
                    </a:cubicBezTo>
                    <a:cubicBezTo>
                      <a:pt x="146370" y="155004"/>
                      <a:pt x="145460" y="156762"/>
                      <a:pt x="145249" y="158666"/>
                    </a:cubicBezTo>
                    <a:lnTo>
                      <a:pt x="142820" y="180510"/>
                    </a:lnTo>
                    <a:cubicBezTo>
                      <a:pt x="138172" y="182946"/>
                      <a:pt x="133316" y="184962"/>
                      <a:pt x="128310" y="186536"/>
                    </a:cubicBezTo>
                    <a:lnTo>
                      <a:pt x="111148" y="172809"/>
                    </a:lnTo>
                    <a:cubicBezTo>
                      <a:pt x="109775" y="171712"/>
                      <a:pt x="108069" y="171115"/>
                      <a:pt x="106311" y="171116"/>
                    </a:cubicBezTo>
                    <a:lnTo>
                      <a:pt x="105847" y="171116"/>
                    </a:lnTo>
                    <a:cubicBezTo>
                      <a:pt x="103050" y="171281"/>
                      <a:pt x="100247" y="171281"/>
                      <a:pt x="97450" y="171116"/>
                    </a:cubicBezTo>
                    <a:cubicBezTo>
                      <a:pt x="95536" y="171007"/>
                      <a:pt x="93649" y="171606"/>
                      <a:pt x="92149" y="172800"/>
                    </a:cubicBezTo>
                    <a:lnTo>
                      <a:pt x="74949" y="186536"/>
                    </a:lnTo>
                    <a:cubicBezTo>
                      <a:pt x="69943" y="184961"/>
                      <a:pt x="65087" y="182944"/>
                      <a:pt x="60438" y="180510"/>
                    </a:cubicBezTo>
                    <a:lnTo>
                      <a:pt x="57962" y="158676"/>
                    </a:lnTo>
                    <a:cubicBezTo>
                      <a:pt x="57750" y="156772"/>
                      <a:pt x="56840" y="155014"/>
                      <a:pt x="55408" y="153742"/>
                    </a:cubicBezTo>
                    <a:cubicBezTo>
                      <a:pt x="53313" y="151880"/>
                      <a:pt x="51330" y="149897"/>
                      <a:pt x="49468" y="147802"/>
                    </a:cubicBezTo>
                    <a:cubicBezTo>
                      <a:pt x="48196" y="146370"/>
                      <a:pt x="46438" y="145460"/>
                      <a:pt x="44534" y="145249"/>
                    </a:cubicBezTo>
                    <a:lnTo>
                      <a:pt x="22691" y="142811"/>
                    </a:lnTo>
                    <a:cubicBezTo>
                      <a:pt x="20255" y="138162"/>
                      <a:pt x="18238" y="133306"/>
                      <a:pt x="16664" y="128300"/>
                    </a:cubicBezTo>
                    <a:lnTo>
                      <a:pt x="30391" y="111139"/>
                    </a:lnTo>
                    <a:cubicBezTo>
                      <a:pt x="31590" y="109641"/>
                      <a:pt x="32190" y="107752"/>
                      <a:pt x="32074" y="105837"/>
                    </a:cubicBezTo>
                    <a:cubicBezTo>
                      <a:pt x="31910" y="103041"/>
                      <a:pt x="31910" y="100237"/>
                      <a:pt x="32074" y="97440"/>
                    </a:cubicBezTo>
                    <a:cubicBezTo>
                      <a:pt x="32190" y="95526"/>
                      <a:pt x="31590" y="93637"/>
                      <a:pt x="30391" y="92139"/>
                    </a:cubicBezTo>
                    <a:lnTo>
                      <a:pt x="16664" y="74949"/>
                    </a:lnTo>
                    <a:cubicBezTo>
                      <a:pt x="18239" y="69943"/>
                      <a:pt x="20256" y="65087"/>
                      <a:pt x="22691" y="60438"/>
                    </a:cubicBezTo>
                    <a:lnTo>
                      <a:pt x="44525" y="57962"/>
                    </a:lnTo>
                    <a:cubicBezTo>
                      <a:pt x="46429" y="57750"/>
                      <a:pt x="48186" y="56840"/>
                      <a:pt x="49458" y="55408"/>
                    </a:cubicBezTo>
                    <a:cubicBezTo>
                      <a:pt x="51320" y="53313"/>
                      <a:pt x="53304" y="51330"/>
                      <a:pt x="55398" y="49468"/>
                    </a:cubicBezTo>
                    <a:cubicBezTo>
                      <a:pt x="56836" y="48195"/>
                      <a:pt x="57750" y="46433"/>
                      <a:pt x="57962" y="44525"/>
                    </a:cubicBezTo>
                    <a:lnTo>
                      <a:pt x="60390" y="22691"/>
                    </a:lnTo>
                    <a:cubicBezTo>
                      <a:pt x="65038" y="20255"/>
                      <a:pt x="69894" y="18238"/>
                      <a:pt x="74900" y="16664"/>
                    </a:cubicBezTo>
                    <a:lnTo>
                      <a:pt x="92062" y="30391"/>
                    </a:lnTo>
                    <a:cubicBezTo>
                      <a:pt x="93559" y="31590"/>
                      <a:pt x="95448" y="32190"/>
                      <a:pt x="97363" y="32074"/>
                    </a:cubicBezTo>
                    <a:cubicBezTo>
                      <a:pt x="100160" y="31910"/>
                      <a:pt x="102963" y="31910"/>
                      <a:pt x="105760" y="32074"/>
                    </a:cubicBezTo>
                    <a:cubicBezTo>
                      <a:pt x="107674" y="32184"/>
                      <a:pt x="109561" y="31585"/>
                      <a:pt x="111061" y="30391"/>
                    </a:cubicBezTo>
                    <a:lnTo>
                      <a:pt x="128252" y="16664"/>
                    </a:lnTo>
                    <a:cubicBezTo>
                      <a:pt x="133257" y="18239"/>
                      <a:pt x="138113" y="20256"/>
                      <a:pt x="142762" y="22691"/>
                    </a:cubicBezTo>
                    <a:lnTo>
                      <a:pt x="145239" y="44525"/>
                    </a:lnTo>
                    <a:cubicBezTo>
                      <a:pt x="145450" y="46429"/>
                      <a:pt x="146360" y="48186"/>
                      <a:pt x="147793" y="49458"/>
                    </a:cubicBezTo>
                    <a:cubicBezTo>
                      <a:pt x="149887" y="51320"/>
                      <a:pt x="151870" y="53304"/>
                      <a:pt x="153732" y="55398"/>
                    </a:cubicBezTo>
                    <a:cubicBezTo>
                      <a:pt x="155004" y="56831"/>
                      <a:pt x="156762" y="57741"/>
                      <a:pt x="158666" y="57952"/>
                    </a:cubicBezTo>
                    <a:lnTo>
                      <a:pt x="180510" y="60380"/>
                    </a:lnTo>
                    <a:cubicBezTo>
                      <a:pt x="182946" y="65028"/>
                      <a:pt x="184962" y="69884"/>
                      <a:pt x="186536" y="74891"/>
                    </a:cubicBezTo>
                    <a:lnTo>
                      <a:pt x="172809" y="92052"/>
                    </a:lnTo>
                    <a:cubicBezTo>
                      <a:pt x="171599" y="93562"/>
                      <a:pt x="170999" y="95471"/>
                      <a:pt x="171126" y="97402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98945" y="40319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配置参数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10375" y="4300538"/>
              <a:ext cx="724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CONFIGURATION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38900" y="4572000"/>
              <a:ext cx="4724400" cy="1333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17018" y="4733449"/>
              <a:ext cx="16902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MEMORY_KEEP_RECENT = 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17018" y="494299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保留最近 4 轮（8 条消息）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17018" y="5190649"/>
              <a:ext cx="22295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MEMORY_MAX_TOKEN_LIMIT = 4000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17018" y="5400199"/>
              <a:ext cx="1500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对话历史 Token 上限控制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17018" y="5647849"/>
              <a:ext cx="14172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session_state 持久化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17018" y="5857399"/>
              <a:ext cx="18384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页面刷新后状态保持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72" name="Rectangle 72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3" grpId="0"/>
      <p:bldP spid="56" grpId="0"/>
      <p:bldP spid="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2871121" cy="574834"/>
            <a:chOff x="762000" y="280035"/>
            <a:chExt cx="2871121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271491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核心特性与亮点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22870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KEY FEATURES — SIX CORE ADVANTAGES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028700"/>
            <a:ext cx="3524250" cy="2381250"/>
            <a:chOff x="762000" y="1028700"/>
            <a:chExt cx="3524250" cy="2381250"/>
          </a:xfrm>
        </p:grpSpPr>
        <p:sp>
          <p:nvSpPr>
            <p:cNvPr id="7" name="Rectangle 7"/>
            <p:cNvSpPr/>
            <p:nvPr/>
          </p:nvSpPr>
          <p:spPr>
            <a:xfrm>
              <a:off x="762000" y="102870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2870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414588" y="1362073"/>
              <a:ext cx="234355" cy="228602"/>
              <a:chOff x="2414588" y="1362073"/>
              <a:chExt cx="234355" cy="22860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2562225" y="137160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66675"/>
                    </a:moveTo>
                    <a:lnTo>
                      <a:pt x="0" y="666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414588" y="1362073"/>
                <a:ext cx="234355" cy="228602"/>
              </a:xfrm>
              <a:custGeom>
                <a:avLst/>
                <a:gdLst/>
                <a:ahLst/>
                <a:cxnLst/>
                <a:rect l="l" t="t" r="r" b="b"/>
                <a:pathLst>
                  <a:path w="234355" h="228602">
                    <a:moveTo>
                      <a:pt x="28575" y="142877"/>
                    </a:moveTo>
                    <a:lnTo>
                      <a:pt x="9525" y="142877"/>
                    </a:lnTo>
                    <a:cubicBezTo>
                      <a:pt x="4264" y="142877"/>
                      <a:pt x="0" y="147141"/>
                      <a:pt x="0" y="152402"/>
                    </a:cubicBezTo>
                    <a:lnTo>
                      <a:pt x="0" y="219077"/>
                    </a:lnTo>
                    <a:cubicBezTo>
                      <a:pt x="0" y="224337"/>
                      <a:pt x="4264" y="228602"/>
                      <a:pt x="9525" y="228602"/>
                    </a:cubicBezTo>
                    <a:lnTo>
                      <a:pt x="28575" y="228602"/>
                    </a:lnTo>
                    <a:cubicBezTo>
                      <a:pt x="52247" y="228602"/>
                      <a:pt x="71438" y="209412"/>
                      <a:pt x="71438" y="185739"/>
                    </a:cubicBezTo>
                    <a:cubicBezTo>
                      <a:pt x="71438" y="162067"/>
                      <a:pt x="52247" y="142877"/>
                      <a:pt x="28575" y="142877"/>
                    </a:cubicBezTo>
                    <a:close/>
                    <a:moveTo>
                      <a:pt x="28575" y="209552"/>
                    </a:moveTo>
                    <a:lnTo>
                      <a:pt x="19050" y="209552"/>
                    </a:lnTo>
                    <a:lnTo>
                      <a:pt x="19050" y="161927"/>
                    </a:lnTo>
                    <a:lnTo>
                      <a:pt x="28575" y="161927"/>
                    </a:lnTo>
                    <a:cubicBezTo>
                      <a:pt x="41726" y="161927"/>
                      <a:pt x="52388" y="172588"/>
                      <a:pt x="52388" y="185739"/>
                    </a:cubicBezTo>
                    <a:cubicBezTo>
                      <a:pt x="52388" y="198891"/>
                      <a:pt x="41726" y="209552"/>
                      <a:pt x="28575" y="209552"/>
                    </a:cubicBezTo>
                    <a:close/>
                    <a:moveTo>
                      <a:pt x="230422" y="203706"/>
                    </a:moveTo>
                    <a:cubicBezTo>
                      <a:pt x="234222" y="207343"/>
                      <a:pt x="234355" y="213371"/>
                      <a:pt x="230719" y="217172"/>
                    </a:cubicBezTo>
                    <a:cubicBezTo>
                      <a:pt x="224016" y="224388"/>
                      <a:pt x="214636" y="228522"/>
                      <a:pt x="204788" y="228602"/>
                    </a:cubicBezTo>
                    <a:cubicBezTo>
                      <a:pt x="183773" y="228602"/>
                      <a:pt x="166688" y="209373"/>
                      <a:pt x="166688" y="185739"/>
                    </a:cubicBezTo>
                    <a:cubicBezTo>
                      <a:pt x="166688" y="162106"/>
                      <a:pt x="183773" y="142877"/>
                      <a:pt x="204788" y="142877"/>
                    </a:cubicBezTo>
                    <a:cubicBezTo>
                      <a:pt x="214636" y="142957"/>
                      <a:pt x="224016" y="147091"/>
                      <a:pt x="230719" y="154307"/>
                    </a:cubicBezTo>
                    <a:cubicBezTo>
                      <a:pt x="234274" y="158120"/>
                      <a:pt x="234103" y="164081"/>
                      <a:pt x="230337" y="167685"/>
                    </a:cubicBezTo>
                    <a:cubicBezTo>
                      <a:pt x="226571" y="171288"/>
                      <a:pt x="220608" y="171195"/>
                      <a:pt x="216956" y="167475"/>
                    </a:cubicBezTo>
                    <a:cubicBezTo>
                      <a:pt x="213831" y="164037"/>
                      <a:pt x="209432" y="162031"/>
                      <a:pt x="204788" y="161927"/>
                    </a:cubicBezTo>
                    <a:cubicBezTo>
                      <a:pt x="194286" y="161927"/>
                      <a:pt x="185738" y="172643"/>
                      <a:pt x="185738" y="185739"/>
                    </a:cubicBezTo>
                    <a:cubicBezTo>
                      <a:pt x="185738" y="198836"/>
                      <a:pt x="194286" y="209552"/>
                      <a:pt x="204788" y="209552"/>
                    </a:cubicBezTo>
                    <a:cubicBezTo>
                      <a:pt x="209434" y="209456"/>
                      <a:pt x="213836" y="207449"/>
                      <a:pt x="216956" y="204004"/>
                    </a:cubicBezTo>
                    <a:cubicBezTo>
                      <a:pt x="220592" y="200203"/>
                      <a:pt x="226621" y="200070"/>
                      <a:pt x="230422" y="203706"/>
                    </a:cubicBezTo>
                    <a:close/>
                    <a:moveTo>
                      <a:pt x="119062" y="142877"/>
                    </a:moveTo>
                    <a:cubicBezTo>
                      <a:pt x="98060" y="142877"/>
                      <a:pt x="80962" y="162106"/>
                      <a:pt x="80962" y="185739"/>
                    </a:cubicBezTo>
                    <a:cubicBezTo>
                      <a:pt x="80962" y="209373"/>
                      <a:pt x="98060" y="228602"/>
                      <a:pt x="119062" y="228602"/>
                    </a:cubicBezTo>
                    <a:cubicBezTo>
                      <a:pt x="140065" y="228602"/>
                      <a:pt x="157162" y="209373"/>
                      <a:pt x="157162" y="185739"/>
                    </a:cubicBezTo>
                    <a:cubicBezTo>
                      <a:pt x="157162" y="162106"/>
                      <a:pt x="140065" y="142877"/>
                      <a:pt x="119062" y="142877"/>
                    </a:cubicBezTo>
                    <a:close/>
                    <a:moveTo>
                      <a:pt x="119062" y="209552"/>
                    </a:moveTo>
                    <a:cubicBezTo>
                      <a:pt x="108561" y="209552"/>
                      <a:pt x="100012" y="198836"/>
                      <a:pt x="100012" y="185739"/>
                    </a:cubicBezTo>
                    <a:cubicBezTo>
                      <a:pt x="100012" y="172643"/>
                      <a:pt x="108561" y="161927"/>
                      <a:pt x="119062" y="161927"/>
                    </a:cubicBezTo>
                    <a:cubicBezTo>
                      <a:pt x="129564" y="161927"/>
                      <a:pt x="138112" y="172643"/>
                      <a:pt x="138112" y="185739"/>
                    </a:cubicBezTo>
                    <a:cubicBezTo>
                      <a:pt x="138112" y="198836"/>
                      <a:pt x="129564" y="209552"/>
                      <a:pt x="119062" y="209552"/>
                    </a:cubicBezTo>
                    <a:close/>
                    <a:moveTo>
                      <a:pt x="23812" y="114302"/>
                    </a:moveTo>
                    <a:cubicBezTo>
                      <a:pt x="29073" y="114302"/>
                      <a:pt x="33338" y="110037"/>
                      <a:pt x="33338" y="104777"/>
                    </a:cubicBezTo>
                    <a:lnTo>
                      <a:pt x="33338" y="19052"/>
                    </a:lnTo>
                    <a:lnTo>
                      <a:pt x="138112" y="19052"/>
                    </a:lnTo>
                    <a:lnTo>
                      <a:pt x="138112" y="76202"/>
                    </a:lnTo>
                    <a:cubicBezTo>
                      <a:pt x="138112" y="81462"/>
                      <a:pt x="142377" y="85727"/>
                      <a:pt x="147638" y="85727"/>
                    </a:cubicBezTo>
                    <a:lnTo>
                      <a:pt x="204788" y="85727"/>
                    </a:lnTo>
                    <a:lnTo>
                      <a:pt x="204788" y="104777"/>
                    </a:lnTo>
                    <a:cubicBezTo>
                      <a:pt x="204788" y="110037"/>
                      <a:pt x="209052" y="114302"/>
                      <a:pt x="214312" y="114302"/>
                    </a:cubicBezTo>
                    <a:cubicBezTo>
                      <a:pt x="219573" y="114302"/>
                      <a:pt x="223838" y="110037"/>
                      <a:pt x="223838" y="104777"/>
                    </a:cubicBezTo>
                    <a:lnTo>
                      <a:pt x="223838" y="76202"/>
                    </a:lnTo>
                    <a:cubicBezTo>
                      <a:pt x="223839" y="73675"/>
                      <a:pt x="222837" y="71251"/>
                      <a:pt x="221051" y="69463"/>
                    </a:cubicBezTo>
                    <a:lnTo>
                      <a:pt x="154376" y="2788"/>
                    </a:lnTo>
                    <a:cubicBezTo>
                      <a:pt x="152589" y="1002"/>
                      <a:pt x="150164" y="0"/>
                      <a:pt x="147638" y="2"/>
                    </a:cubicBezTo>
                    <a:lnTo>
                      <a:pt x="33338" y="2"/>
                    </a:lnTo>
                    <a:cubicBezTo>
                      <a:pt x="22816" y="2"/>
                      <a:pt x="14288" y="8531"/>
                      <a:pt x="14288" y="19052"/>
                    </a:cubicBezTo>
                    <a:lnTo>
                      <a:pt x="14288" y="104777"/>
                    </a:lnTo>
                    <a:cubicBezTo>
                      <a:pt x="14288" y="110037"/>
                      <a:pt x="18552" y="114302"/>
                      <a:pt x="23812" y="114302"/>
                    </a:cubicBezTo>
                    <a:close/>
                    <a:moveTo>
                      <a:pt x="157162" y="32518"/>
                    </a:moveTo>
                    <a:lnTo>
                      <a:pt x="191322" y="66677"/>
                    </a:lnTo>
                    <a:lnTo>
                      <a:pt x="157162" y="66677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980009" y="169545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多格式支持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47054" y="1966912"/>
              <a:ext cx="75414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7 FILE FORMATS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25990" y="2259806"/>
              <a:ext cx="15962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PDF · DOCX · TXT · MD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22239" y="2497931"/>
              <a:ext cx="16037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CSV · HTML · 图片 OCR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61661" y="284749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自动格式检测一键上传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400550" y="1028700"/>
            <a:ext cx="3524250" cy="2381250"/>
            <a:chOff x="4400550" y="1028700"/>
            <a:chExt cx="3524250" cy="2381250"/>
          </a:xfrm>
        </p:grpSpPr>
        <p:sp>
          <p:nvSpPr>
            <p:cNvPr id="18" name="Rectangle 18"/>
            <p:cNvSpPr/>
            <p:nvPr/>
          </p:nvSpPr>
          <p:spPr>
            <a:xfrm>
              <a:off x="4400550" y="102870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00550" y="102870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6038850" y="1362075"/>
              <a:ext cx="267165" cy="239473"/>
              <a:chOff x="6038850" y="1362075"/>
              <a:chExt cx="267165" cy="23947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086440" y="1400175"/>
                <a:ext cx="19053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90535" h="152400">
                    <a:moveTo>
                      <a:pt x="190535" y="152400"/>
                    </a:moveTo>
                    <a:lnTo>
                      <a:pt x="95285" y="152400"/>
                    </a:lnTo>
                    <a:lnTo>
                      <a:pt x="142910" y="57150"/>
                    </a:lnTo>
                    <a:close/>
                    <a:moveTo>
                      <a:pt x="38135" y="85201"/>
                    </a:moveTo>
                    <a:lnTo>
                      <a:pt x="38135" y="85201"/>
                    </a:lnTo>
                    <a:cubicBezTo>
                      <a:pt x="62408" y="63536"/>
                      <a:pt x="76271" y="32535"/>
                      <a:pt x="76235" y="0"/>
                    </a:cubicBezTo>
                    <a:lnTo>
                      <a:pt x="35" y="0"/>
                    </a:lnTo>
                    <a:cubicBezTo>
                      <a:pt x="0" y="32535"/>
                      <a:pt x="13863" y="63536"/>
                      <a:pt x="38135" y="85201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038850" y="1362075"/>
                <a:ext cx="267165" cy="239473"/>
              </a:xfrm>
              <a:custGeom>
                <a:avLst/>
                <a:gdLst/>
                <a:ahLst/>
                <a:cxnLst/>
                <a:rect l="l" t="t" r="r" b="b"/>
                <a:pathLst>
                  <a:path w="267165" h="239473">
                    <a:moveTo>
                      <a:pt x="265688" y="224338"/>
                    </a:moveTo>
                    <a:lnTo>
                      <a:pt x="199013" y="90988"/>
                    </a:lnTo>
                    <a:cubicBezTo>
                      <a:pt x="197399" y="87761"/>
                      <a:pt x="194101" y="85723"/>
                      <a:pt x="190494" y="85723"/>
                    </a:cubicBezTo>
                    <a:cubicBezTo>
                      <a:pt x="186887" y="85723"/>
                      <a:pt x="183589" y="87761"/>
                      <a:pt x="181975" y="90988"/>
                    </a:cubicBezTo>
                    <a:lnTo>
                      <a:pt x="156127" y="142696"/>
                    </a:lnTo>
                    <a:cubicBezTo>
                      <a:pt x="135866" y="141557"/>
                      <a:pt x="116372" y="134559"/>
                      <a:pt x="100012" y="122551"/>
                    </a:cubicBezTo>
                    <a:cubicBezTo>
                      <a:pt x="119206" y="102054"/>
                      <a:pt x="130836" y="75624"/>
                      <a:pt x="132981" y="47625"/>
                    </a:cubicBezTo>
                    <a:lnTo>
                      <a:pt x="161925" y="47625"/>
                    </a:lnTo>
                    <a:cubicBezTo>
                      <a:pt x="167186" y="47625"/>
                      <a:pt x="171450" y="43361"/>
                      <a:pt x="171450" y="38100"/>
                    </a:cubicBezTo>
                    <a:cubicBezTo>
                      <a:pt x="171450" y="32839"/>
                      <a:pt x="167186" y="28575"/>
                      <a:pt x="161925" y="28575"/>
                    </a:cubicBezTo>
                    <a:lnTo>
                      <a:pt x="95250" y="28575"/>
                    </a:lnTo>
                    <a:lnTo>
                      <a:pt x="95250" y="9525"/>
                    </a:lnTo>
                    <a:cubicBezTo>
                      <a:pt x="95250" y="4264"/>
                      <a:pt x="90986" y="0"/>
                      <a:pt x="85725" y="0"/>
                    </a:cubicBezTo>
                    <a:cubicBezTo>
                      <a:pt x="80464" y="0"/>
                      <a:pt x="76200" y="4264"/>
                      <a:pt x="76200" y="9525"/>
                    </a:cubicBezTo>
                    <a:lnTo>
                      <a:pt x="76200" y="28575"/>
                    </a:lnTo>
                    <a:lnTo>
                      <a:pt x="9525" y="28575"/>
                    </a:lnTo>
                    <a:cubicBezTo>
                      <a:pt x="4264" y="28575"/>
                      <a:pt x="0" y="32839"/>
                      <a:pt x="0" y="38100"/>
                    </a:cubicBezTo>
                    <a:cubicBezTo>
                      <a:pt x="0" y="43361"/>
                      <a:pt x="4264" y="47625"/>
                      <a:pt x="9525" y="47625"/>
                    </a:cubicBezTo>
                    <a:lnTo>
                      <a:pt x="113859" y="47625"/>
                    </a:lnTo>
                    <a:cubicBezTo>
                      <a:pt x="111743" y="70970"/>
                      <a:pt x="101834" y="92925"/>
                      <a:pt x="85725" y="109954"/>
                    </a:cubicBezTo>
                    <a:cubicBezTo>
                      <a:pt x="75690" y="99366"/>
                      <a:pt x="67984" y="86793"/>
                      <a:pt x="63103" y="73045"/>
                    </a:cubicBezTo>
                    <a:cubicBezTo>
                      <a:pt x="62011" y="69780"/>
                      <a:pt x="59242" y="67359"/>
                      <a:pt x="55861" y="66712"/>
                    </a:cubicBezTo>
                    <a:cubicBezTo>
                      <a:pt x="52479" y="66065"/>
                      <a:pt x="49012" y="67293"/>
                      <a:pt x="46792" y="69923"/>
                    </a:cubicBezTo>
                    <a:cubicBezTo>
                      <a:pt x="44571" y="72554"/>
                      <a:pt x="43943" y="76178"/>
                      <a:pt x="45149" y="79403"/>
                    </a:cubicBezTo>
                    <a:cubicBezTo>
                      <a:pt x="50831" y="95475"/>
                      <a:pt x="59782" y="110195"/>
                      <a:pt x="71438" y="122634"/>
                    </a:cubicBezTo>
                    <a:cubicBezTo>
                      <a:pt x="53492" y="135822"/>
                      <a:pt x="31795" y="142915"/>
                      <a:pt x="9525" y="142875"/>
                    </a:cubicBezTo>
                    <a:cubicBezTo>
                      <a:pt x="4264" y="142875"/>
                      <a:pt x="0" y="147139"/>
                      <a:pt x="0" y="152400"/>
                    </a:cubicBezTo>
                    <a:cubicBezTo>
                      <a:pt x="0" y="157661"/>
                      <a:pt x="4264" y="161925"/>
                      <a:pt x="9525" y="161925"/>
                    </a:cubicBezTo>
                    <a:cubicBezTo>
                      <a:pt x="37154" y="161956"/>
                      <a:pt x="63992" y="152697"/>
                      <a:pt x="85725" y="135636"/>
                    </a:cubicBezTo>
                    <a:cubicBezTo>
                      <a:pt x="103460" y="149493"/>
                      <a:pt x="124632" y="158264"/>
                      <a:pt x="146971" y="161008"/>
                    </a:cubicBezTo>
                    <a:lnTo>
                      <a:pt x="115300" y="224338"/>
                    </a:lnTo>
                    <a:cubicBezTo>
                      <a:pt x="112946" y="229042"/>
                      <a:pt x="114852" y="234765"/>
                      <a:pt x="119557" y="237119"/>
                    </a:cubicBezTo>
                    <a:cubicBezTo>
                      <a:pt x="124261" y="239473"/>
                      <a:pt x="129984" y="237567"/>
                      <a:pt x="132338" y="232862"/>
                    </a:cubicBezTo>
                    <a:lnTo>
                      <a:pt x="148757" y="200025"/>
                    </a:lnTo>
                    <a:lnTo>
                      <a:pt x="232231" y="200025"/>
                    </a:lnTo>
                    <a:lnTo>
                      <a:pt x="248650" y="232862"/>
                    </a:lnTo>
                    <a:cubicBezTo>
                      <a:pt x="250265" y="236090"/>
                      <a:pt x="253566" y="238128"/>
                      <a:pt x="257175" y="238125"/>
                    </a:cubicBezTo>
                    <a:cubicBezTo>
                      <a:pt x="260476" y="238123"/>
                      <a:pt x="263540" y="236413"/>
                      <a:pt x="265275" y="233604"/>
                    </a:cubicBezTo>
                    <a:cubicBezTo>
                      <a:pt x="267009" y="230796"/>
                      <a:pt x="267165" y="227289"/>
                      <a:pt x="265688" y="224338"/>
                    </a:cubicBezTo>
                    <a:close/>
                    <a:moveTo>
                      <a:pt x="158282" y="180975"/>
                    </a:moveTo>
                    <a:lnTo>
                      <a:pt x="190500" y="116550"/>
                    </a:lnTo>
                    <a:lnTo>
                      <a:pt x="222706" y="180975"/>
                    </a:ln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513546" y="169545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中文深度优化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98106" y="1966912"/>
              <a:ext cx="72913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CHINESE-AWARE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48312" y="22598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中文句号感知分块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23322" y="2497931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多语言嵌入模型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96198" y="2847499"/>
              <a:ext cx="15329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paraphrase-multilingual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39100" y="1028700"/>
            <a:ext cx="3390900" cy="2381250"/>
            <a:chOff x="8039100" y="1028700"/>
            <a:chExt cx="3390900" cy="2381250"/>
          </a:xfrm>
        </p:grpSpPr>
        <p:sp>
          <p:nvSpPr>
            <p:cNvPr id="29" name="Rectangle 29"/>
            <p:cNvSpPr/>
            <p:nvPr/>
          </p:nvSpPr>
          <p:spPr>
            <a:xfrm>
              <a:off x="8039100" y="1028700"/>
              <a:ext cx="33909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039100" y="102870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9666214" y="1360217"/>
              <a:ext cx="249311" cy="249508"/>
              <a:chOff x="9666214" y="1360217"/>
              <a:chExt cx="249311" cy="24950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666214" y="1360217"/>
                <a:ext cx="229071" cy="218206"/>
              </a:xfrm>
              <a:custGeom>
                <a:avLst/>
                <a:gdLst/>
                <a:ahLst/>
                <a:cxnLst/>
                <a:rect l="l" t="t" r="r" b="b"/>
                <a:pathLst>
                  <a:path w="229071" h="218206">
                    <a:moveTo>
                      <a:pt x="229071" y="174153"/>
                    </a:moveTo>
                    <a:cubicBezTo>
                      <a:pt x="220855" y="191667"/>
                      <a:pt x="208348" y="206820"/>
                      <a:pt x="192709" y="218206"/>
                    </a:cubicBezTo>
                    <a:lnTo>
                      <a:pt x="181565" y="207050"/>
                    </a:lnTo>
                    <a:cubicBezTo>
                      <a:pt x="180371" y="205852"/>
                      <a:pt x="178879" y="204993"/>
                      <a:pt x="177243" y="204562"/>
                    </a:cubicBezTo>
                    <a:lnTo>
                      <a:pt x="151680" y="197823"/>
                    </a:lnTo>
                    <a:cubicBezTo>
                      <a:pt x="146988" y="196589"/>
                      <a:pt x="143974" y="192026"/>
                      <a:pt x="144679" y="187226"/>
                    </a:cubicBezTo>
                    <a:lnTo>
                      <a:pt x="147513" y="167938"/>
                    </a:lnTo>
                    <a:cubicBezTo>
                      <a:pt x="148000" y="164629"/>
                      <a:pt x="150188" y="161818"/>
                      <a:pt x="153275" y="160533"/>
                    </a:cubicBezTo>
                    <a:lnTo>
                      <a:pt x="189542" y="145459"/>
                    </a:lnTo>
                    <a:cubicBezTo>
                      <a:pt x="192962" y="144040"/>
                      <a:pt x="196896" y="144732"/>
                      <a:pt x="199627" y="147233"/>
                    </a:cubicBezTo>
                    <a:close/>
                    <a:moveTo>
                      <a:pt x="163455" y="98299"/>
                    </a:moveTo>
                    <a:lnTo>
                      <a:pt x="189851" y="67580"/>
                    </a:lnTo>
                    <a:cubicBezTo>
                      <a:pt x="191336" y="65858"/>
                      <a:pt x="192155" y="63662"/>
                      <a:pt x="192161" y="61389"/>
                    </a:cubicBezTo>
                    <a:lnTo>
                      <a:pt x="192161" y="32814"/>
                    </a:lnTo>
                    <a:cubicBezTo>
                      <a:pt x="146537" y="0"/>
                      <a:pt x="83827" y="5221"/>
                      <a:pt x="44257" y="45129"/>
                    </a:cubicBezTo>
                    <a:cubicBezTo>
                      <a:pt x="4688" y="85036"/>
                      <a:pt x="0" y="147788"/>
                      <a:pt x="33201" y="193132"/>
                    </a:cubicBezTo>
                    <a:lnTo>
                      <a:pt x="45012" y="185369"/>
                    </a:lnTo>
                    <a:cubicBezTo>
                      <a:pt x="47669" y="183614"/>
                      <a:pt x="49272" y="180647"/>
                      <a:pt x="49286" y="177463"/>
                    </a:cubicBezTo>
                    <a:lnTo>
                      <a:pt x="49536" y="134327"/>
                    </a:lnTo>
                    <a:cubicBezTo>
                      <a:pt x="49549" y="132458"/>
                      <a:pt x="50108" y="130633"/>
                      <a:pt x="51144" y="129076"/>
                    </a:cubicBezTo>
                    <a:lnTo>
                      <a:pt x="76075" y="91810"/>
                    </a:lnTo>
                    <a:cubicBezTo>
                      <a:pt x="77520" y="89665"/>
                      <a:pt x="79774" y="88201"/>
                      <a:pt x="82320" y="87752"/>
                    </a:cubicBezTo>
                    <a:cubicBezTo>
                      <a:pt x="84867" y="87302"/>
                      <a:pt x="87486" y="87908"/>
                      <a:pt x="89577" y="89428"/>
                    </a:cubicBezTo>
                    <a:lnTo>
                      <a:pt x="113163" y="104907"/>
                    </a:lnTo>
                    <a:cubicBezTo>
                      <a:pt x="115149" y="106337"/>
                      <a:pt x="117607" y="106955"/>
                      <a:pt x="120033" y="106633"/>
                    </a:cubicBezTo>
                    <a:lnTo>
                      <a:pt x="157490" y="101561"/>
                    </a:lnTo>
                    <a:cubicBezTo>
                      <a:pt x="159812" y="101244"/>
                      <a:pt x="161936" y="100083"/>
                      <a:pt x="163455" y="98299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667875" y="1362075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123825" y="0"/>
                    </a:moveTo>
                    <a:cubicBezTo>
                      <a:pt x="55438" y="0"/>
                      <a:pt x="0" y="55438"/>
                      <a:pt x="0" y="123825"/>
                    </a:cubicBezTo>
                    <a:cubicBezTo>
                      <a:pt x="0" y="192212"/>
                      <a:pt x="55438" y="247650"/>
                      <a:pt x="123825" y="247650"/>
                    </a:cubicBezTo>
                    <a:cubicBezTo>
                      <a:pt x="192212" y="247650"/>
                      <a:pt x="247650" y="192212"/>
                      <a:pt x="247650" y="123825"/>
                    </a:cubicBezTo>
                    <a:cubicBezTo>
                      <a:pt x="247578" y="55468"/>
                      <a:pt x="192182" y="72"/>
                      <a:pt x="123825" y="0"/>
                    </a:cubicBezTo>
                    <a:close/>
                    <a:moveTo>
                      <a:pt x="123825" y="19050"/>
                    </a:moveTo>
                    <a:cubicBezTo>
                      <a:pt x="144125" y="19028"/>
                      <a:pt x="163988" y="24938"/>
                      <a:pt x="180975" y="36052"/>
                    </a:cubicBezTo>
                    <a:lnTo>
                      <a:pt x="180975" y="59531"/>
                    </a:lnTo>
                    <a:lnTo>
                      <a:pt x="154579" y="90178"/>
                    </a:lnTo>
                    <a:lnTo>
                      <a:pt x="117110" y="95250"/>
                    </a:lnTo>
                    <a:lnTo>
                      <a:pt x="116741" y="94988"/>
                    </a:lnTo>
                    <a:lnTo>
                      <a:pt x="93321" y="79677"/>
                    </a:lnTo>
                    <a:cubicBezTo>
                      <a:pt x="89127" y="76722"/>
                      <a:pt x="83917" y="75584"/>
                      <a:pt x="78873" y="76521"/>
                    </a:cubicBezTo>
                    <a:cubicBezTo>
                      <a:pt x="73828" y="77458"/>
                      <a:pt x="69374" y="80390"/>
                      <a:pt x="66520" y="84653"/>
                    </a:cubicBezTo>
                    <a:lnTo>
                      <a:pt x="41589" y="121920"/>
                    </a:lnTo>
                    <a:cubicBezTo>
                      <a:pt x="39512" y="125026"/>
                      <a:pt x="38394" y="128673"/>
                      <a:pt x="38374" y="132409"/>
                    </a:cubicBezTo>
                    <a:lnTo>
                      <a:pt x="38100" y="175546"/>
                    </a:lnTo>
                    <a:lnTo>
                      <a:pt x="34207" y="178106"/>
                    </a:lnTo>
                    <a:cubicBezTo>
                      <a:pt x="14610" y="145752"/>
                      <a:pt x="13974" y="105347"/>
                      <a:pt x="32542" y="72393"/>
                    </a:cubicBezTo>
                    <a:cubicBezTo>
                      <a:pt x="51110" y="39438"/>
                      <a:pt x="85999" y="19050"/>
                      <a:pt x="123825" y="19050"/>
                    </a:cubicBezTo>
                    <a:close/>
                    <a:moveTo>
                      <a:pt x="45589" y="193441"/>
                    </a:moveTo>
                    <a:lnTo>
                      <a:pt x="48589" y="191476"/>
                    </a:lnTo>
                    <a:cubicBezTo>
                      <a:pt x="53911" y="187966"/>
                      <a:pt x="57124" y="182027"/>
                      <a:pt x="57150" y="175653"/>
                    </a:cubicBezTo>
                    <a:lnTo>
                      <a:pt x="57400" y="132517"/>
                    </a:lnTo>
                    <a:lnTo>
                      <a:pt x="82356" y="95250"/>
                    </a:lnTo>
                    <a:cubicBezTo>
                      <a:pt x="82478" y="95344"/>
                      <a:pt x="82605" y="95432"/>
                      <a:pt x="82737" y="95512"/>
                    </a:cubicBezTo>
                    <a:lnTo>
                      <a:pt x="106156" y="110835"/>
                    </a:lnTo>
                    <a:cubicBezTo>
                      <a:pt x="110081" y="113605"/>
                      <a:pt x="114910" y="114784"/>
                      <a:pt x="119670" y="114133"/>
                    </a:cubicBezTo>
                    <a:lnTo>
                      <a:pt x="157162" y="109049"/>
                    </a:lnTo>
                    <a:cubicBezTo>
                      <a:pt x="161786" y="108432"/>
                      <a:pt x="166022" y="106140"/>
                      <a:pt x="169069" y="102608"/>
                    </a:cubicBezTo>
                    <a:lnTo>
                      <a:pt x="195465" y="71938"/>
                    </a:lnTo>
                    <a:cubicBezTo>
                      <a:pt x="198417" y="68479"/>
                      <a:pt x="200034" y="64078"/>
                      <a:pt x="200025" y="59531"/>
                    </a:cubicBezTo>
                    <a:lnTo>
                      <a:pt x="200025" y="51995"/>
                    </a:lnTo>
                    <a:cubicBezTo>
                      <a:pt x="226266" y="79757"/>
                      <a:pt x="235289" y="119615"/>
                      <a:pt x="223564" y="155972"/>
                    </a:cubicBezTo>
                    <a:lnTo>
                      <a:pt x="204347" y="138398"/>
                    </a:lnTo>
                    <a:cubicBezTo>
                      <a:pt x="198893" y="133392"/>
                      <a:pt x="191032" y="131999"/>
                      <a:pt x="184190" y="134826"/>
                    </a:cubicBezTo>
                    <a:lnTo>
                      <a:pt x="147923" y="149888"/>
                    </a:lnTo>
                    <a:cubicBezTo>
                      <a:pt x="141756" y="152476"/>
                      <a:pt x="137387" y="158096"/>
                      <a:pt x="136398" y="164711"/>
                    </a:cubicBezTo>
                    <a:lnTo>
                      <a:pt x="133552" y="183987"/>
                    </a:lnTo>
                    <a:cubicBezTo>
                      <a:pt x="132136" y="193594"/>
                      <a:pt x="138173" y="202729"/>
                      <a:pt x="147566" y="205192"/>
                    </a:cubicBezTo>
                    <a:lnTo>
                      <a:pt x="173117" y="211931"/>
                    </a:lnTo>
                    <a:lnTo>
                      <a:pt x="175927" y="214753"/>
                    </a:lnTo>
                    <a:cubicBezTo>
                      <a:pt x="132919" y="239429"/>
                      <a:pt x="78497" y="230530"/>
                      <a:pt x="45589" y="193441"/>
                    </a:cubicBezTo>
                    <a:close/>
                    <a:moveTo>
                      <a:pt x="191691" y="203597"/>
                    </a:moveTo>
                    <a:lnTo>
                      <a:pt x="186571" y="198465"/>
                    </a:lnTo>
                    <a:cubicBezTo>
                      <a:pt x="184183" y="196068"/>
                      <a:pt x="181199" y="194350"/>
                      <a:pt x="177927" y="193488"/>
                    </a:cubicBezTo>
                    <a:lnTo>
                      <a:pt x="152400" y="186750"/>
                    </a:lnTo>
                    <a:lnTo>
                      <a:pt x="155246" y="167473"/>
                    </a:lnTo>
                    <a:lnTo>
                      <a:pt x="191500" y="152400"/>
                    </a:lnTo>
                    <a:lnTo>
                      <a:pt x="215503" y="174403"/>
                    </a:lnTo>
                    <a:cubicBezTo>
                      <a:pt x="209385" y="185487"/>
                      <a:pt x="201319" y="195376"/>
                      <a:pt x="191691" y="203597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9295448" y="169545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智能回退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42477" y="1966912"/>
              <a:ext cx="7841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SMART FALLBACK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70206" y="225980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文档优先检索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45178" y="2497931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不足时自动联网搜索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20080" y="2847499"/>
              <a:ext cx="14289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DuckDuckGo 双后端重试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3600450"/>
            <a:ext cx="3524250" cy="2381250"/>
            <a:chOff x="762000" y="3600450"/>
            <a:chExt cx="3524250" cy="2381250"/>
          </a:xfrm>
        </p:grpSpPr>
        <p:sp>
          <p:nvSpPr>
            <p:cNvPr id="40" name="Rectangle 40"/>
            <p:cNvSpPr/>
            <p:nvPr/>
          </p:nvSpPr>
          <p:spPr>
            <a:xfrm>
              <a:off x="762000" y="360045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2000" y="360045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2428344" y="3913934"/>
              <a:ext cx="210546" cy="287432"/>
              <a:chOff x="2428344" y="3913934"/>
              <a:chExt cx="210546" cy="287432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2438400" y="3924300"/>
                <a:ext cx="1905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266700">
                    <a:moveTo>
                      <a:pt x="57150" y="266700"/>
                    </a:moveTo>
                    <a:lnTo>
                      <a:pt x="76200" y="171450"/>
                    </a:lnTo>
                    <a:lnTo>
                      <a:pt x="0" y="142875"/>
                    </a:lnTo>
                    <a:lnTo>
                      <a:pt x="133350" y="0"/>
                    </a:lnTo>
                    <a:lnTo>
                      <a:pt x="114300" y="95250"/>
                    </a:lnTo>
                    <a:lnTo>
                      <a:pt x="190500" y="123825"/>
                    </a:ln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2428344" y="3913934"/>
                <a:ext cx="210546" cy="287432"/>
              </a:xfrm>
              <a:custGeom>
                <a:avLst/>
                <a:gdLst/>
                <a:ahLst/>
                <a:cxnLst/>
                <a:rect l="l" t="t" r="r" b="b"/>
                <a:pathLst>
                  <a:path w="210546" h="287432">
                    <a:moveTo>
                      <a:pt x="209831" y="132012"/>
                    </a:moveTo>
                    <a:cubicBezTo>
                      <a:pt x="209098" y="128912"/>
                      <a:pt x="206864" y="126382"/>
                      <a:pt x="203878" y="125273"/>
                    </a:cubicBezTo>
                    <a:lnTo>
                      <a:pt x="135286" y="99544"/>
                    </a:lnTo>
                    <a:lnTo>
                      <a:pt x="152740" y="12235"/>
                    </a:lnTo>
                    <a:cubicBezTo>
                      <a:pt x="153552" y="8068"/>
                      <a:pt x="151508" y="3866"/>
                      <a:pt x="147728" y="1933"/>
                    </a:cubicBezTo>
                    <a:cubicBezTo>
                      <a:pt x="143947" y="0"/>
                      <a:pt x="139344" y="803"/>
                      <a:pt x="136441" y="3901"/>
                    </a:cubicBezTo>
                    <a:lnTo>
                      <a:pt x="3091" y="146776"/>
                    </a:lnTo>
                    <a:cubicBezTo>
                      <a:pt x="891" y="149094"/>
                      <a:pt x="0" y="152361"/>
                      <a:pt x="719" y="155474"/>
                    </a:cubicBezTo>
                    <a:cubicBezTo>
                      <a:pt x="1437" y="158588"/>
                      <a:pt x="3669" y="161134"/>
                      <a:pt x="6663" y="162254"/>
                    </a:cubicBezTo>
                    <a:lnTo>
                      <a:pt x="75278" y="187983"/>
                    </a:lnTo>
                    <a:lnTo>
                      <a:pt x="57871" y="275197"/>
                    </a:lnTo>
                    <a:cubicBezTo>
                      <a:pt x="57059" y="279364"/>
                      <a:pt x="59104" y="283566"/>
                      <a:pt x="62884" y="285499"/>
                    </a:cubicBezTo>
                    <a:cubicBezTo>
                      <a:pt x="66665" y="287432"/>
                      <a:pt x="71268" y="286629"/>
                      <a:pt x="74171" y="283531"/>
                    </a:cubicBezTo>
                    <a:lnTo>
                      <a:pt x="207521" y="140656"/>
                    </a:lnTo>
                    <a:cubicBezTo>
                      <a:pt x="209681" y="138338"/>
                      <a:pt x="210546" y="135098"/>
                      <a:pt x="209831" y="132012"/>
                    </a:cubicBezTo>
                    <a:close/>
                    <a:moveTo>
                      <a:pt x="83125" y="246110"/>
                    </a:moveTo>
                    <a:lnTo>
                      <a:pt x="95590" y="183745"/>
                    </a:lnTo>
                    <a:cubicBezTo>
                      <a:pt x="96512" y="179177"/>
                      <a:pt x="93993" y="174613"/>
                      <a:pt x="89637" y="172958"/>
                    </a:cubicBezTo>
                    <a:lnTo>
                      <a:pt x="26725" y="149324"/>
                    </a:lnTo>
                    <a:lnTo>
                      <a:pt x="127475" y="41382"/>
                    </a:lnTo>
                    <a:lnTo>
                      <a:pt x="115021" y="103747"/>
                    </a:lnTo>
                    <a:cubicBezTo>
                      <a:pt x="114100" y="108314"/>
                      <a:pt x="116619" y="112878"/>
                      <a:pt x="120974" y="114534"/>
                    </a:cubicBezTo>
                    <a:lnTo>
                      <a:pt x="183839" y="138108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2085022" y="426720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流式响应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269569" y="4538662"/>
              <a:ext cx="50911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STREAMING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14738" y="4831556"/>
              <a:ext cx="161877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LangGraph values 模式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909762" y="5069681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实时逐字流式输出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786902" y="5419249"/>
              <a:ext cx="14744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工具调用日志 + 耗时统计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400550" y="3600450"/>
            <a:ext cx="3524250" cy="2381250"/>
            <a:chOff x="4400550" y="3600450"/>
            <a:chExt cx="3524250" cy="2381250"/>
          </a:xfrm>
        </p:grpSpPr>
        <p:sp>
          <p:nvSpPr>
            <p:cNvPr id="51" name="Rectangle 51"/>
            <p:cNvSpPr/>
            <p:nvPr/>
          </p:nvSpPr>
          <p:spPr>
            <a:xfrm>
              <a:off x="4400550" y="360045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4400550" y="360045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057900" y="3952875"/>
              <a:ext cx="228600" cy="238449"/>
              <a:chOff x="6057900" y="3952875"/>
              <a:chExt cx="228600" cy="238449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067425" y="3962400"/>
                <a:ext cx="209550" cy="219218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19218">
                    <a:moveTo>
                      <a:pt x="209550" y="9525"/>
                    </a:moveTo>
                    <a:lnTo>
                      <a:pt x="209550" y="79498"/>
                    </a:lnTo>
                    <a:cubicBezTo>
                      <a:pt x="209550" y="179725"/>
                      <a:pt x="124647" y="212931"/>
                      <a:pt x="107704" y="218563"/>
                    </a:cubicBezTo>
                    <a:cubicBezTo>
                      <a:pt x="105806" y="219218"/>
                      <a:pt x="103744" y="219218"/>
                      <a:pt x="101846" y="218563"/>
                    </a:cubicBezTo>
                    <a:cubicBezTo>
                      <a:pt x="84903" y="212955"/>
                      <a:pt x="0" y="179784"/>
                      <a:pt x="0" y="79522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200025" y="0"/>
                    </a:lnTo>
                    <a:cubicBezTo>
                      <a:pt x="205286" y="0"/>
                      <a:pt x="209550" y="4264"/>
                      <a:pt x="209550" y="952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057900" y="3952875"/>
                <a:ext cx="228600" cy="238449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38449">
                    <a:moveTo>
                      <a:pt x="20955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89035"/>
                    </a:lnTo>
                    <a:cubicBezTo>
                      <a:pt x="0" y="195727"/>
                      <a:pt x="90273" y="231124"/>
                      <a:pt x="108347" y="237137"/>
                    </a:cubicBezTo>
                    <a:cubicBezTo>
                      <a:pt x="112207" y="238449"/>
                      <a:pt x="116393" y="238449"/>
                      <a:pt x="120253" y="237137"/>
                    </a:cubicBezTo>
                    <a:cubicBezTo>
                      <a:pt x="138351" y="231124"/>
                      <a:pt x="228600" y="195727"/>
                      <a:pt x="228600" y="89035"/>
                    </a:cubicBezTo>
                    <a:lnTo>
                      <a:pt x="228600" y="19050"/>
                    </a:lnTo>
                    <a:cubicBezTo>
                      <a:pt x="228600" y="8529"/>
                      <a:pt x="220071" y="0"/>
                      <a:pt x="209550" y="0"/>
                    </a:cubicBezTo>
                    <a:close/>
                    <a:moveTo>
                      <a:pt x="209550" y="89047"/>
                    </a:moveTo>
                    <a:cubicBezTo>
                      <a:pt x="209550" y="182416"/>
                      <a:pt x="130552" y="213610"/>
                      <a:pt x="114300" y="219039"/>
                    </a:cubicBezTo>
                    <a:cubicBezTo>
                      <a:pt x="98191" y="213670"/>
                      <a:pt x="19050" y="182499"/>
                      <a:pt x="19050" y="89047"/>
                    </a:cubicBezTo>
                    <a:lnTo>
                      <a:pt x="19050" y="19050"/>
                    </a:lnTo>
                    <a:lnTo>
                      <a:pt x="209550" y="19050"/>
                    </a:lnTo>
                    <a:close/>
                    <a:moveTo>
                      <a:pt x="59936" y="121039"/>
                    </a:moveTo>
                    <a:cubicBezTo>
                      <a:pt x="56214" y="117317"/>
                      <a:pt x="56214" y="111283"/>
                      <a:pt x="59936" y="107561"/>
                    </a:cubicBezTo>
                    <a:cubicBezTo>
                      <a:pt x="63658" y="103839"/>
                      <a:pt x="69692" y="103839"/>
                      <a:pt x="73414" y="107561"/>
                    </a:cubicBezTo>
                    <a:lnTo>
                      <a:pt x="95250" y="129397"/>
                    </a:lnTo>
                    <a:lnTo>
                      <a:pt x="155186" y="69461"/>
                    </a:lnTo>
                    <a:cubicBezTo>
                      <a:pt x="158908" y="65739"/>
                      <a:pt x="164942" y="65739"/>
                      <a:pt x="168664" y="69461"/>
                    </a:cubicBezTo>
                    <a:cubicBezTo>
                      <a:pt x="172386" y="73183"/>
                      <a:pt x="172386" y="79217"/>
                      <a:pt x="168664" y="82939"/>
                    </a:cubicBezTo>
                    <a:lnTo>
                      <a:pt x="101989" y="149614"/>
                    </a:lnTo>
                    <a:cubicBezTo>
                      <a:pt x="100202" y="151403"/>
                      <a:pt x="97778" y="152407"/>
                      <a:pt x="95250" y="152407"/>
                    </a:cubicBezTo>
                    <a:cubicBezTo>
                      <a:pt x="92722" y="152407"/>
                      <a:pt x="90298" y="151403"/>
                      <a:pt x="88511" y="149614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5513546" y="426720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去重与持久化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668089" y="4538662"/>
              <a:ext cx="98917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DEDUP &amp; PERSISTENCE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394543" y="4831556"/>
              <a:ext cx="15362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文件: name+size 去重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285780" y="5069681"/>
              <a:ext cx="17537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分块: source+index 去重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506712" y="5419249"/>
              <a:ext cx="13119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ChromaDB 持久化存储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039100" y="3600450"/>
            <a:ext cx="3390900" cy="2381250"/>
            <a:chOff x="8039100" y="3600450"/>
            <a:chExt cx="3390900" cy="2381250"/>
          </a:xfrm>
        </p:grpSpPr>
        <p:sp>
          <p:nvSpPr>
            <p:cNvPr id="62" name="Rectangle 62"/>
            <p:cNvSpPr/>
            <p:nvPr/>
          </p:nvSpPr>
          <p:spPr>
            <a:xfrm>
              <a:off x="8039100" y="3600450"/>
              <a:ext cx="33909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039100" y="360045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9667875" y="3933825"/>
              <a:ext cx="247650" cy="247650"/>
              <a:chOff x="9667875" y="3933825"/>
              <a:chExt cx="247650" cy="24765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9677400" y="39433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114300"/>
                    </a:moveTo>
                    <a:cubicBezTo>
                      <a:pt x="228600" y="177426"/>
                      <a:pt x="177426" y="228600"/>
                      <a:pt x="114300" y="228600"/>
                    </a:cubicBezTo>
                    <a:cubicBezTo>
                      <a:pt x="51174" y="228600"/>
                      <a:pt x="0" y="177426"/>
                      <a:pt x="0" y="114300"/>
                    </a:cubicBezTo>
                    <a:cubicBezTo>
                      <a:pt x="0" y="51174"/>
                      <a:pt x="51174" y="0"/>
                      <a:pt x="114300" y="0"/>
                    </a:cubicBezTo>
                    <a:cubicBezTo>
                      <a:pt x="177426" y="0"/>
                      <a:pt x="228600" y="51174"/>
                      <a:pt x="228600" y="114300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667875" y="3933825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178189" y="88511"/>
                    </a:moveTo>
                    <a:cubicBezTo>
                      <a:pt x="179978" y="90298"/>
                      <a:pt x="180982" y="92722"/>
                      <a:pt x="180982" y="95250"/>
                    </a:cubicBezTo>
                    <a:cubicBezTo>
                      <a:pt x="180982" y="97778"/>
                      <a:pt x="179978" y="100202"/>
                      <a:pt x="178189" y="101989"/>
                    </a:cubicBezTo>
                    <a:lnTo>
                      <a:pt x="111514" y="168664"/>
                    </a:lnTo>
                    <a:cubicBezTo>
                      <a:pt x="109727" y="170453"/>
                      <a:pt x="107303" y="171457"/>
                      <a:pt x="104775" y="171457"/>
                    </a:cubicBezTo>
                    <a:cubicBezTo>
                      <a:pt x="102247" y="171457"/>
                      <a:pt x="99823" y="170453"/>
                      <a:pt x="98036" y="168664"/>
                    </a:cubicBezTo>
                    <a:lnTo>
                      <a:pt x="69461" y="140089"/>
                    </a:lnTo>
                    <a:cubicBezTo>
                      <a:pt x="65739" y="136367"/>
                      <a:pt x="65739" y="130333"/>
                      <a:pt x="69461" y="126611"/>
                    </a:cubicBezTo>
                    <a:cubicBezTo>
                      <a:pt x="73183" y="122889"/>
                      <a:pt x="79217" y="122889"/>
                      <a:pt x="82939" y="126611"/>
                    </a:cubicBezTo>
                    <a:lnTo>
                      <a:pt x="104775" y="148459"/>
                    </a:lnTo>
                    <a:lnTo>
                      <a:pt x="164711" y="88511"/>
                    </a:lnTo>
                    <a:cubicBezTo>
                      <a:pt x="166498" y="86722"/>
                      <a:pt x="168922" y="85718"/>
                      <a:pt x="171450" y="85718"/>
                    </a:cubicBezTo>
                    <a:cubicBezTo>
                      <a:pt x="173978" y="85718"/>
                      <a:pt x="176402" y="86722"/>
                      <a:pt x="178189" y="88511"/>
                    </a:cubicBezTo>
                    <a:close/>
                    <a:moveTo>
                      <a:pt x="247650" y="123825"/>
                    </a:moveTo>
                    <a:cubicBezTo>
                      <a:pt x="247650" y="192212"/>
                      <a:pt x="192212" y="247650"/>
                      <a:pt x="123825" y="247650"/>
                    </a:cubicBezTo>
                    <a:cubicBezTo>
                      <a:pt x="55438" y="247650"/>
                      <a:pt x="0" y="192212"/>
                      <a:pt x="0" y="123825"/>
                    </a:cubicBezTo>
                    <a:cubicBezTo>
                      <a:pt x="0" y="55438"/>
                      <a:pt x="55438" y="0"/>
                      <a:pt x="123825" y="0"/>
                    </a:cubicBezTo>
                    <a:cubicBezTo>
                      <a:pt x="192182" y="72"/>
                      <a:pt x="247578" y="55468"/>
                      <a:pt x="247650" y="123825"/>
                    </a:cubicBezTo>
                    <a:close/>
                    <a:moveTo>
                      <a:pt x="228600" y="123825"/>
                    </a:moveTo>
                    <a:cubicBezTo>
                      <a:pt x="228600" y="65959"/>
                      <a:pt x="181691" y="19050"/>
                      <a:pt x="123825" y="19050"/>
                    </a:cubicBezTo>
                    <a:cubicBezTo>
                      <a:pt x="65959" y="19050"/>
                      <a:pt x="19050" y="65959"/>
                      <a:pt x="19050" y="123825"/>
                    </a:cubicBezTo>
                    <a:cubicBezTo>
                      <a:pt x="19050" y="181691"/>
                      <a:pt x="65959" y="228600"/>
                      <a:pt x="123825" y="228600"/>
                    </a:cubicBezTo>
                    <a:cubicBezTo>
                      <a:pt x="181663" y="228534"/>
                      <a:pt x="228534" y="181663"/>
                      <a:pt x="228600" y="123825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9190434" y="426720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回答可溯源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477494" y="4538662"/>
              <a:ext cx="5141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TRACEABLE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045178" y="48315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每回答附来源文件名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033927" y="5069681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标注页码 + 检索原文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072086" y="541924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前端展开查看检索结果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73" name="Rectangle 73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39" grpId="0"/>
      <p:bldP spid="50" grpId="0"/>
      <p:bldP spid="61" grpId="0"/>
      <p:bldP spid="7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3719823" cy="574834"/>
            <a:chOff x="762000" y="280035"/>
            <a:chExt cx="3719823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运行与部署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35417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RUN &amp; DEPLOY — COMMANDS · CONFIGURATION · DATA PATHS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1000125"/>
            <a:ext cx="5238750" cy="5238750"/>
            <a:chOff x="762000" y="1000125"/>
            <a:chExt cx="5238750" cy="5238750"/>
          </a:xfrm>
        </p:grpSpPr>
        <p:sp>
          <p:nvSpPr>
            <p:cNvPr id="7" name="Rectangle 7"/>
            <p:cNvSpPr/>
            <p:nvPr/>
          </p:nvSpPr>
          <p:spPr>
            <a:xfrm>
              <a:off x="762000" y="1000125"/>
              <a:ext cx="5238750" cy="5238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00125"/>
              <a:ext cx="52387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72753" y="1298972"/>
              <a:ext cx="216694" cy="183356"/>
              <a:chOff x="1072753" y="1298972"/>
              <a:chExt cx="216694" cy="18335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81088" y="1307306"/>
                <a:ext cx="20002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66688">
                    <a:moveTo>
                      <a:pt x="200025" y="8334"/>
                    </a:moveTo>
                    <a:lnTo>
                      <a:pt x="200025" y="158353"/>
                    </a:lnTo>
                    <a:cubicBezTo>
                      <a:pt x="200025" y="162956"/>
                      <a:pt x="196294" y="166688"/>
                      <a:pt x="191691" y="166688"/>
                    </a:cubicBezTo>
                    <a:lnTo>
                      <a:pt x="8334" y="166688"/>
                    </a:lnTo>
                    <a:cubicBezTo>
                      <a:pt x="3731" y="166688"/>
                      <a:pt x="0" y="162956"/>
                      <a:pt x="0" y="158353"/>
                    </a:cubicBezTo>
                    <a:lnTo>
                      <a:pt x="0" y="8334"/>
                    </a:lnTo>
                    <a:cubicBezTo>
                      <a:pt x="0" y="3731"/>
                      <a:pt x="3731" y="0"/>
                      <a:pt x="8334" y="0"/>
                    </a:cubicBezTo>
                    <a:lnTo>
                      <a:pt x="191691" y="0"/>
                    </a:lnTo>
                    <a:cubicBezTo>
                      <a:pt x="196294" y="0"/>
                      <a:pt x="200025" y="3731"/>
                      <a:pt x="200025" y="833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2753" y="1298972"/>
                <a:ext cx="216694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183356">
                    <a:moveTo>
                      <a:pt x="108347" y="91678"/>
                    </a:moveTo>
                    <a:cubicBezTo>
                      <a:pt x="108348" y="94211"/>
                      <a:pt x="107198" y="96607"/>
                      <a:pt x="105221" y="98189"/>
                    </a:cubicBezTo>
                    <a:lnTo>
                      <a:pt x="63550" y="131527"/>
                    </a:lnTo>
                    <a:cubicBezTo>
                      <a:pt x="59954" y="134404"/>
                      <a:pt x="54706" y="133821"/>
                      <a:pt x="51829" y="130225"/>
                    </a:cubicBezTo>
                    <a:cubicBezTo>
                      <a:pt x="48953" y="126629"/>
                      <a:pt x="49536" y="121381"/>
                      <a:pt x="53132" y="118504"/>
                    </a:cubicBezTo>
                    <a:lnTo>
                      <a:pt x="86667" y="91678"/>
                    </a:lnTo>
                    <a:lnTo>
                      <a:pt x="53132" y="64852"/>
                    </a:lnTo>
                    <a:cubicBezTo>
                      <a:pt x="49536" y="61975"/>
                      <a:pt x="48953" y="56728"/>
                      <a:pt x="51829" y="53132"/>
                    </a:cubicBezTo>
                    <a:cubicBezTo>
                      <a:pt x="54706" y="49536"/>
                      <a:pt x="59954" y="48953"/>
                      <a:pt x="63550" y="51829"/>
                    </a:cubicBezTo>
                    <a:lnTo>
                      <a:pt x="105221" y="85167"/>
                    </a:lnTo>
                    <a:cubicBezTo>
                      <a:pt x="107198" y="86750"/>
                      <a:pt x="108348" y="89146"/>
                      <a:pt x="108347" y="91678"/>
                    </a:cubicBezTo>
                    <a:close/>
                    <a:moveTo>
                      <a:pt x="158353" y="116681"/>
                    </a:moveTo>
                    <a:lnTo>
                      <a:pt x="116681" y="116681"/>
                    </a:lnTo>
                    <a:cubicBezTo>
                      <a:pt x="112078" y="116681"/>
                      <a:pt x="108347" y="120413"/>
                      <a:pt x="108347" y="125016"/>
                    </a:cubicBezTo>
                    <a:cubicBezTo>
                      <a:pt x="108347" y="129619"/>
                      <a:pt x="112078" y="133350"/>
                      <a:pt x="116681" y="133350"/>
                    </a:cubicBezTo>
                    <a:lnTo>
                      <a:pt x="158353" y="133350"/>
                    </a:lnTo>
                    <a:cubicBezTo>
                      <a:pt x="162956" y="133350"/>
                      <a:pt x="166688" y="129619"/>
                      <a:pt x="166688" y="125016"/>
                    </a:cubicBezTo>
                    <a:cubicBezTo>
                      <a:pt x="166688" y="120413"/>
                      <a:pt x="162956" y="116681"/>
                      <a:pt x="158353" y="116681"/>
                    </a:cubicBezTo>
                    <a:close/>
                    <a:moveTo>
                      <a:pt x="216694" y="16669"/>
                    </a:moveTo>
                    <a:lnTo>
                      <a:pt x="216694" y="166688"/>
                    </a:lnTo>
                    <a:cubicBezTo>
                      <a:pt x="216694" y="175893"/>
                      <a:pt x="209231" y="183356"/>
                      <a:pt x="200025" y="183356"/>
                    </a:cubicBezTo>
                    <a:lnTo>
                      <a:pt x="16669" y="183356"/>
                    </a:lnTo>
                    <a:cubicBezTo>
                      <a:pt x="7463" y="183356"/>
                      <a:pt x="0" y="175893"/>
                      <a:pt x="0" y="166688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lnTo>
                      <a:pt x="200025" y="0"/>
                    </a:lnTo>
                    <a:cubicBezTo>
                      <a:pt x="209231" y="0"/>
                      <a:pt x="216694" y="7463"/>
                      <a:pt x="216694" y="16669"/>
                    </a:cubicBezTo>
                    <a:close/>
                    <a:moveTo>
                      <a:pt x="200025" y="166688"/>
                    </a:moveTo>
                    <a:lnTo>
                      <a:pt x="200025" y="16669"/>
                    </a:lnTo>
                    <a:lnTo>
                      <a:pt x="16669" y="16669"/>
                    </a:lnTo>
                    <a:lnTo>
                      <a:pt x="16669" y="166688"/>
                    </a:lnTo>
                    <a:lnTo>
                      <a:pt x="200025" y="166688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9700" y="1285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命令速查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28700" y="1666875"/>
              <a:ext cx="4705350" cy="742950"/>
              <a:chOff x="1028700" y="1666875"/>
              <a:chExt cx="4705350" cy="7429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28700" y="1666875"/>
                <a:ext cx="4705350" cy="7429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1028700" y="1666875"/>
                <a:ext cx="38100" cy="742950"/>
              </a:xfrm>
              <a:prstGeom prst="rect">
                <a:avLst/>
              </a:prstGeom>
              <a:solidFill>
                <a:srgbClr val="00C853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05865" y="18107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C853"/>
                    </a:solidFill>
                    <a:latin typeface="Arial"/>
                    <a:ea typeface="Microsoft YaHei"/>
                    <a:cs typeface="Arial"/>
                  </a:rPr>
                  <a:t>安装依赖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219200" y="203835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358265" y="2125028"/>
                <a:ext cx="21619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pip install -r requirements.txt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28700" y="2524125"/>
              <a:ext cx="4705350" cy="742950"/>
              <a:chOff x="1028700" y="2524125"/>
              <a:chExt cx="4705350" cy="7429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028700" y="2524125"/>
                <a:ext cx="4705350" cy="742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1028700" y="2524125"/>
                <a:ext cx="38100" cy="74295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205865" y="26679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启动应用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1219200" y="289560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358265" y="2982278"/>
                <a:ext cx="14548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streamlit run app.py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028700" y="3381375"/>
              <a:ext cx="4705350" cy="742950"/>
              <a:chOff x="1028700" y="3381375"/>
              <a:chExt cx="4705350" cy="7429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1028700" y="3381375"/>
                <a:ext cx="4705350" cy="7429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1028700" y="3381375"/>
                <a:ext cx="38100" cy="74295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205865" y="35252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Arial"/>
                    <a:ea typeface="Microsoft YaHei"/>
                    <a:cs typeface="Arial"/>
                  </a:rPr>
                  <a:t>运行测试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1219200" y="375285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358265" y="3839528"/>
                <a:ext cx="1188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pytest tests/ -v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028700" y="4238625"/>
              <a:ext cx="4705350" cy="742950"/>
              <a:chOff x="1028700" y="4238625"/>
              <a:chExt cx="4705350" cy="7429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1028700" y="4238625"/>
                <a:ext cx="4705350" cy="742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1028700" y="4238625"/>
                <a:ext cx="38100" cy="74295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205865" y="43824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Arial"/>
                    <a:ea typeface="Microsoft YaHei"/>
                    <a:cs typeface="Arial"/>
                  </a:rPr>
                  <a:t>单独测试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1219200" y="461010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359218" y="4704874"/>
                <a:ext cx="30411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pytest tests/test_agent.py -k test_retriever</a:t>
                </a:r>
              </a:p>
            </p:txBody>
          </p:sp>
        </p:grpSp>
        <p:sp>
          <p:nvSpPr>
            <p:cNvPr id="37" name="Rectangle 37"/>
            <p:cNvSpPr/>
            <p:nvPr/>
          </p:nvSpPr>
          <p:spPr>
            <a:xfrm>
              <a:off x="1028700" y="5191125"/>
              <a:ext cx="470535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205865" y="53349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测试覆盖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06818" y="5562124"/>
              <a:ext cx="37367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test_e2e.py: 文件加载 → 向量存储 → 搜索 → Agent 创建 → 记忆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06818" y="5752624"/>
              <a:ext cx="39447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tempfile.TemporaryDirectory 隔离 · store.close() 释放文件锁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172200" y="1000125"/>
            <a:ext cx="5257800" cy="5238750"/>
            <a:chOff x="6172200" y="1000125"/>
            <a:chExt cx="5257800" cy="5238750"/>
          </a:xfrm>
        </p:grpSpPr>
        <p:sp>
          <p:nvSpPr>
            <p:cNvPr id="42" name="Rectangle 42"/>
            <p:cNvSpPr/>
            <p:nvPr/>
          </p:nvSpPr>
          <p:spPr>
            <a:xfrm>
              <a:off x="6172200" y="1000125"/>
              <a:ext cx="5257800" cy="5238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72200" y="1000125"/>
              <a:ext cx="52578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481884" y="1281234"/>
              <a:ext cx="218862" cy="218862"/>
              <a:chOff x="6481884" y="1281234"/>
              <a:chExt cx="218862" cy="2188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90642" y="1289971"/>
                <a:ext cx="201411" cy="201421"/>
              </a:xfrm>
              <a:custGeom>
                <a:avLst/>
                <a:gdLst/>
                <a:ahLst/>
                <a:cxnLst/>
                <a:rect l="l" t="t" r="r" b="b"/>
                <a:pathLst>
                  <a:path w="201411" h="201421">
                    <a:moveTo>
                      <a:pt x="183856" y="95658"/>
                    </a:moveTo>
                    <a:lnTo>
                      <a:pt x="201338" y="73780"/>
                    </a:lnTo>
                    <a:cubicBezTo>
                      <a:pt x="198980" y="64917"/>
                      <a:pt x="195452" y="56407"/>
                      <a:pt x="190847" y="48475"/>
                    </a:cubicBezTo>
                    <a:lnTo>
                      <a:pt x="163031" y="45349"/>
                    </a:lnTo>
                    <a:cubicBezTo>
                      <a:pt x="160809" y="42846"/>
                      <a:pt x="158440" y="40477"/>
                      <a:pt x="155936" y="38255"/>
                    </a:cubicBezTo>
                    <a:lnTo>
                      <a:pt x="152811" y="10428"/>
                    </a:lnTo>
                    <a:cubicBezTo>
                      <a:pt x="144870" y="5851"/>
                      <a:pt x="136357" y="2348"/>
                      <a:pt x="127495" y="10"/>
                    </a:cubicBezTo>
                    <a:lnTo>
                      <a:pt x="105617" y="17481"/>
                    </a:lnTo>
                    <a:cubicBezTo>
                      <a:pt x="102273" y="17283"/>
                      <a:pt x="98919" y="17283"/>
                      <a:pt x="95574" y="17481"/>
                    </a:cubicBezTo>
                    <a:lnTo>
                      <a:pt x="73697" y="0"/>
                    </a:lnTo>
                    <a:cubicBezTo>
                      <a:pt x="64862" y="2365"/>
                      <a:pt x="56381" y="5893"/>
                      <a:pt x="48475" y="10491"/>
                    </a:cubicBezTo>
                    <a:lnTo>
                      <a:pt x="45349" y="38307"/>
                    </a:lnTo>
                    <a:cubicBezTo>
                      <a:pt x="42846" y="40529"/>
                      <a:pt x="40477" y="42898"/>
                      <a:pt x="38255" y="45402"/>
                    </a:cubicBezTo>
                    <a:lnTo>
                      <a:pt x="10428" y="48527"/>
                    </a:lnTo>
                    <a:cubicBezTo>
                      <a:pt x="5851" y="56467"/>
                      <a:pt x="2348" y="64980"/>
                      <a:pt x="10" y="73843"/>
                    </a:cubicBezTo>
                    <a:lnTo>
                      <a:pt x="17481" y="95720"/>
                    </a:lnTo>
                    <a:cubicBezTo>
                      <a:pt x="17283" y="99065"/>
                      <a:pt x="17283" y="102419"/>
                      <a:pt x="17481" y="105763"/>
                    </a:cubicBezTo>
                    <a:lnTo>
                      <a:pt x="0" y="127641"/>
                    </a:lnTo>
                    <a:cubicBezTo>
                      <a:pt x="2358" y="136504"/>
                      <a:pt x="5886" y="145014"/>
                      <a:pt x="10491" y="152946"/>
                    </a:cubicBezTo>
                    <a:lnTo>
                      <a:pt x="38307" y="156072"/>
                    </a:lnTo>
                    <a:cubicBezTo>
                      <a:pt x="40529" y="158575"/>
                      <a:pt x="42898" y="160944"/>
                      <a:pt x="45402" y="163166"/>
                    </a:cubicBezTo>
                    <a:lnTo>
                      <a:pt x="48527" y="190993"/>
                    </a:lnTo>
                    <a:cubicBezTo>
                      <a:pt x="56467" y="195570"/>
                      <a:pt x="64980" y="199073"/>
                      <a:pt x="73843" y="201411"/>
                    </a:cubicBezTo>
                    <a:lnTo>
                      <a:pt x="95720" y="183940"/>
                    </a:lnTo>
                    <a:cubicBezTo>
                      <a:pt x="99065" y="184138"/>
                      <a:pt x="102419" y="184138"/>
                      <a:pt x="105763" y="183940"/>
                    </a:cubicBezTo>
                    <a:lnTo>
                      <a:pt x="127641" y="201421"/>
                    </a:lnTo>
                    <a:cubicBezTo>
                      <a:pt x="136504" y="199063"/>
                      <a:pt x="145014" y="195535"/>
                      <a:pt x="152946" y="190930"/>
                    </a:cubicBezTo>
                    <a:lnTo>
                      <a:pt x="156072" y="163114"/>
                    </a:lnTo>
                    <a:cubicBezTo>
                      <a:pt x="158575" y="160892"/>
                      <a:pt x="160944" y="158523"/>
                      <a:pt x="163166" y="156019"/>
                    </a:cubicBezTo>
                    <a:lnTo>
                      <a:pt x="190993" y="152894"/>
                    </a:lnTo>
                    <a:cubicBezTo>
                      <a:pt x="195570" y="144954"/>
                      <a:pt x="199073" y="136441"/>
                      <a:pt x="201411" y="127578"/>
                    </a:cubicBezTo>
                    <a:lnTo>
                      <a:pt x="183940" y="105701"/>
                    </a:lnTo>
                    <a:cubicBezTo>
                      <a:pt x="184110" y="102354"/>
                      <a:pt x="184082" y="99001"/>
                      <a:pt x="183856" y="95658"/>
                    </a:cubicBezTo>
                    <a:close/>
                    <a:moveTo>
                      <a:pt x="100658" y="142351"/>
                    </a:moveTo>
                    <a:cubicBezTo>
                      <a:pt x="77644" y="142351"/>
                      <a:pt x="58987" y="123694"/>
                      <a:pt x="58987" y="100679"/>
                    </a:cubicBezTo>
                    <a:cubicBezTo>
                      <a:pt x="58987" y="77665"/>
                      <a:pt x="77644" y="59007"/>
                      <a:pt x="100658" y="59007"/>
                    </a:cubicBezTo>
                    <a:cubicBezTo>
                      <a:pt x="123673" y="59007"/>
                      <a:pt x="142330" y="77665"/>
                      <a:pt x="142330" y="100679"/>
                    </a:cubicBezTo>
                    <a:cubicBezTo>
                      <a:pt x="142330" y="123694"/>
                      <a:pt x="123673" y="142351"/>
                      <a:pt x="100658" y="142351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81884" y="1281234"/>
                <a:ext cx="218862" cy="218862"/>
              </a:xfrm>
              <a:custGeom>
                <a:avLst/>
                <a:gdLst/>
                <a:ahLst/>
                <a:cxnLst/>
                <a:rect l="l" t="t" r="r" b="b"/>
                <a:pathLst>
                  <a:path w="218862" h="218862">
                    <a:moveTo>
                      <a:pt x="109416" y="59409"/>
                    </a:moveTo>
                    <a:cubicBezTo>
                      <a:pt x="81798" y="59409"/>
                      <a:pt x="59409" y="81798"/>
                      <a:pt x="59409" y="109416"/>
                    </a:cubicBezTo>
                    <a:cubicBezTo>
                      <a:pt x="59409" y="137033"/>
                      <a:pt x="81798" y="159422"/>
                      <a:pt x="109416" y="159422"/>
                    </a:cubicBezTo>
                    <a:cubicBezTo>
                      <a:pt x="137033" y="159422"/>
                      <a:pt x="159422" y="137033"/>
                      <a:pt x="159422" y="109416"/>
                    </a:cubicBezTo>
                    <a:cubicBezTo>
                      <a:pt x="159393" y="81810"/>
                      <a:pt x="137021" y="59438"/>
                      <a:pt x="109416" y="59409"/>
                    </a:cubicBezTo>
                    <a:close/>
                    <a:moveTo>
                      <a:pt x="109416" y="142753"/>
                    </a:moveTo>
                    <a:cubicBezTo>
                      <a:pt x="91004" y="142753"/>
                      <a:pt x="76078" y="127827"/>
                      <a:pt x="76078" y="109416"/>
                    </a:cubicBezTo>
                    <a:cubicBezTo>
                      <a:pt x="76078" y="91004"/>
                      <a:pt x="91004" y="76078"/>
                      <a:pt x="109416" y="76078"/>
                    </a:cubicBezTo>
                    <a:cubicBezTo>
                      <a:pt x="127827" y="76078"/>
                      <a:pt x="142753" y="91004"/>
                      <a:pt x="142753" y="109416"/>
                    </a:cubicBezTo>
                    <a:cubicBezTo>
                      <a:pt x="142753" y="127827"/>
                      <a:pt x="127827" y="142753"/>
                      <a:pt x="109416" y="142753"/>
                    </a:cubicBezTo>
                    <a:close/>
                    <a:moveTo>
                      <a:pt x="201094" y="111666"/>
                    </a:moveTo>
                    <a:cubicBezTo>
                      <a:pt x="201135" y="110166"/>
                      <a:pt x="201135" y="108666"/>
                      <a:pt x="201094" y="107165"/>
                    </a:cubicBezTo>
                    <a:lnTo>
                      <a:pt x="216637" y="87746"/>
                    </a:lnTo>
                    <a:cubicBezTo>
                      <a:pt x="218290" y="85679"/>
                      <a:pt x="218862" y="82949"/>
                      <a:pt x="218179" y="80391"/>
                    </a:cubicBezTo>
                    <a:cubicBezTo>
                      <a:pt x="215627" y="70814"/>
                      <a:pt x="211815" y="61619"/>
                      <a:pt x="206844" y="53044"/>
                    </a:cubicBezTo>
                    <a:cubicBezTo>
                      <a:pt x="205524" y="50769"/>
                      <a:pt x="203207" y="49252"/>
                      <a:pt x="200594" y="48950"/>
                    </a:cubicBezTo>
                    <a:lnTo>
                      <a:pt x="175882" y="46199"/>
                    </a:lnTo>
                    <a:cubicBezTo>
                      <a:pt x="174854" y="45116"/>
                      <a:pt x="173813" y="44074"/>
                      <a:pt x="172757" y="43074"/>
                    </a:cubicBezTo>
                    <a:lnTo>
                      <a:pt x="169840" y="18300"/>
                    </a:lnTo>
                    <a:cubicBezTo>
                      <a:pt x="169536" y="15685"/>
                      <a:pt x="168014" y="13368"/>
                      <a:pt x="165735" y="12049"/>
                    </a:cubicBezTo>
                    <a:cubicBezTo>
                      <a:pt x="157161" y="7082"/>
                      <a:pt x="147965" y="3278"/>
                      <a:pt x="138388" y="735"/>
                    </a:cubicBezTo>
                    <a:cubicBezTo>
                      <a:pt x="135831" y="52"/>
                      <a:pt x="133101" y="624"/>
                      <a:pt x="131033" y="2277"/>
                    </a:cubicBezTo>
                    <a:lnTo>
                      <a:pt x="111666" y="17737"/>
                    </a:lnTo>
                    <a:cubicBezTo>
                      <a:pt x="110166" y="17737"/>
                      <a:pt x="108666" y="17737"/>
                      <a:pt x="107165" y="17737"/>
                    </a:cubicBezTo>
                    <a:lnTo>
                      <a:pt x="87746" y="2225"/>
                    </a:lnTo>
                    <a:cubicBezTo>
                      <a:pt x="85679" y="572"/>
                      <a:pt x="82949" y="0"/>
                      <a:pt x="80391" y="683"/>
                    </a:cubicBezTo>
                    <a:cubicBezTo>
                      <a:pt x="70814" y="3236"/>
                      <a:pt x="61619" y="7047"/>
                      <a:pt x="53044" y="12018"/>
                    </a:cubicBezTo>
                    <a:cubicBezTo>
                      <a:pt x="50769" y="13339"/>
                      <a:pt x="49252" y="15656"/>
                      <a:pt x="48950" y="18269"/>
                    </a:cubicBezTo>
                    <a:lnTo>
                      <a:pt x="46199" y="43022"/>
                    </a:lnTo>
                    <a:cubicBezTo>
                      <a:pt x="45116" y="44057"/>
                      <a:pt x="44074" y="45099"/>
                      <a:pt x="43074" y="46147"/>
                    </a:cubicBezTo>
                    <a:lnTo>
                      <a:pt x="18300" y="48991"/>
                    </a:lnTo>
                    <a:cubicBezTo>
                      <a:pt x="15685" y="49296"/>
                      <a:pt x="13368" y="50817"/>
                      <a:pt x="12049" y="53096"/>
                    </a:cubicBezTo>
                    <a:cubicBezTo>
                      <a:pt x="7084" y="61672"/>
                      <a:pt x="3276" y="70867"/>
                      <a:pt x="725" y="80443"/>
                    </a:cubicBezTo>
                    <a:cubicBezTo>
                      <a:pt x="45" y="83002"/>
                      <a:pt x="621" y="85732"/>
                      <a:pt x="2277" y="87798"/>
                    </a:cubicBezTo>
                    <a:lnTo>
                      <a:pt x="17737" y="107165"/>
                    </a:lnTo>
                    <a:cubicBezTo>
                      <a:pt x="17737" y="108666"/>
                      <a:pt x="17737" y="110166"/>
                      <a:pt x="17737" y="111666"/>
                    </a:cubicBezTo>
                    <a:lnTo>
                      <a:pt x="2225" y="131085"/>
                    </a:lnTo>
                    <a:cubicBezTo>
                      <a:pt x="572" y="133153"/>
                      <a:pt x="0" y="135883"/>
                      <a:pt x="683" y="138440"/>
                    </a:cubicBezTo>
                    <a:cubicBezTo>
                      <a:pt x="3236" y="148017"/>
                      <a:pt x="7047" y="157213"/>
                      <a:pt x="12018" y="165787"/>
                    </a:cubicBezTo>
                    <a:cubicBezTo>
                      <a:pt x="13339" y="168062"/>
                      <a:pt x="15656" y="169580"/>
                      <a:pt x="18269" y="169881"/>
                    </a:cubicBezTo>
                    <a:lnTo>
                      <a:pt x="42980" y="172632"/>
                    </a:lnTo>
                    <a:cubicBezTo>
                      <a:pt x="44015" y="173715"/>
                      <a:pt x="45057" y="174757"/>
                      <a:pt x="46106" y="175757"/>
                    </a:cubicBezTo>
                    <a:lnTo>
                      <a:pt x="48991" y="200531"/>
                    </a:lnTo>
                    <a:cubicBezTo>
                      <a:pt x="49296" y="203146"/>
                      <a:pt x="50817" y="205464"/>
                      <a:pt x="53096" y="206782"/>
                    </a:cubicBezTo>
                    <a:cubicBezTo>
                      <a:pt x="61672" y="211748"/>
                      <a:pt x="70867" y="215556"/>
                      <a:pt x="80443" y="218106"/>
                    </a:cubicBezTo>
                    <a:cubicBezTo>
                      <a:pt x="83002" y="218787"/>
                      <a:pt x="85732" y="218210"/>
                      <a:pt x="87798" y="216554"/>
                    </a:cubicBezTo>
                    <a:lnTo>
                      <a:pt x="107165" y="201094"/>
                    </a:lnTo>
                    <a:cubicBezTo>
                      <a:pt x="108666" y="201135"/>
                      <a:pt x="110166" y="201135"/>
                      <a:pt x="111666" y="201094"/>
                    </a:cubicBezTo>
                    <a:lnTo>
                      <a:pt x="131085" y="216637"/>
                    </a:lnTo>
                    <a:cubicBezTo>
                      <a:pt x="133153" y="218290"/>
                      <a:pt x="135883" y="218862"/>
                      <a:pt x="138440" y="218179"/>
                    </a:cubicBezTo>
                    <a:cubicBezTo>
                      <a:pt x="148018" y="215631"/>
                      <a:pt x="157215" y="211819"/>
                      <a:pt x="165787" y="206844"/>
                    </a:cubicBezTo>
                    <a:cubicBezTo>
                      <a:pt x="168062" y="205524"/>
                      <a:pt x="169580" y="203207"/>
                      <a:pt x="169881" y="200594"/>
                    </a:cubicBezTo>
                    <a:lnTo>
                      <a:pt x="172632" y="175882"/>
                    </a:lnTo>
                    <a:cubicBezTo>
                      <a:pt x="173715" y="174854"/>
                      <a:pt x="174757" y="173813"/>
                      <a:pt x="175757" y="172757"/>
                    </a:cubicBezTo>
                    <a:lnTo>
                      <a:pt x="200531" y="169840"/>
                    </a:lnTo>
                    <a:cubicBezTo>
                      <a:pt x="203146" y="169536"/>
                      <a:pt x="205464" y="168014"/>
                      <a:pt x="206782" y="165735"/>
                    </a:cubicBezTo>
                    <a:cubicBezTo>
                      <a:pt x="211748" y="157159"/>
                      <a:pt x="215556" y="147964"/>
                      <a:pt x="218106" y="138388"/>
                    </a:cubicBezTo>
                    <a:cubicBezTo>
                      <a:pt x="218787" y="135829"/>
                      <a:pt x="218210" y="133099"/>
                      <a:pt x="216554" y="131033"/>
                    </a:cubicBezTo>
                    <a:close/>
                    <a:moveTo>
                      <a:pt x="184321" y="104894"/>
                    </a:moveTo>
                    <a:cubicBezTo>
                      <a:pt x="184498" y="107906"/>
                      <a:pt x="184498" y="110925"/>
                      <a:pt x="184321" y="113937"/>
                    </a:cubicBezTo>
                    <a:cubicBezTo>
                      <a:pt x="184197" y="115999"/>
                      <a:pt x="184843" y="118033"/>
                      <a:pt x="186134" y="119646"/>
                    </a:cubicBezTo>
                    <a:lnTo>
                      <a:pt x="200917" y="138117"/>
                    </a:lnTo>
                    <a:cubicBezTo>
                      <a:pt x="199220" y="143508"/>
                      <a:pt x="197048" y="148738"/>
                      <a:pt x="194426" y="153744"/>
                    </a:cubicBezTo>
                    <a:lnTo>
                      <a:pt x="170882" y="156411"/>
                    </a:lnTo>
                    <a:cubicBezTo>
                      <a:pt x="168831" y="156639"/>
                      <a:pt x="166938" y="157619"/>
                      <a:pt x="165568" y="159161"/>
                    </a:cubicBezTo>
                    <a:cubicBezTo>
                      <a:pt x="163563" y="161417"/>
                      <a:pt x="161427" y="163553"/>
                      <a:pt x="159172" y="165558"/>
                    </a:cubicBezTo>
                    <a:cubicBezTo>
                      <a:pt x="157629" y="166928"/>
                      <a:pt x="156649" y="168821"/>
                      <a:pt x="156421" y="170871"/>
                    </a:cubicBezTo>
                    <a:lnTo>
                      <a:pt x="153807" y="194395"/>
                    </a:lnTo>
                    <a:cubicBezTo>
                      <a:pt x="148801" y="197018"/>
                      <a:pt x="143571" y="199190"/>
                      <a:pt x="138180" y="200885"/>
                    </a:cubicBezTo>
                    <a:lnTo>
                      <a:pt x="119698" y="186102"/>
                    </a:lnTo>
                    <a:cubicBezTo>
                      <a:pt x="118219" y="184921"/>
                      <a:pt x="116382" y="184278"/>
                      <a:pt x="114489" y="184279"/>
                    </a:cubicBezTo>
                    <a:lnTo>
                      <a:pt x="113989" y="184279"/>
                    </a:lnTo>
                    <a:cubicBezTo>
                      <a:pt x="110977" y="184456"/>
                      <a:pt x="107958" y="184456"/>
                      <a:pt x="104946" y="184279"/>
                    </a:cubicBezTo>
                    <a:cubicBezTo>
                      <a:pt x="102885" y="184161"/>
                      <a:pt x="100853" y="184806"/>
                      <a:pt x="99237" y="186092"/>
                    </a:cubicBezTo>
                    <a:lnTo>
                      <a:pt x="80714" y="200885"/>
                    </a:lnTo>
                    <a:cubicBezTo>
                      <a:pt x="75323" y="199189"/>
                      <a:pt x="70094" y="197017"/>
                      <a:pt x="65087" y="194395"/>
                    </a:cubicBezTo>
                    <a:lnTo>
                      <a:pt x="62420" y="170882"/>
                    </a:lnTo>
                    <a:cubicBezTo>
                      <a:pt x="62193" y="168831"/>
                      <a:pt x="61213" y="166938"/>
                      <a:pt x="59670" y="165568"/>
                    </a:cubicBezTo>
                    <a:cubicBezTo>
                      <a:pt x="57414" y="163563"/>
                      <a:pt x="55279" y="161427"/>
                      <a:pt x="53273" y="159172"/>
                    </a:cubicBezTo>
                    <a:cubicBezTo>
                      <a:pt x="51904" y="157629"/>
                      <a:pt x="50010" y="156649"/>
                      <a:pt x="47960" y="156421"/>
                    </a:cubicBezTo>
                    <a:lnTo>
                      <a:pt x="24436" y="153796"/>
                    </a:lnTo>
                    <a:cubicBezTo>
                      <a:pt x="21813" y="148790"/>
                      <a:pt x="19641" y="143561"/>
                      <a:pt x="17946" y="138169"/>
                    </a:cubicBezTo>
                    <a:lnTo>
                      <a:pt x="32729" y="119688"/>
                    </a:lnTo>
                    <a:cubicBezTo>
                      <a:pt x="34020" y="118075"/>
                      <a:pt x="34666" y="116041"/>
                      <a:pt x="34542" y="113979"/>
                    </a:cubicBezTo>
                    <a:cubicBezTo>
                      <a:pt x="34365" y="110967"/>
                      <a:pt x="34365" y="107948"/>
                      <a:pt x="34542" y="104936"/>
                    </a:cubicBezTo>
                    <a:cubicBezTo>
                      <a:pt x="34666" y="102874"/>
                      <a:pt x="34020" y="100839"/>
                      <a:pt x="32729" y="99227"/>
                    </a:cubicBezTo>
                    <a:lnTo>
                      <a:pt x="17946" y="80714"/>
                    </a:lnTo>
                    <a:cubicBezTo>
                      <a:pt x="19642" y="75323"/>
                      <a:pt x="21814" y="70094"/>
                      <a:pt x="24436" y="65087"/>
                    </a:cubicBezTo>
                    <a:lnTo>
                      <a:pt x="47950" y="62420"/>
                    </a:lnTo>
                    <a:cubicBezTo>
                      <a:pt x="50000" y="62193"/>
                      <a:pt x="51893" y="61213"/>
                      <a:pt x="53263" y="59670"/>
                    </a:cubicBezTo>
                    <a:cubicBezTo>
                      <a:pt x="55268" y="57414"/>
                      <a:pt x="57404" y="55279"/>
                      <a:pt x="59659" y="53273"/>
                    </a:cubicBezTo>
                    <a:cubicBezTo>
                      <a:pt x="61208" y="51903"/>
                      <a:pt x="62192" y="50005"/>
                      <a:pt x="62420" y="47950"/>
                    </a:cubicBezTo>
                    <a:lnTo>
                      <a:pt x="65035" y="24436"/>
                    </a:lnTo>
                    <a:cubicBezTo>
                      <a:pt x="70041" y="21813"/>
                      <a:pt x="75271" y="19641"/>
                      <a:pt x="80662" y="17946"/>
                    </a:cubicBezTo>
                    <a:lnTo>
                      <a:pt x="99143" y="32729"/>
                    </a:lnTo>
                    <a:cubicBezTo>
                      <a:pt x="100756" y="34020"/>
                      <a:pt x="102791" y="34666"/>
                      <a:pt x="104853" y="34542"/>
                    </a:cubicBezTo>
                    <a:cubicBezTo>
                      <a:pt x="107864" y="34365"/>
                      <a:pt x="110884" y="34365"/>
                      <a:pt x="113895" y="34542"/>
                    </a:cubicBezTo>
                    <a:cubicBezTo>
                      <a:pt x="115956" y="34660"/>
                      <a:pt x="117989" y="34014"/>
                      <a:pt x="119604" y="32729"/>
                    </a:cubicBezTo>
                    <a:lnTo>
                      <a:pt x="138117" y="17946"/>
                    </a:lnTo>
                    <a:cubicBezTo>
                      <a:pt x="143508" y="19642"/>
                      <a:pt x="148738" y="21814"/>
                      <a:pt x="153744" y="24436"/>
                    </a:cubicBezTo>
                    <a:lnTo>
                      <a:pt x="156411" y="47950"/>
                    </a:lnTo>
                    <a:cubicBezTo>
                      <a:pt x="156639" y="50000"/>
                      <a:pt x="157619" y="51893"/>
                      <a:pt x="159161" y="53263"/>
                    </a:cubicBezTo>
                    <a:cubicBezTo>
                      <a:pt x="161417" y="55268"/>
                      <a:pt x="163553" y="57404"/>
                      <a:pt x="165558" y="59659"/>
                    </a:cubicBezTo>
                    <a:cubicBezTo>
                      <a:pt x="166928" y="61202"/>
                      <a:pt x="168821" y="62182"/>
                      <a:pt x="170871" y="62410"/>
                    </a:cubicBezTo>
                    <a:lnTo>
                      <a:pt x="194395" y="65025"/>
                    </a:lnTo>
                    <a:cubicBezTo>
                      <a:pt x="197018" y="70030"/>
                      <a:pt x="199190" y="75260"/>
                      <a:pt x="200885" y="80652"/>
                    </a:cubicBezTo>
                    <a:lnTo>
                      <a:pt x="186102" y="99133"/>
                    </a:lnTo>
                    <a:cubicBezTo>
                      <a:pt x="184799" y="100759"/>
                      <a:pt x="184152" y="102815"/>
                      <a:pt x="184290" y="104894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819900" y="1285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环境配置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38900" y="1666875"/>
              <a:ext cx="4724400" cy="1333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16065" y="1791652"/>
              <a:ext cx="6882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.env 文件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29400" y="2038350"/>
              <a:ext cx="4343400" cy="809625"/>
            </a:xfrm>
            <a:prstGeom prst="rect">
              <a:avLst/>
            </a:prstGeom>
            <a:solidFill>
              <a:srgbClr val="EDEFF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89420" y="21507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ANTHROPIC_AUTH_TOKEN=sk-xxx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89420" y="2341245"/>
              <a:ext cx="34792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ANTHROPIC_BASE_URL=https://api.deepseek.com/anthropic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89420" y="2531745"/>
              <a:ext cx="21111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ANTHROPIC_MODEL=deepseek-v4-pro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90372" y="2711291"/>
              <a:ext cx="20122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.env gitignored · python-dotenv 加载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38900" y="3143250"/>
              <a:ext cx="47244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15112" y="3259931"/>
              <a:ext cx="6822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LLM 端点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17018" y="3495199"/>
              <a:ext cx="26380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DeepSeek OpenAI-compatible /v1 endpoint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17970" y="3693795"/>
              <a:ext cx="3341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LLM_OPENAI_BASE_URL = "https://api.deepseek.com/v1"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38900" y="4048125"/>
              <a:ext cx="4724400" cy="904875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15112" y="41648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数据目录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17018" y="4419124"/>
              <a:ext cx="11234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data/chroma_db/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79118" y="441912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向量库持久化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17018" y="46191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79118" y="4619149"/>
              <a:ext cx="1136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原始文件 UUID 保存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17018" y="4819174"/>
              <a:ext cx="8503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data/app.log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79118" y="4819174"/>
              <a:ext cx="16109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日志 UTF-8 · 侧边栏可查看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68" name="Rectangle 68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6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57150" cy="6858000"/>
            <a:chOff x="0" y="0"/>
            <a:chExt cx="5715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2667000"/>
              <a:ext cx="57150" cy="13335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04850" y="1038225"/>
            <a:ext cx="1374458" cy="914400"/>
            <a:chOff x="704850" y="1038225"/>
            <a:chExt cx="1374458" cy="914400"/>
          </a:xfrm>
        </p:grpSpPr>
        <p:sp>
          <p:nvSpPr>
            <p:cNvPr id="6" name="TextBox 6"/>
            <p:cNvSpPr txBox="1"/>
            <p:nvPr/>
          </p:nvSpPr>
          <p:spPr>
            <a:xfrm>
              <a:off x="704850" y="1038225"/>
              <a:ext cx="1374458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总结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1714500"/>
              <a:ext cx="571500" cy="28575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62000" y="2095500"/>
            <a:ext cx="10668000" cy="3333750"/>
            <a:chOff x="762000" y="2095500"/>
            <a:chExt cx="10668000" cy="3333750"/>
          </a:xfrm>
        </p:grpSpPr>
        <p:sp>
          <p:nvSpPr>
            <p:cNvPr id="9" name="Rectangle 9"/>
            <p:cNvSpPr/>
            <p:nvPr/>
          </p:nvSpPr>
          <p:spPr>
            <a:xfrm>
              <a:off x="762000" y="2095500"/>
              <a:ext cx="10668000" cy="3333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28700" y="2286000"/>
              <a:ext cx="10134600" cy="666750"/>
              <a:chOff x="1028700" y="2286000"/>
              <a:chExt cx="10134600" cy="666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028700" y="2286000"/>
                <a:ext cx="10134600" cy="666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21105" y="244506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1619250" y="2381250"/>
                <a:ext cx="19050" cy="3810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809750" y="2428875"/>
                <a:ext cx="42886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Streamlit Web 界面，开箱即用 — 一条命令启动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815465" y="2706052"/>
                <a:ext cx="14548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streamlit run app.py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028700" y="3028950"/>
              <a:ext cx="10134600" cy="666750"/>
              <a:chOff x="1028700" y="3028950"/>
              <a:chExt cx="10134600" cy="6667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1028700" y="3028950"/>
                <a:ext cx="10134600" cy="666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21105" y="318801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1619250" y="3124200"/>
                <a:ext cx="19050" cy="3810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809750" y="3171825"/>
                <a:ext cx="366855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7 种格式 × 中文优化分块 × 本地嵌入模型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815465" y="3449002"/>
                <a:ext cx="30020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多格式文档一键上传 · 中文感知分割 · CPU 友好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028700" y="3771900"/>
              <a:ext cx="10134600" cy="666750"/>
              <a:chOff x="1028700" y="3771900"/>
              <a:chExt cx="10134600" cy="666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1028700" y="3771900"/>
                <a:ext cx="10134600" cy="666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21105" y="393096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619250" y="3867150"/>
                <a:ext cx="19050" cy="3810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809750" y="3914775"/>
                <a:ext cx="42886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ReAct Agent 双工具编排，文档优先 + 智能回退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815465" y="4191952"/>
                <a:ext cx="30860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retriever → web_search · 失败保护 · 禁止编造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028700" y="4514850"/>
              <a:ext cx="10134600" cy="614362"/>
              <a:chOff x="1028700" y="4514850"/>
              <a:chExt cx="10134600" cy="614362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1028700" y="4514850"/>
                <a:ext cx="1013460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21105" y="467391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04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1619250" y="4610100"/>
                <a:ext cx="19050" cy="3810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809750" y="4657725"/>
                <a:ext cx="36385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全流程可溯源，适合企业知识库问答场景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815465" y="4915852"/>
                <a:ext cx="20289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轻量高效 · 即装即用 · 中文优化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3228785" y="5806440"/>
            <a:ext cx="5734431" cy="651510"/>
            <a:chOff x="3228785" y="5806440"/>
            <a:chExt cx="5734431" cy="651510"/>
          </a:xfrm>
        </p:grpSpPr>
        <p:sp>
          <p:nvSpPr>
            <p:cNvPr id="35" name="TextBox 35"/>
            <p:cNvSpPr txBox="1"/>
            <p:nvPr/>
          </p:nvSpPr>
          <p:spPr>
            <a:xfrm>
              <a:off x="3228785" y="5806440"/>
              <a:ext cx="573443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智能客服系统 = RAG + LangGraph Agent + ChromaDB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48668" y="6214110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感谢观看 · 欢迎提问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4" grpId="0"/>
      <p:bldP spid="3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2026-06-14T08:48:57Z</dcterms:created>
  <dcterms:modified xsi:type="dcterms:W3CDTF">2026-06-14T08:48:57Z</dcterms:modified>
  <cp:category/>
  <cp:contentStatus/>
</cp:coreProperties>
</file>