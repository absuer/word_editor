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 xml:space="preserve"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98120"/>
            <a:ext cx="2909316" cy="506730"/>
            <a:chOff x="762000" y="198120"/>
            <a:chExt cx="2909316" cy="506730"/>
          </a:xfrm>
        </p:grpSpPr>
        <p:sp>
          <p:nvSpPr>
            <p:cNvPr id="3" name="Rectangle 3"/>
            <p:cNvSpPr/>
            <p:nvPr/>
          </p:nvSpPr>
          <p:spPr>
            <a:xfrm>
              <a:off x="762000" y="2667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198120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技术栈与核心特性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21970"/>
              <a:ext cx="15530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&amp; KEY FEATURES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857250"/>
            <a:ext cx="7306818" cy="5334000"/>
            <a:chOff x="762000" y="857250"/>
            <a:chExt cx="7306818" cy="5334000"/>
          </a:xfrm>
        </p:grpSpPr>
        <p:sp>
          <p:nvSpPr>
            <p:cNvPr id="7" name="Rectangle 7"/>
            <p:cNvSpPr/>
            <p:nvPr/>
          </p:nvSpPr>
          <p:spPr>
            <a:xfrm>
              <a:off x="762000" y="857250"/>
              <a:ext cx="6858000" cy="5334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857250"/>
              <a:ext cx="6858000" cy="381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457470" y="975360"/>
              <a:ext cx="1467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 TECH STACK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90600" y="1428750"/>
              <a:ext cx="3295912" cy="990600"/>
              <a:chOff x="990600" y="1428750"/>
              <a:chExt cx="3295912" cy="990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90600" y="1428750"/>
                <a:ext cx="320040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263253" y="1699022"/>
                <a:ext cx="216694" cy="200025"/>
                <a:chOff x="1263253" y="1699022"/>
                <a:chExt cx="216694" cy="20002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271588" y="1707356"/>
                  <a:ext cx="200025" cy="108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8347">
                      <a:moveTo>
                        <a:pt x="200025" y="16669"/>
                      </a:moveTo>
                      <a:lnTo>
                        <a:pt x="200025" y="108347"/>
                      </a:lnTo>
                      <a:lnTo>
                        <a:pt x="0" y="108347"/>
                      </a:ln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lnTo>
                        <a:pt x="183356" y="0"/>
                      </a:lnTo>
                      <a:cubicBezTo>
                        <a:pt x="192562" y="0"/>
                        <a:pt x="200025" y="7463"/>
                        <a:pt x="200025" y="1666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63253" y="1699022"/>
                  <a:ext cx="216694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00025">
                      <a:moveTo>
                        <a:pt x="191691" y="0"/>
                      </a:moveTo>
                      <a:lnTo>
                        <a:pt x="25003" y="0"/>
                      </a:lnTo>
                      <a:cubicBezTo>
                        <a:pt x="11194" y="0"/>
                        <a:pt x="0" y="11194"/>
                        <a:pt x="0" y="25003"/>
                      </a:cubicBezTo>
                      <a:lnTo>
                        <a:pt x="0" y="141684"/>
                      </a:lnTo>
                      <a:cubicBezTo>
                        <a:pt x="0" y="155493"/>
                        <a:pt x="11194" y="166688"/>
                        <a:pt x="25003" y="166688"/>
                      </a:cubicBezTo>
                      <a:lnTo>
                        <a:pt x="100012" y="166688"/>
                      </a:lnTo>
                      <a:lnTo>
                        <a:pt x="100012" y="183356"/>
                      </a:lnTo>
                      <a:lnTo>
                        <a:pt x="75009" y="183356"/>
                      </a:lnTo>
                      <a:cubicBezTo>
                        <a:pt x="70406" y="183356"/>
                        <a:pt x="66675" y="187088"/>
                        <a:pt x="66675" y="191691"/>
                      </a:cubicBezTo>
                      <a:cubicBezTo>
                        <a:pt x="66675" y="196294"/>
                        <a:pt x="70406" y="200025"/>
                        <a:pt x="75009" y="200025"/>
                      </a:cubicBezTo>
                      <a:lnTo>
                        <a:pt x="141684" y="200025"/>
                      </a:lnTo>
                      <a:cubicBezTo>
                        <a:pt x="146287" y="200025"/>
                        <a:pt x="150019" y="196294"/>
                        <a:pt x="150019" y="191691"/>
                      </a:cubicBezTo>
                      <a:cubicBezTo>
                        <a:pt x="150019" y="187088"/>
                        <a:pt x="146287" y="183356"/>
                        <a:pt x="141684" y="183356"/>
                      </a:cubicBezTo>
                      <a:lnTo>
                        <a:pt x="116681" y="183356"/>
                      </a:lnTo>
                      <a:lnTo>
                        <a:pt x="116681" y="166688"/>
                      </a:lnTo>
                      <a:lnTo>
                        <a:pt x="191691" y="166688"/>
                      </a:lnTo>
                      <a:cubicBezTo>
                        <a:pt x="205499" y="166688"/>
                        <a:pt x="216694" y="155493"/>
                        <a:pt x="216694" y="141684"/>
                      </a:cubicBezTo>
                      <a:lnTo>
                        <a:pt x="216694" y="25003"/>
                      </a:lnTo>
                      <a:cubicBezTo>
                        <a:pt x="216694" y="11194"/>
                        <a:pt x="205499" y="0"/>
                        <a:pt x="191691" y="0"/>
                      </a:cubicBezTo>
                      <a:close/>
                      <a:moveTo>
                        <a:pt x="25003" y="16669"/>
                      </a:moveTo>
                      <a:lnTo>
                        <a:pt x="191691" y="16669"/>
                      </a:lnTo>
                      <a:cubicBezTo>
                        <a:pt x="196294" y="16669"/>
                        <a:pt x="200025" y="20400"/>
                        <a:pt x="200025" y="25003"/>
                      </a:cubicBezTo>
                      <a:lnTo>
                        <a:pt x="200025" y="108347"/>
                      </a:lnTo>
                      <a:lnTo>
                        <a:pt x="16669" y="108347"/>
                      </a:lnTo>
                      <a:lnTo>
                        <a:pt x="16669" y="25003"/>
                      </a:lnTo>
                      <a:cubicBezTo>
                        <a:pt x="16669" y="20400"/>
                        <a:pt x="20400" y="16669"/>
                        <a:pt x="25003" y="16669"/>
                      </a:cubicBezTo>
                      <a:close/>
                      <a:moveTo>
                        <a:pt x="191691" y="150019"/>
                      </a:moveTo>
                      <a:lnTo>
                        <a:pt x="25003" y="150019"/>
                      </a:lnTo>
                      <a:cubicBezTo>
                        <a:pt x="20400" y="150019"/>
                        <a:pt x="16669" y="146287"/>
                        <a:pt x="16669" y="141684"/>
                      </a:cubicBezTo>
                      <a:lnTo>
                        <a:pt x="16669" y="125016"/>
                      </a:lnTo>
                      <a:lnTo>
                        <a:pt x="200025" y="125016"/>
                      </a:lnTo>
                      <a:lnTo>
                        <a:pt x="200025" y="141684"/>
                      </a:lnTo>
                      <a:cubicBezTo>
                        <a:pt x="200025" y="146287"/>
                        <a:pt x="196294" y="150019"/>
                        <a:pt x="191691" y="150019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619250" y="1704975"/>
                <a:ext cx="101472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28775" y="1995488"/>
                <a:ext cx="90416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WEB UI FRAMEWORK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25868" y="2218849"/>
                <a:ext cx="30606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文件上传 · 聊天界面 · session_state · 侧边栏设置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24350" y="1428750"/>
              <a:ext cx="3105150" cy="990600"/>
              <a:chOff x="4324350" y="1428750"/>
              <a:chExt cx="3105150" cy="9906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24350" y="1428750"/>
                <a:ext cx="310515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4594041" y="1678845"/>
                <a:ext cx="222990" cy="215624"/>
                <a:chOff x="4594041" y="1678845"/>
                <a:chExt cx="222990" cy="215624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680347" y="1765697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25003"/>
                      </a:moveTo>
                      <a:cubicBezTo>
                        <a:pt x="50006" y="38812"/>
                        <a:pt x="38812" y="50006"/>
                        <a:pt x="25003" y="50006"/>
                      </a:cubicBezTo>
                      <a:cubicBezTo>
                        <a:pt x="11194" y="50006"/>
                        <a:pt x="0" y="38812"/>
                        <a:pt x="0" y="25003"/>
                      </a:cubicBezTo>
                      <a:cubicBezTo>
                        <a:pt x="0" y="11194"/>
                        <a:pt x="11194" y="0"/>
                        <a:pt x="25003" y="0"/>
                      </a:cubicBezTo>
                      <a:cubicBezTo>
                        <a:pt x="38812" y="0"/>
                        <a:pt x="50006" y="11194"/>
                        <a:pt x="50006" y="25003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594041" y="1678845"/>
                  <a:ext cx="222990" cy="215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990" h="215624">
                      <a:moveTo>
                        <a:pt x="186319" y="136858"/>
                      </a:moveTo>
                      <a:cubicBezTo>
                        <a:pt x="178952" y="136854"/>
                        <a:pt x="171794" y="139302"/>
                        <a:pt x="165973" y="143817"/>
                      </a:cubicBezTo>
                      <a:lnTo>
                        <a:pt x="141897" y="125065"/>
                      </a:lnTo>
                      <a:cubicBezTo>
                        <a:pt x="143714" y="120898"/>
                        <a:pt x="144651" y="116401"/>
                        <a:pt x="144647" y="111855"/>
                      </a:cubicBezTo>
                      <a:cubicBezTo>
                        <a:pt x="144647" y="111084"/>
                        <a:pt x="144647" y="110313"/>
                        <a:pt x="144564" y="109552"/>
                      </a:cubicBezTo>
                      <a:lnTo>
                        <a:pt x="158347" y="104958"/>
                      </a:lnTo>
                      <a:cubicBezTo>
                        <a:pt x="167361" y="118861"/>
                        <a:pt x="185217" y="124033"/>
                        <a:pt x="200266" y="117101"/>
                      </a:cubicBezTo>
                      <a:cubicBezTo>
                        <a:pt x="215316" y="110169"/>
                        <a:pt x="222990" y="93236"/>
                        <a:pt x="218283" y="77350"/>
                      </a:cubicBezTo>
                      <a:cubicBezTo>
                        <a:pt x="213575" y="61464"/>
                        <a:pt x="197915" y="51445"/>
                        <a:pt x="181519" y="53831"/>
                      </a:cubicBezTo>
                      <a:cubicBezTo>
                        <a:pt x="165122" y="56217"/>
                        <a:pt x="152966" y="70283"/>
                        <a:pt x="152981" y="86852"/>
                      </a:cubicBezTo>
                      <a:cubicBezTo>
                        <a:pt x="152981" y="87623"/>
                        <a:pt x="152981" y="88394"/>
                        <a:pt x="153065" y="89154"/>
                      </a:cubicBezTo>
                      <a:lnTo>
                        <a:pt x="139282" y="93748"/>
                      </a:lnTo>
                      <a:cubicBezTo>
                        <a:pt x="133143" y="84258"/>
                        <a:pt x="122613" y="78524"/>
                        <a:pt x="111309" y="78517"/>
                      </a:cubicBezTo>
                      <a:cubicBezTo>
                        <a:pt x="109470" y="78521"/>
                        <a:pt x="107634" y="78674"/>
                        <a:pt x="105819" y="78976"/>
                      </a:cubicBezTo>
                      <a:lnTo>
                        <a:pt x="98693" y="62890"/>
                      </a:lnTo>
                      <a:cubicBezTo>
                        <a:pt x="111398" y="52739"/>
                        <a:pt x="114925" y="34902"/>
                        <a:pt x="107039" y="20680"/>
                      </a:cubicBezTo>
                      <a:cubicBezTo>
                        <a:pt x="99153" y="6457"/>
                        <a:pt x="82156" y="0"/>
                        <a:pt x="66816" y="5399"/>
                      </a:cubicBezTo>
                      <a:cubicBezTo>
                        <a:pt x="51476" y="10797"/>
                        <a:pt x="42270" y="26477"/>
                        <a:pt x="45029" y="42503"/>
                      </a:cubicBezTo>
                      <a:cubicBezTo>
                        <a:pt x="47789" y="58530"/>
                        <a:pt x="61710" y="70226"/>
                        <a:pt x="77972" y="70183"/>
                      </a:cubicBezTo>
                      <a:cubicBezTo>
                        <a:pt x="79811" y="70179"/>
                        <a:pt x="81648" y="70026"/>
                        <a:pt x="83462" y="69725"/>
                      </a:cubicBezTo>
                      <a:lnTo>
                        <a:pt x="90588" y="85768"/>
                      </a:lnTo>
                      <a:cubicBezTo>
                        <a:pt x="78126" y="95632"/>
                        <a:pt x="74385" y="112935"/>
                        <a:pt x="81660" y="127065"/>
                      </a:cubicBezTo>
                      <a:lnTo>
                        <a:pt x="54875" y="150860"/>
                      </a:lnTo>
                      <a:cubicBezTo>
                        <a:pt x="40929" y="141458"/>
                        <a:pt x="22168" y="143893"/>
                        <a:pt x="11084" y="156543"/>
                      </a:cubicBezTo>
                      <a:cubicBezTo>
                        <a:pt x="0" y="169193"/>
                        <a:pt x="51" y="188111"/>
                        <a:pt x="11204" y="200701"/>
                      </a:cubicBezTo>
                      <a:cubicBezTo>
                        <a:pt x="22356" y="213291"/>
                        <a:pt x="41130" y="215624"/>
                        <a:pt x="55025" y="206147"/>
                      </a:cubicBezTo>
                      <a:cubicBezTo>
                        <a:pt x="68920" y="196670"/>
                        <a:pt x="73600" y="178340"/>
                        <a:pt x="65950" y="163361"/>
                      </a:cubicBezTo>
                      <a:lnTo>
                        <a:pt x="92734" y="139567"/>
                      </a:lnTo>
                      <a:cubicBezTo>
                        <a:pt x="104629" y="147575"/>
                        <a:pt x="120318" y="147055"/>
                        <a:pt x="131656" y="138275"/>
                      </a:cubicBezTo>
                      <a:lnTo>
                        <a:pt x="155732" y="157027"/>
                      </a:lnTo>
                      <a:cubicBezTo>
                        <a:pt x="153920" y="161181"/>
                        <a:pt x="152983" y="165664"/>
                        <a:pt x="152981" y="170195"/>
                      </a:cubicBezTo>
                      <a:cubicBezTo>
                        <a:pt x="152981" y="188607"/>
                        <a:pt x="167907" y="203533"/>
                        <a:pt x="186319" y="203533"/>
                      </a:cubicBezTo>
                      <a:cubicBezTo>
                        <a:pt x="204731" y="203533"/>
                        <a:pt x="219656" y="188607"/>
                        <a:pt x="219656" y="170195"/>
                      </a:cubicBezTo>
                      <a:cubicBezTo>
                        <a:pt x="219656" y="151784"/>
                        <a:pt x="204731" y="136858"/>
                        <a:pt x="186319" y="136858"/>
                      </a:cubicBezTo>
                      <a:close/>
                      <a:moveTo>
                        <a:pt x="186319" y="70183"/>
                      </a:moveTo>
                      <a:cubicBezTo>
                        <a:pt x="195525" y="70183"/>
                        <a:pt x="202988" y="77646"/>
                        <a:pt x="202988" y="86852"/>
                      </a:cubicBezTo>
                      <a:cubicBezTo>
                        <a:pt x="202988" y="96058"/>
                        <a:pt x="195525" y="103520"/>
                        <a:pt x="186319" y="103520"/>
                      </a:cubicBezTo>
                      <a:cubicBezTo>
                        <a:pt x="177113" y="103520"/>
                        <a:pt x="169650" y="96058"/>
                        <a:pt x="169650" y="86852"/>
                      </a:cubicBezTo>
                      <a:cubicBezTo>
                        <a:pt x="169650" y="77646"/>
                        <a:pt x="177113" y="70183"/>
                        <a:pt x="186319" y="70183"/>
                      </a:cubicBezTo>
                      <a:close/>
                      <a:moveTo>
                        <a:pt x="61303" y="36845"/>
                      </a:moveTo>
                      <a:cubicBezTo>
                        <a:pt x="61303" y="27640"/>
                        <a:pt x="68766" y="20177"/>
                        <a:pt x="77972" y="20177"/>
                      </a:cubicBezTo>
                      <a:cubicBezTo>
                        <a:pt x="87178" y="20177"/>
                        <a:pt x="94641" y="27640"/>
                        <a:pt x="94641" y="36845"/>
                      </a:cubicBezTo>
                      <a:cubicBezTo>
                        <a:pt x="94641" y="46051"/>
                        <a:pt x="87178" y="53514"/>
                        <a:pt x="77972" y="53514"/>
                      </a:cubicBezTo>
                      <a:cubicBezTo>
                        <a:pt x="68766" y="53514"/>
                        <a:pt x="61303" y="46051"/>
                        <a:pt x="61303" y="36845"/>
                      </a:cubicBezTo>
                      <a:close/>
                      <a:moveTo>
                        <a:pt x="36300" y="195199"/>
                      </a:moveTo>
                      <a:cubicBezTo>
                        <a:pt x="27094" y="195199"/>
                        <a:pt x="19631" y="187736"/>
                        <a:pt x="19631" y="178530"/>
                      </a:cubicBezTo>
                      <a:cubicBezTo>
                        <a:pt x="19631" y="169324"/>
                        <a:pt x="27094" y="161861"/>
                        <a:pt x="36300" y="161861"/>
                      </a:cubicBezTo>
                      <a:cubicBezTo>
                        <a:pt x="45506" y="161861"/>
                        <a:pt x="52969" y="169324"/>
                        <a:pt x="52969" y="178530"/>
                      </a:cubicBezTo>
                      <a:cubicBezTo>
                        <a:pt x="52969" y="187736"/>
                        <a:pt x="45506" y="195199"/>
                        <a:pt x="36300" y="195199"/>
                      </a:cubicBezTo>
                      <a:close/>
                      <a:moveTo>
                        <a:pt x="94641" y="111855"/>
                      </a:moveTo>
                      <a:cubicBezTo>
                        <a:pt x="94641" y="102649"/>
                        <a:pt x="102104" y="95186"/>
                        <a:pt x="111309" y="95186"/>
                      </a:cubicBezTo>
                      <a:cubicBezTo>
                        <a:pt x="120515" y="95186"/>
                        <a:pt x="127978" y="102649"/>
                        <a:pt x="127978" y="111855"/>
                      </a:cubicBezTo>
                      <a:cubicBezTo>
                        <a:pt x="127978" y="121061"/>
                        <a:pt x="120515" y="128524"/>
                        <a:pt x="111309" y="128524"/>
                      </a:cubicBezTo>
                      <a:cubicBezTo>
                        <a:pt x="102104" y="128524"/>
                        <a:pt x="94641" y="121061"/>
                        <a:pt x="94641" y="111855"/>
                      </a:cubicBezTo>
                      <a:close/>
                      <a:moveTo>
                        <a:pt x="186319" y="186864"/>
                      </a:moveTo>
                      <a:cubicBezTo>
                        <a:pt x="177113" y="186864"/>
                        <a:pt x="169650" y="179401"/>
                        <a:pt x="169650" y="170195"/>
                      </a:cubicBezTo>
                      <a:cubicBezTo>
                        <a:pt x="169650" y="160990"/>
                        <a:pt x="177113" y="153527"/>
                        <a:pt x="186319" y="153527"/>
                      </a:cubicBezTo>
                      <a:cubicBezTo>
                        <a:pt x="195525" y="153527"/>
                        <a:pt x="202988" y="160990"/>
                        <a:pt x="202988" y="170195"/>
                      </a:cubicBezTo>
                      <a:cubicBezTo>
                        <a:pt x="202988" y="179401"/>
                        <a:pt x="195525" y="186864"/>
                        <a:pt x="186319" y="18686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4953000" y="1704975"/>
                <a:ext cx="23063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LangChain + LangGraph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62525" y="1995488"/>
                <a:ext cx="8791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AGENT FRAMEWORK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59618" y="2218849"/>
                <a:ext cx="26835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create_react_agent · Tool 编排 · 流式输出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90600" y="2514600"/>
              <a:ext cx="3406426" cy="990600"/>
              <a:chOff x="990600" y="2514600"/>
              <a:chExt cx="3406426" cy="9906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90600" y="2514600"/>
                <a:ext cx="320040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1271588" y="2768203"/>
                <a:ext cx="200025" cy="216694"/>
                <a:chOff x="1271588" y="2768203"/>
                <a:chExt cx="200025" cy="216694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279922" y="2776538"/>
                  <a:ext cx="183356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56" h="100012">
                      <a:moveTo>
                        <a:pt x="183356" y="50006"/>
                      </a:moveTo>
                      <a:cubicBezTo>
                        <a:pt x="183356" y="77624"/>
                        <a:pt x="142309" y="100012"/>
                        <a:pt x="91678" y="100012"/>
                      </a:cubicBezTo>
                      <a:cubicBezTo>
                        <a:pt x="41047" y="100012"/>
                        <a:pt x="0" y="77624"/>
                        <a:pt x="0" y="50006"/>
                      </a:cubicBezTo>
                      <a:cubicBezTo>
                        <a:pt x="0" y="22388"/>
                        <a:pt x="41047" y="0"/>
                        <a:pt x="91678" y="0"/>
                      </a:cubicBezTo>
                      <a:cubicBezTo>
                        <a:pt x="142309" y="0"/>
                        <a:pt x="183356" y="22388"/>
                        <a:pt x="183356" y="50006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271588" y="2768203"/>
                  <a:ext cx="200025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16694">
                      <a:moveTo>
                        <a:pt x="100012" y="0"/>
                      </a:moveTo>
                      <a:cubicBezTo>
                        <a:pt x="43933" y="0"/>
                        <a:pt x="0" y="25628"/>
                        <a:pt x="0" y="58341"/>
                      </a:cubicBezTo>
                      <a:lnTo>
                        <a:pt x="0" y="158353"/>
                      </a:lnTo>
                      <a:cubicBezTo>
                        <a:pt x="0" y="191066"/>
                        <a:pt x="43933" y="216694"/>
                        <a:pt x="100012" y="216694"/>
                      </a:cubicBezTo>
                      <a:cubicBezTo>
                        <a:pt x="156092" y="216694"/>
                        <a:pt x="200025" y="191066"/>
                        <a:pt x="200025" y="158353"/>
                      </a:cubicBezTo>
                      <a:lnTo>
                        <a:pt x="200025" y="58341"/>
                      </a:lnTo>
                      <a:cubicBezTo>
                        <a:pt x="200025" y="25628"/>
                        <a:pt x="156092" y="0"/>
                        <a:pt x="100012" y="0"/>
                      </a:cubicBezTo>
                      <a:close/>
                      <a:moveTo>
                        <a:pt x="183356" y="108347"/>
                      </a:moveTo>
                      <a:cubicBezTo>
                        <a:pt x="183356" y="118369"/>
                        <a:pt x="175147" y="128589"/>
                        <a:pt x="160843" y="136392"/>
                      </a:cubicBezTo>
                      <a:cubicBezTo>
                        <a:pt x="144737" y="145174"/>
                        <a:pt x="123130" y="150019"/>
                        <a:pt x="100012" y="150019"/>
                      </a:cubicBezTo>
                      <a:cubicBezTo>
                        <a:pt x="76895" y="150019"/>
                        <a:pt x="55288" y="145174"/>
                        <a:pt x="39182" y="136392"/>
                      </a:cubicBezTo>
                      <a:cubicBezTo>
                        <a:pt x="24878" y="128589"/>
                        <a:pt x="16669" y="118369"/>
                        <a:pt x="16669" y="108347"/>
                      </a:cubicBezTo>
                      <a:lnTo>
                        <a:pt x="16669" y="91011"/>
                      </a:lnTo>
                      <a:cubicBezTo>
                        <a:pt x="34442" y="106638"/>
                        <a:pt x="64831" y="116681"/>
                        <a:pt x="100012" y="116681"/>
                      </a:cubicBezTo>
                      <a:cubicBezTo>
                        <a:pt x="135194" y="116681"/>
                        <a:pt x="165583" y="106597"/>
                        <a:pt x="183356" y="91011"/>
                      </a:cubicBezTo>
                      <a:close/>
                      <a:moveTo>
                        <a:pt x="39182" y="30295"/>
                      </a:moveTo>
                      <a:cubicBezTo>
                        <a:pt x="55288" y="21513"/>
                        <a:pt x="76895" y="16669"/>
                        <a:pt x="100012" y="16669"/>
                      </a:cubicBezTo>
                      <a:cubicBezTo>
                        <a:pt x="123130" y="16669"/>
                        <a:pt x="144737" y="21513"/>
                        <a:pt x="160843" y="30295"/>
                      </a:cubicBezTo>
                      <a:cubicBezTo>
                        <a:pt x="175147" y="38099"/>
                        <a:pt x="183356" y="48319"/>
                        <a:pt x="183356" y="58341"/>
                      </a:cubicBezTo>
                      <a:cubicBezTo>
                        <a:pt x="183356" y="68363"/>
                        <a:pt x="175147" y="78583"/>
                        <a:pt x="160843" y="86386"/>
                      </a:cubicBezTo>
                      <a:cubicBezTo>
                        <a:pt x="144737" y="95168"/>
                        <a:pt x="123130" y="100012"/>
                        <a:pt x="100012" y="100012"/>
                      </a:cubicBezTo>
                      <a:cubicBezTo>
                        <a:pt x="76895" y="100012"/>
                        <a:pt x="55288" y="95168"/>
                        <a:pt x="39182" y="86386"/>
                      </a:cubicBezTo>
                      <a:cubicBezTo>
                        <a:pt x="24878" y="78583"/>
                        <a:pt x="16669" y="68363"/>
                        <a:pt x="16669" y="58341"/>
                      </a:cubicBezTo>
                      <a:cubicBezTo>
                        <a:pt x="16669" y="48319"/>
                        <a:pt x="24878" y="38099"/>
                        <a:pt x="39182" y="30295"/>
                      </a:cubicBezTo>
                      <a:close/>
                      <a:moveTo>
                        <a:pt x="160843" y="186398"/>
                      </a:moveTo>
                      <a:cubicBezTo>
                        <a:pt x="144737" y="195181"/>
                        <a:pt x="123130" y="200025"/>
                        <a:pt x="100012" y="200025"/>
                      </a:cubicBezTo>
                      <a:cubicBezTo>
                        <a:pt x="76895" y="200025"/>
                        <a:pt x="55288" y="195181"/>
                        <a:pt x="39182" y="186398"/>
                      </a:cubicBezTo>
                      <a:cubicBezTo>
                        <a:pt x="24878" y="178595"/>
                        <a:pt x="16669" y="168375"/>
                        <a:pt x="16669" y="158353"/>
                      </a:cubicBezTo>
                      <a:lnTo>
                        <a:pt x="16669" y="141018"/>
                      </a:lnTo>
                      <a:cubicBezTo>
                        <a:pt x="34442" y="156645"/>
                        <a:pt x="64831" y="166688"/>
                        <a:pt x="100012" y="166688"/>
                      </a:cubicBezTo>
                      <a:cubicBezTo>
                        <a:pt x="135194" y="166688"/>
                        <a:pt x="165583" y="156603"/>
                        <a:pt x="183356" y="141018"/>
                      </a:cubicBezTo>
                      <a:lnTo>
                        <a:pt x="183356" y="158353"/>
                      </a:lnTo>
                      <a:cubicBezTo>
                        <a:pt x="183356" y="168375"/>
                        <a:pt x="175147" y="178595"/>
                        <a:pt x="160843" y="186398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619250" y="2790825"/>
                <a:ext cx="100422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28775" y="3081338"/>
                <a:ext cx="83915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VECTOR DATABASE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25868" y="3304699"/>
                <a:ext cx="31711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懒加载 · 语义检索 · 去重 · data/chroma_db/ 持久化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324350" y="2514600"/>
              <a:ext cx="3198400" cy="990600"/>
              <a:chOff x="4324350" y="2514600"/>
              <a:chExt cx="3198400" cy="9906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324350" y="2514600"/>
                <a:ext cx="310515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588669" y="2759869"/>
                <a:ext cx="233362" cy="233362"/>
                <a:chOff x="4588669" y="2759869"/>
                <a:chExt cx="233362" cy="23336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4622006" y="2793206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158353" y="0"/>
                      </a:moveTo>
                      <a:lnTo>
                        <a:pt x="8334" y="0"/>
                      </a:lnTo>
                      <a:cubicBezTo>
                        <a:pt x="3731" y="0"/>
                        <a:pt x="0" y="3731"/>
                        <a:pt x="0" y="8334"/>
                      </a:cubicBezTo>
                      <a:lnTo>
                        <a:pt x="0" y="158353"/>
                      </a:lnTo>
                      <a:cubicBezTo>
                        <a:pt x="0" y="162956"/>
                        <a:pt x="3731" y="166688"/>
                        <a:pt x="8334" y="166688"/>
                      </a:cubicBezTo>
                      <a:lnTo>
                        <a:pt x="158353" y="166688"/>
                      </a:lnTo>
                      <a:cubicBezTo>
                        <a:pt x="162956" y="166688"/>
                        <a:pt x="166688" y="162956"/>
                        <a:pt x="166688" y="158353"/>
                      </a:cubicBezTo>
                      <a:lnTo>
                        <a:pt x="166688" y="8334"/>
                      </a:lnTo>
                      <a:cubicBezTo>
                        <a:pt x="166688" y="3731"/>
                        <a:pt x="162956" y="0"/>
                        <a:pt x="158353" y="0"/>
                      </a:cubicBezTo>
                      <a:close/>
                      <a:moveTo>
                        <a:pt x="108347" y="108347"/>
                      </a:moveTo>
                      <a:lnTo>
                        <a:pt x="58341" y="108347"/>
                      </a:lnTo>
                      <a:lnTo>
                        <a:pt x="58341" y="58341"/>
                      </a:lnTo>
                      <a:lnTo>
                        <a:pt x="108347" y="58341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588669" y="2759869"/>
                  <a:ext cx="233362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233362">
                      <a:moveTo>
                        <a:pt x="141684" y="83344"/>
                      </a:moveTo>
                      <a:lnTo>
                        <a:pt x="91678" y="83344"/>
                      </a:lnTo>
                      <a:cubicBezTo>
                        <a:pt x="87075" y="83344"/>
                        <a:pt x="83344" y="87075"/>
                        <a:pt x="83344" y="91678"/>
                      </a:cubicBezTo>
                      <a:lnTo>
                        <a:pt x="83344" y="141684"/>
                      </a:lnTo>
                      <a:cubicBezTo>
                        <a:pt x="83344" y="146287"/>
                        <a:pt x="87075" y="150019"/>
                        <a:pt x="91678" y="150019"/>
                      </a:cubicBezTo>
                      <a:lnTo>
                        <a:pt x="141684" y="150019"/>
                      </a:lnTo>
                      <a:cubicBezTo>
                        <a:pt x="146287" y="150019"/>
                        <a:pt x="150019" y="146287"/>
                        <a:pt x="150019" y="141684"/>
                      </a:cubicBezTo>
                      <a:lnTo>
                        <a:pt x="150019" y="91678"/>
                      </a:lnTo>
                      <a:cubicBezTo>
                        <a:pt x="150019" y="87075"/>
                        <a:pt x="146287" y="83344"/>
                        <a:pt x="141684" y="83344"/>
                      </a:cubicBezTo>
                      <a:close/>
                      <a:moveTo>
                        <a:pt x="133350" y="133350"/>
                      </a:moveTo>
                      <a:lnTo>
                        <a:pt x="100012" y="133350"/>
                      </a:lnTo>
                      <a:lnTo>
                        <a:pt x="100012" y="100012"/>
                      </a:lnTo>
                      <a:lnTo>
                        <a:pt x="133350" y="100012"/>
                      </a:lnTo>
                      <a:close/>
                      <a:moveTo>
                        <a:pt x="225028" y="133350"/>
                      </a:moveTo>
                      <a:lnTo>
                        <a:pt x="208359" y="133350"/>
                      </a:lnTo>
                      <a:lnTo>
                        <a:pt x="208359" y="100012"/>
                      </a:lnTo>
                      <a:lnTo>
                        <a:pt x="225028" y="100012"/>
                      </a:lnTo>
                      <a:cubicBezTo>
                        <a:pt x="229631" y="100012"/>
                        <a:pt x="233362" y="96281"/>
                        <a:pt x="233362" y="91678"/>
                      </a:cubicBezTo>
                      <a:cubicBezTo>
                        <a:pt x="233362" y="87075"/>
                        <a:pt x="229631" y="83344"/>
                        <a:pt x="225028" y="83344"/>
                      </a:cubicBezTo>
                      <a:lnTo>
                        <a:pt x="208359" y="83344"/>
                      </a:lnTo>
                      <a:lnTo>
                        <a:pt x="208359" y="41672"/>
                      </a:lnTo>
                      <a:cubicBezTo>
                        <a:pt x="208359" y="32466"/>
                        <a:pt x="200897" y="25003"/>
                        <a:pt x="191691" y="25003"/>
                      </a:cubicBezTo>
                      <a:lnTo>
                        <a:pt x="150019" y="25003"/>
                      </a:lnTo>
                      <a:lnTo>
                        <a:pt x="150019" y="8334"/>
                      </a:lnTo>
                      <a:cubicBezTo>
                        <a:pt x="150019" y="3731"/>
                        <a:pt x="146287" y="0"/>
                        <a:pt x="141684" y="0"/>
                      </a:cubicBezTo>
                      <a:cubicBezTo>
                        <a:pt x="137081" y="0"/>
                        <a:pt x="133350" y="3731"/>
                        <a:pt x="133350" y="8334"/>
                      </a:cubicBezTo>
                      <a:lnTo>
                        <a:pt x="133350" y="25003"/>
                      </a:lnTo>
                      <a:lnTo>
                        <a:pt x="100012" y="25003"/>
                      </a:lnTo>
                      <a:lnTo>
                        <a:pt x="100012" y="8334"/>
                      </a:lnTo>
                      <a:cubicBezTo>
                        <a:pt x="100012" y="3731"/>
                        <a:pt x="96281" y="0"/>
                        <a:pt x="91678" y="0"/>
                      </a:cubicBezTo>
                      <a:cubicBezTo>
                        <a:pt x="87075" y="0"/>
                        <a:pt x="83344" y="3731"/>
                        <a:pt x="83344" y="8334"/>
                      </a:cubicBezTo>
                      <a:lnTo>
                        <a:pt x="83344" y="25003"/>
                      </a:lnTo>
                      <a:lnTo>
                        <a:pt x="41672" y="25003"/>
                      </a:lnTo>
                      <a:cubicBezTo>
                        <a:pt x="32466" y="25003"/>
                        <a:pt x="25003" y="32466"/>
                        <a:pt x="25003" y="41672"/>
                      </a:cubicBezTo>
                      <a:lnTo>
                        <a:pt x="25003" y="83344"/>
                      </a:lnTo>
                      <a:lnTo>
                        <a:pt x="8334" y="83344"/>
                      </a:lnTo>
                      <a:cubicBezTo>
                        <a:pt x="3731" y="83344"/>
                        <a:pt x="0" y="87075"/>
                        <a:pt x="0" y="91678"/>
                      </a:cubicBezTo>
                      <a:cubicBezTo>
                        <a:pt x="0" y="96281"/>
                        <a:pt x="3731" y="100012"/>
                        <a:pt x="8334" y="100012"/>
                      </a:cubicBezTo>
                      <a:lnTo>
                        <a:pt x="25003" y="100012"/>
                      </a:lnTo>
                      <a:lnTo>
                        <a:pt x="25003" y="133350"/>
                      </a:lnTo>
                      <a:lnTo>
                        <a:pt x="8334" y="133350"/>
                      </a:lnTo>
                      <a:cubicBezTo>
                        <a:pt x="3731" y="133350"/>
                        <a:pt x="0" y="137081"/>
                        <a:pt x="0" y="141684"/>
                      </a:cubicBezTo>
                      <a:cubicBezTo>
                        <a:pt x="0" y="146287"/>
                        <a:pt x="3731" y="150019"/>
                        <a:pt x="8334" y="150019"/>
                      </a:cubicBezTo>
                      <a:lnTo>
                        <a:pt x="25003" y="150019"/>
                      </a:lnTo>
                      <a:lnTo>
                        <a:pt x="25003" y="191691"/>
                      </a:lnTo>
                      <a:cubicBezTo>
                        <a:pt x="25003" y="200897"/>
                        <a:pt x="32466" y="208359"/>
                        <a:pt x="41672" y="208359"/>
                      </a:cubicBezTo>
                      <a:lnTo>
                        <a:pt x="83344" y="208359"/>
                      </a:lnTo>
                      <a:lnTo>
                        <a:pt x="83344" y="225028"/>
                      </a:lnTo>
                      <a:cubicBezTo>
                        <a:pt x="83344" y="229631"/>
                        <a:pt x="87075" y="233362"/>
                        <a:pt x="91678" y="233362"/>
                      </a:cubicBezTo>
                      <a:cubicBezTo>
                        <a:pt x="96281" y="233362"/>
                        <a:pt x="100012" y="229631"/>
                        <a:pt x="100012" y="225028"/>
                      </a:cubicBezTo>
                      <a:lnTo>
                        <a:pt x="100012" y="208359"/>
                      </a:lnTo>
                      <a:lnTo>
                        <a:pt x="133350" y="208359"/>
                      </a:lnTo>
                      <a:lnTo>
                        <a:pt x="133350" y="225028"/>
                      </a:lnTo>
                      <a:cubicBezTo>
                        <a:pt x="133350" y="229631"/>
                        <a:pt x="137081" y="233362"/>
                        <a:pt x="141684" y="233362"/>
                      </a:cubicBezTo>
                      <a:cubicBezTo>
                        <a:pt x="146287" y="233362"/>
                        <a:pt x="150019" y="229631"/>
                        <a:pt x="150019" y="225028"/>
                      </a:cubicBezTo>
                      <a:lnTo>
                        <a:pt x="150019" y="208359"/>
                      </a:lnTo>
                      <a:lnTo>
                        <a:pt x="191691" y="208359"/>
                      </a:lnTo>
                      <a:cubicBezTo>
                        <a:pt x="200897" y="208359"/>
                        <a:pt x="208359" y="200897"/>
                        <a:pt x="208359" y="191691"/>
                      </a:cubicBezTo>
                      <a:lnTo>
                        <a:pt x="208359" y="150019"/>
                      </a:lnTo>
                      <a:lnTo>
                        <a:pt x="225028" y="150019"/>
                      </a:lnTo>
                      <a:cubicBezTo>
                        <a:pt x="229631" y="150019"/>
                        <a:pt x="233362" y="146287"/>
                        <a:pt x="233362" y="141684"/>
                      </a:cubicBezTo>
                      <a:cubicBezTo>
                        <a:pt x="233362" y="137081"/>
                        <a:pt x="229631" y="133350"/>
                        <a:pt x="225028" y="133350"/>
                      </a:cubicBezTo>
                      <a:close/>
                      <a:moveTo>
                        <a:pt x="191691" y="191691"/>
                      </a:moveTo>
                      <a:lnTo>
                        <a:pt x="41672" y="191691"/>
                      </a:lnTo>
                      <a:lnTo>
                        <a:pt x="41672" y="41672"/>
                      </a:lnTo>
                      <a:lnTo>
                        <a:pt x="191691" y="41672"/>
                      </a:lnTo>
                      <a:lnTo>
                        <a:pt x="191691" y="141549"/>
                      </a:lnTo>
                      <a:cubicBezTo>
                        <a:pt x="191691" y="141549"/>
                        <a:pt x="191691" y="141643"/>
                        <a:pt x="191691" y="141684"/>
                      </a:cubicBezTo>
                      <a:cubicBezTo>
                        <a:pt x="191691" y="141726"/>
                        <a:pt x="191691" y="141778"/>
                        <a:pt x="191691" y="141820"/>
                      </a:cubicBezTo>
                      <a:lnTo>
                        <a:pt x="191691" y="191691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4953000" y="2790825"/>
                <a:ext cx="12562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HuggingFace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962525" y="3081338"/>
                <a:ext cx="8541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EMBEDDING MODEL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59618" y="3304699"/>
                <a:ext cx="29631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paraphrase-multilingual · MiniLM-L12-v2 · CPU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90600" y="3600450"/>
              <a:ext cx="3523441" cy="990600"/>
              <a:chOff x="990600" y="3600450"/>
              <a:chExt cx="3523441" cy="9906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90600" y="3600450"/>
                <a:ext cx="320040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1246577" y="3849865"/>
                <a:ext cx="250039" cy="216736"/>
                <a:chOff x="1246577" y="3849865"/>
                <a:chExt cx="250039" cy="216736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254874" y="3862388"/>
                  <a:ext cx="233414" cy="191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414" h="191691">
                      <a:moveTo>
                        <a:pt x="233407" y="95845"/>
                      </a:moveTo>
                      <a:cubicBezTo>
                        <a:pt x="233414" y="117043"/>
                        <a:pt x="220055" y="135942"/>
                        <a:pt x="200070" y="143007"/>
                      </a:cubicBezTo>
                      <a:lnTo>
                        <a:pt x="200070" y="143007"/>
                      </a:lnTo>
                      <a:lnTo>
                        <a:pt x="200070" y="150019"/>
                      </a:lnTo>
                      <a:cubicBezTo>
                        <a:pt x="200070" y="173033"/>
                        <a:pt x="181413" y="191691"/>
                        <a:pt x="158398" y="191691"/>
                      </a:cubicBezTo>
                      <a:cubicBezTo>
                        <a:pt x="135383" y="191691"/>
                        <a:pt x="116726" y="173033"/>
                        <a:pt x="116726" y="150019"/>
                      </a:cubicBezTo>
                      <a:cubicBezTo>
                        <a:pt x="116726" y="173033"/>
                        <a:pt x="98069" y="191691"/>
                        <a:pt x="75054" y="191691"/>
                      </a:cubicBezTo>
                      <a:cubicBezTo>
                        <a:pt x="52039" y="191691"/>
                        <a:pt x="33382" y="173033"/>
                        <a:pt x="33382" y="150019"/>
                      </a:cubicBezTo>
                      <a:lnTo>
                        <a:pt x="33382" y="143007"/>
                      </a:lnTo>
                      <a:lnTo>
                        <a:pt x="33382" y="143007"/>
                      </a:lnTo>
                      <a:cubicBezTo>
                        <a:pt x="13379" y="135957"/>
                        <a:pt x="0" y="117055"/>
                        <a:pt x="0" y="95845"/>
                      </a:cubicBezTo>
                      <a:cubicBezTo>
                        <a:pt x="0" y="74636"/>
                        <a:pt x="13379" y="55734"/>
                        <a:pt x="33382" y="48683"/>
                      </a:cubicBezTo>
                      <a:lnTo>
                        <a:pt x="33382" y="41672"/>
                      </a:lnTo>
                      <a:cubicBezTo>
                        <a:pt x="33382" y="18657"/>
                        <a:pt x="52039" y="0"/>
                        <a:pt x="75054" y="0"/>
                      </a:cubicBezTo>
                      <a:cubicBezTo>
                        <a:pt x="98069" y="0"/>
                        <a:pt x="116726" y="18657"/>
                        <a:pt x="116726" y="41672"/>
                      </a:cubicBezTo>
                      <a:cubicBezTo>
                        <a:pt x="116726" y="18657"/>
                        <a:pt x="135383" y="0"/>
                        <a:pt x="158398" y="0"/>
                      </a:cubicBezTo>
                      <a:cubicBezTo>
                        <a:pt x="181413" y="0"/>
                        <a:pt x="200070" y="18657"/>
                        <a:pt x="200070" y="41672"/>
                      </a:cubicBezTo>
                      <a:lnTo>
                        <a:pt x="200070" y="48683"/>
                      </a:lnTo>
                      <a:cubicBezTo>
                        <a:pt x="220055" y="55749"/>
                        <a:pt x="233414" y="74648"/>
                        <a:pt x="233407" y="9584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246577" y="3849865"/>
                  <a:ext cx="250039" cy="21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9" h="216736">
                      <a:moveTo>
                        <a:pt x="250039" y="108368"/>
                      </a:moveTo>
                      <a:cubicBezTo>
                        <a:pt x="250017" y="85837"/>
                        <a:pt x="237047" y="65324"/>
                        <a:pt x="216702" y="55643"/>
                      </a:cubicBezTo>
                      <a:lnTo>
                        <a:pt x="216702" y="54195"/>
                      </a:lnTo>
                      <a:cubicBezTo>
                        <a:pt x="216682" y="32145"/>
                        <a:pt x="202223" y="12711"/>
                        <a:pt x="181109" y="6356"/>
                      </a:cubicBezTo>
                      <a:cubicBezTo>
                        <a:pt x="159996" y="0"/>
                        <a:pt x="137212" y="8223"/>
                        <a:pt x="125023" y="26597"/>
                      </a:cubicBezTo>
                      <a:cubicBezTo>
                        <a:pt x="112835" y="8223"/>
                        <a:pt x="90051" y="0"/>
                        <a:pt x="68937" y="6356"/>
                      </a:cubicBezTo>
                      <a:cubicBezTo>
                        <a:pt x="47824" y="12711"/>
                        <a:pt x="33365" y="32145"/>
                        <a:pt x="33345" y="54195"/>
                      </a:cubicBezTo>
                      <a:lnTo>
                        <a:pt x="33345" y="55643"/>
                      </a:lnTo>
                      <a:cubicBezTo>
                        <a:pt x="12981" y="65299"/>
                        <a:pt x="0" y="85820"/>
                        <a:pt x="0" y="108358"/>
                      </a:cubicBezTo>
                      <a:cubicBezTo>
                        <a:pt x="0" y="130895"/>
                        <a:pt x="12981" y="151417"/>
                        <a:pt x="33345" y="161073"/>
                      </a:cubicBezTo>
                      <a:lnTo>
                        <a:pt x="33345" y="162542"/>
                      </a:lnTo>
                      <a:cubicBezTo>
                        <a:pt x="33365" y="184591"/>
                        <a:pt x="47824" y="204025"/>
                        <a:pt x="68937" y="210381"/>
                      </a:cubicBezTo>
                      <a:cubicBezTo>
                        <a:pt x="90051" y="216736"/>
                        <a:pt x="112835" y="208513"/>
                        <a:pt x="125023" y="190139"/>
                      </a:cubicBezTo>
                      <a:cubicBezTo>
                        <a:pt x="137212" y="208513"/>
                        <a:pt x="159996" y="216736"/>
                        <a:pt x="181109" y="210381"/>
                      </a:cubicBezTo>
                      <a:cubicBezTo>
                        <a:pt x="202223" y="204025"/>
                        <a:pt x="216682" y="184591"/>
                        <a:pt x="216702" y="162542"/>
                      </a:cubicBezTo>
                      <a:lnTo>
                        <a:pt x="216702" y="161073"/>
                      </a:lnTo>
                      <a:cubicBezTo>
                        <a:pt x="237043" y="151398"/>
                        <a:pt x="250014" y="130893"/>
                        <a:pt x="250039" y="108368"/>
                      </a:cubicBezTo>
                      <a:close/>
                      <a:moveTo>
                        <a:pt x="83352" y="195879"/>
                      </a:moveTo>
                      <a:cubicBezTo>
                        <a:pt x="66329" y="195877"/>
                        <a:pt x="52042" y="183050"/>
                        <a:pt x="50212" y="166125"/>
                      </a:cubicBezTo>
                      <a:cubicBezTo>
                        <a:pt x="52907" y="166510"/>
                        <a:pt x="55626" y="166705"/>
                        <a:pt x="58348" y="166709"/>
                      </a:cubicBezTo>
                      <a:lnTo>
                        <a:pt x="66683" y="166709"/>
                      </a:lnTo>
                      <a:cubicBezTo>
                        <a:pt x="71286" y="166709"/>
                        <a:pt x="75017" y="162977"/>
                        <a:pt x="75017" y="158374"/>
                      </a:cubicBezTo>
                      <a:cubicBezTo>
                        <a:pt x="75017" y="153771"/>
                        <a:pt x="71286" y="150040"/>
                        <a:pt x="66683" y="150040"/>
                      </a:cubicBezTo>
                      <a:lnTo>
                        <a:pt x="58348" y="150040"/>
                      </a:lnTo>
                      <a:cubicBezTo>
                        <a:pt x="38033" y="150064"/>
                        <a:pt x="20661" y="135435"/>
                        <a:pt x="17227" y="115412"/>
                      </a:cubicBezTo>
                      <a:cubicBezTo>
                        <a:pt x="13794" y="95389"/>
                        <a:pt x="25299" y="75807"/>
                        <a:pt x="44461" y="69061"/>
                      </a:cubicBezTo>
                      <a:cubicBezTo>
                        <a:pt x="47789" y="67883"/>
                        <a:pt x="50013" y="64736"/>
                        <a:pt x="50014" y="61206"/>
                      </a:cubicBezTo>
                      <a:lnTo>
                        <a:pt x="50014" y="54195"/>
                      </a:lnTo>
                      <a:cubicBezTo>
                        <a:pt x="50014" y="35783"/>
                        <a:pt x="64940" y="20857"/>
                        <a:pt x="83352" y="20857"/>
                      </a:cubicBezTo>
                      <a:cubicBezTo>
                        <a:pt x="101763" y="20857"/>
                        <a:pt x="116689" y="35783"/>
                        <a:pt x="116689" y="54195"/>
                      </a:cubicBezTo>
                      <a:lnTo>
                        <a:pt x="116689" y="125308"/>
                      </a:lnTo>
                      <a:cubicBezTo>
                        <a:pt x="107537" y="117076"/>
                        <a:pt x="95661" y="112526"/>
                        <a:pt x="83352" y="112535"/>
                      </a:cubicBezTo>
                      <a:cubicBezTo>
                        <a:pt x="78749" y="112535"/>
                        <a:pt x="75017" y="116267"/>
                        <a:pt x="75017" y="120870"/>
                      </a:cubicBezTo>
                      <a:cubicBezTo>
                        <a:pt x="75017" y="125473"/>
                        <a:pt x="78749" y="129204"/>
                        <a:pt x="83352" y="129204"/>
                      </a:cubicBezTo>
                      <a:cubicBezTo>
                        <a:pt x="101763" y="129204"/>
                        <a:pt x="116689" y="144130"/>
                        <a:pt x="116689" y="162542"/>
                      </a:cubicBezTo>
                      <a:cubicBezTo>
                        <a:pt x="116689" y="180953"/>
                        <a:pt x="101763" y="195879"/>
                        <a:pt x="83352" y="195879"/>
                      </a:cubicBezTo>
                      <a:close/>
                      <a:moveTo>
                        <a:pt x="191698" y="150040"/>
                      </a:moveTo>
                      <a:lnTo>
                        <a:pt x="183364" y="150040"/>
                      </a:lnTo>
                      <a:cubicBezTo>
                        <a:pt x="178761" y="150040"/>
                        <a:pt x="175030" y="153771"/>
                        <a:pt x="175030" y="158374"/>
                      </a:cubicBezTo>
                      <a:cubicBezTo>
                        <a:pt x="175030" y="162977"/>
                        <a:pt x="178761" y="166709"/>
                        <a:pt x="183364" y="166709"/>
                      </a:cubicBezTo>
                      <a:lnTo>
                        <a:pt x="191698" y="166709"/>
                      </a:lnTo>
                      <a:cubicBezTo>
                        <a:pt x="194421" y="166705"/>
                        <a:pt x="197140" y="166510"/>
                        <a:pt x="199835" y="166125"/>
                      </a:cubicBezTo>
                      <a:cubicBezTo>
                        <a:pt x="197906" y="183968"/>
                        <a:pt x="182198" y="197081"/>
                        <a:pt x="164297" y="195793"/>
                      </a:cubicBezTo>
                      <a:cubicBezTo>
                        <a:pt x="146397" y="194505"/>
                        <a:pt x="132729" y="179277"/>
                        <a:pt x="133375" y="161342"/>
                      </a:cubicBezTo>
                      <a:cubicBezTo>
                        <a:pt x="134021" y="143407"/>
                        <a:pt x="148749" y="129201"/>
                        <a:pt x="166695" y="129204"/>
                      </a:cubicBezTo>
                      <a:cubicBezTo>
                        <a:pt x="171298" y="129204"/>
                        <a:pt x="175030" y="125473"/>
                        <a:pt x="175030" y="120870"/>
                      </a:cubicBezTo>
                      <a:cubicBezTo>
                        <a:pt x="175030" y="116267"/>
                        <a:pt x="171298" y="112535"/>
                        <a:pt x="166695" y="112535"/>
                      </a:cubicBezTo>
                      <a:cubicBezTo>
                        <a:pt x="154386" y="112526"/>
                        <a:pt x="142510" y="117076"/>
                        <a:pt x="133358" y="125308"/>
                      </a:cubicBezTo>
                      <a:lnTo>
                        <a:pt x="133358" y="54195"/>
                      </a:lnTo>
                      <a:cubicBezTo>
                        <a:pt x="133358" y="35783"/>
                        <a:pt x="148284" y="20857"/>
                        <a:pt x="166695" y="20857"/>
                      </a:cubicBezTo>
                      <a:cubicBezTo>
                        <a:pt x="185107" y="20857"/>
                        <a:pt x="200033" y="35783"/>
                        <a:pt x="200033" y="54195"/>
                      </a:cubicBezTo>
                      <a:lnTo>
                        <a:pt x="200033" y="61206"/>
                      </a:lnTo>
                      <a:cubicBezTo>
                        <a:pt x="200033" y="64736"/>
                        <a:pt x="202258" y="67883"/>
                        <a:pt x="205586" y="69061"/>
                      </a:cubicBezTo>
                      <a:cubicBezTo>
                        <a:pt x="224748" y="75807"/>
                        <a:pt x="236253" y="95389"/>
                        <a:pt x="232819" y="115412"/>
                      </a:cubicBezTo>
                      <a:cubicBezTo>
                        <a:pt x="229386" y="135435"/>
                        <a:pt x="212014" y="150064"/>
                        <a:pt x="191698" y="150040"/>
                      </a:cubicBezTo>
                      <a:close/>
                      <a:moveTo>
                        <a:pt x="208367" y="95867"/>
                      </a:moveTo>
                      <a:cubicBezTo>
                        <a:pt x="208367" y="100469"/>
                        <a:pt x="204636" y="104201"/>
                        <a:pt x="200033" y="104201"/>
                      </a:cubicBezTo>
                      <a:lnTo>
                        <a:pt x="195866" y="104201"/>
                      </a:lnTo>
                      <a:cubicBezTo>
                        <a:pt x="175152" y="104201"/>
                        <a:pt x="158361" y="87409"/>
                        <a:pt x="158361" y="66696"/>
                      </a:cubicBezTo>
                      <a:lnTo>
                        <a:pt x="158361" y="62529"/>
                      </a:lnTo>
                      <a:cubicBezTo>
                        <a:pt x="158361" y="57926"/>
                        <a:pt x="162092" y="54195"/>
                        <a:pt x="166695" y="54195"/>
                      </a:cubicBezTo>
                      <a:cubicBezTo>
                        <a:pt x="171298" y="54195"/>
                        <a:pt x="175030" y="57926"/>
                        <a:pt x="175030" y="62529"/>
                      </a:cubicBezTo>
                      <a:lnTo>
                        <a:pt x="175030" y="66696"/>
                      </a:lnTo>
                      <a:cubicBezTo>
                        <a:pt x="175030" y="78204"/>
                        <a:pt x="184358" y="87532"/>
                        <a:pt x="195866" y="87532"/>
                      </a:cubicBezTo>
                      <a:lnTo>
                        <a:pt x="200033" y="87532"/>
                      </a:lnTo>
                      <a:cubicBezTo>
                        <a:pt x="204636" y="87532"/>
                        <a:pt x="208367" y="91264"/>
                        <a:pt x="208367" y="95867"/>
                      </a:cubicBezTo>
                      <a:close/>
                      <a:moveTo>
                        <a:pt x="54181" y="104201"/>
                      </a:moveTo>
                      <a:lnTo>
                        <a:pt x="50014" y="104201"/>
                      </a:lnTo>
                      <a:cubicBezTo>
                        <a:pt x="45411" y="104201"/>
                        <a:pt x="41680" y="100469"/>
                        <a:pt x="41680" y="95867"/>
                      </a:cubicBezTo>
                      <a:cubicBezTo>
                        <a:pt x="41680" y="91264"/>
                        <a:pt x="45411" y="87532"/>
                        <a:pt x="50014" y="87532"/>
                      </a:cubicBezTo>
                      <a:lnTo>
                        <a:pt x="54181" y="87532"/>
                      </a:lnTo>
                      <a:cubicBezTo>
                        <a:pt x="65689" y="87532"/>
                        <a:pt x="75017" y="78204"/>
                        <a:pt x="75017" y="66696"/>
                      </a:cubicBezTo>
                      <a:lnTo>
                        <a:pt x="75017" y="62529"/>
                      </a:lnTo>
                      <a:cubicBezTo>
                        <a:pt x="75017" y="57926"/>
                        <a:pt x="78749" y="54195"/>
                        <a:pt x="83352" y="54195"/>
                      </a:cubicBezTo>
                      <a:cubicBezTo>
                        <a:pt x="87955" y="54195"/>
                        <a:pt x="91686" y="57926"/>
                        <a:pt x="91686" y="62529"/>
                      </a:cubicBezTo>
                      <a:lnTo>
                        <a:pt x="91686" y="66696"/>
                      </a:lnTo>
                      <a:cubicBezTo>
                        <a:pt x="91686" y="87409"/>
                        <a:pt x="74895" y="104201"/>
                        <a:pt x="54181" y="10420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619250" y="3876675"/>
                <a:ext cx="14137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DeepSeek LLM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628775" y="4167188"/>
                <a:ext cx="11091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LARGE LANGUAGE MODEL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225868" y="4390549"/>
                <a:ext cx="32881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/v1 endpoint · temperature=0.3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324350" y="3600450"/>
              <a:ext cx="3105150" cy="990600"/>
              <a:chOff x="4324350" y="3600450"/>
              <a:chExt cx="3105150" cy="9906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324350" y="3600450"/>
                <a:ext cx="310515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595549" y="3852427"/>
                <a:ext cx="218148" cy="218320"/>
                <a:chOff x="4595549" y="3852427"/>
                <a:chExt cx="218148" cy="21832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595549" y="3852427"/>
                  <a:ext cx="200437" cy="19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37" h="190931">
                      <a:moveTo>
                        <a:pt x="200437" y="152384"/>
                      </a:moveTo>
                      <a:cubicBezTo>
                        <a:pt x="193248" y="167708"/>
                        <a:pt x="182304" y="180968"/>
                        <a:pt x="168620" y="190931"/>
                      </a:cubicBezTo>
                      <a:lnTo>
                        <a:pt x="158869" y="181169"/>
                      </a:lnTo>
                      <a:cubicBezTo>
                        <a:pt x="157824" y="180120"/>
                        <a:pt x="156519" y="179369"/>
                        <a:pt x="155087" y="178992"/>
                      </a:cubicBezTo>
                      <a:lnTo>
                        <a:pt x="132720" y="173095"/>
                      </a:lnTo>
                      <a:cubicBezTo>
                        <a:pt x="128615" y="172015"/>
                        <a:pt x="125977" y="168023"/>
                        <a:pt x="126594" y="163823"/>
                      </a:cubicBezTo>
                      <a:lnTo>
                        <a:pt x="129074" y="146946"/>
                      </a:lnTo>
                      <a:cubicBezTo>
                        <a:pt x="129500" y="144050"/>
                        <a:pt x="131414" y="141591"/>
                        <a:pt x="134116" y="140466"/>
                      </a:cubicBezTo>
                      <a:lnTo>
                        <a:pt x="165849" y="127277"/>
                      </a:lnTo>
                      <a:cubicBezTo>
                        <a:pt x="168842" y="126035"/>
                        <a:pt x="172284" y="126640"/>
                        <a:pt x="174673" y="128829"/>
                      </a:cubicBezTo>
                      <a:close/>
                      <a:moveTo>
                        <a:pt x="143023" y="86011"/>
                      </a:moveTo>
                      <a:lnTo>
                        <a:pt x="166120" y="59133"/>
                      </a:lnTo>
                      <a:cubicBezTo>
                        <a:pt x="167419" y="57626"/>
                        <a:pt x="168135" y="55705"/>
                        <a:pt x="168141" y="53716"/>
                      </a:cubicBezTo>
                      <a:lnTo>
                        <a:pt x="168141" y="28712"/>
                      </a:lnTo>
                      <a:cubicBezTo>
                        <a:pt x="128220" y="0"/>
                        <a:pt x="73349" y="4569"/>
                        <a:pt x="38725" y="39488"/>
                      </a:cubicBezTo>
                      <a:cubicBezTo>
                        <a:pt x="4102" y="74407"/>
                        <a:pt x="0" y="129315"/>
                        <a:pt x="29051" y="168990"/>
                      </a:cubicBezTo>
                      <a:lnTo>
                        <a:pt x="39385" y="162198"/>
                      </a:lnTo>
                      <a:cubicBezTo>
                        <a:pt x="41710" y="160662"/>
                        <a:pt x="43113" y="158066"/>
                        <a:pt x="43126" y="155280"/>
                      </a:cubicBezTo>
                      <a:lnTo>
                        <a:pt x="43344" y="117536"/>
                      </a:lnTo>
                      <a:cubicBezTo>
                        <a:pt x="43356" y="115900"/>
                        <a:pt x="43844" y="114303"/>
                        <a:pt x="44751" y="112942"/>
                      </a:cubicBezTo>
                      <a:lnTo>
                        <a:pt x="66566" y="80333"/>
                      </a:lnTo>
                      <a:cubicBezTo>
                        <a:pt x="67830" y="78457"/>
                        <a:pt x="69802" y="77176"/>
                        <a:pt x="72030" y="76783"/>
                      </a:cubicBezTo>
                      <a:cubicBezTo>
                        <a:pt x="74258" y="76390"/>
                        <a:pt x="76550" y="76919"/>
                        <a:pt x="78380" y="78250"/>
                      </a:cubicBezTo>
                      <a:lnTo>
                        <a:pt x="99018" y="91793"/>
                      </a:lnTo>
                      <a:cubicBezTo>
                        <a:pt x="100756" y="93045"/>
                        <a:pt x="102906" y="93585"/>
                        <a:pt x="105029" y="93304"/>
                      </a:cubicBezTo>
                      <a:lnTo>
                        <a:pt x="137804" y="88866"/>
                      </a:lnTo>
                      <a:cubicBezTo>
                        <a:pt x="139836" y="88589"/>
                        <a:pt x="141694" y="87572"/>
                        <a:pt x="143023" y="86011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597003" y="3854053"/>
                  <a:ext cx="216694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16694">
                      <a:moveTo>
                        <a:pt x="108347" y="0"/>
                      </a:moveTo>
                      <a:cubicBezTo>
                        <a:pt x="48509" y="0"/>
                        <a:pt x="0" y="48509"/>
                        <a:pt x="0" y="108347"/>
                      </a:cubicBezTo>
                      <a:cubicBezTo>
                        <a:pt x="0" y="168185"/>
                        <a:pt x="48509" y="216694"/>
                        <a:pt x="108347" y="216694"/>
                      </a:cubicBezTo>
                      <a:cubicBezTo>
                        <a:pt x="168185" y="216694"/>
                        <a:pt x="216694" y="168185"/>
                        <a:pt x="216694" y="108347"/>
                      </a:cubicBezTo>
                      <a:cubicBezTo>
                        <a:pt x="216631" y="48535"/>
                        <a:pt x="168159" y="63"/>
                        <a:pt x="108347" y="0"/>
                      </a:cubicBezTo>
                      <a:close/>
                      <a:moveTo>
                        <a:pt x="108347" y="16669"/>
                      </a:moveTo>
                      <a:cubicBezTo>
                        <a:pt x="126109" y="16650"/>
                        <a:pt x="143490" y="21821"/>
                        <a:pt x="158353" y="31546"/>
                      </a:cubicBezTo>
                      <a:lnTo>
                        <a:pt x="158353" y="52090"/>
                      </a:lnTo>
                      <a:lnTo>
                        <a:pt x="135256" y="78906"/>
                      </a:lnTo>
                      <a:lnTo>
                        <a:pt x="102471" y="83344"/>
                      </a:lnTo>
                      <a:lnTo>
                        <a:pt x="102148" y="83115"/>
                      </a:lnTo>
                      <a:lnTo>
                        <a:pt x="81656" y="69717"/>
                      </a:lnTo>
                      <a:cubicBezTo>
                        <a:pt x="77986" y="67132"/>
                        <a:pt x="73428" y="66136"/>
                        <a:pt x="69014" y="66956"/>
                      </a:cubicBezTo>
                      <a:cubicBezTo>
                        <a:pt x="64599" y="67775"/>
                        <a:pt x="60703" y="70341"/>
                        <a:pt x="58205" y="74072"/>
                      </a:cubicBezTo>
                      <a:lnTo>
                        <a:pt x="36390" y="106680"/>
                      </a:lnTo>
                      <a:cubicBezTo>
                        <a:pt x="34573" y="109397"/>
                        <a:pt x="33594" y="112589"/>
                        <a:pt x="33577" y="115858"/>
                      </a:cubicBezTo>
                      <a:lnTo>
                        <a:pt x="33338" y="153603"/>
                      </a:lnTo>
                      <a:lnTo>
                        <a:pt x="29931" y="155842"/>
                      </a:lnTo>
                      <a:cubicBezTo>
                        <a:pt x="12784" y="127533"/>
                        <a:pt x="12227" y="92179"/>
                        <a:pt x="28474" y="63344"/>
                      </a:cubicBezTo>
                      <a:cubicBezTo>
                        <a:pt x="44721" y="34508"/>
                        <a:pt x="75249" y="16669"/>
                        <a:pt x="108347" y="16669"/>
                      </a:cubicBezTo>
                      <a:close/>
                      <a:moveTo>
                        <a:pt x="39890" y="169261"/>
                      </a:moveTo>
                      <a:lnTo>
                        <a:pt x="42516" y="167542"/>
                      </a:lnTo>
                      <a:cubicBezTo>
                        <a:pt x="47172" y="164471"/>
                        <a:pt x="49983" y="159274"/>
                        <a:pt x="50006" y="153696"/>
                      </a:cubicBezTo>
                      <a:lnTo>
                        <a:pt x="50225" y="115952"/>
                      </a:lnTo>
                      <a:lnTo>
                        <a:pt x="72061" y="83344"/>
                      </a:lnTo>
                      <a:cubicBezTo>
                        <a:pt x="72168" y="83426"/>
                        <a:pt x="72279" y="83503"/>
                        <a:pt x="72394" y="83573"/>
                      </a:cubicBezTo>
                      <a:lnTo>
                        <a:pt x="92887" y="96981"/>
                      </a:lnTo>
                      <a:cubicBezTo>
                        <a:pt x="96321" y="99405"/>
                        <a:pt x="100546" y="100436"/>
                        <a:pt x="104711" y="99867"/>
                      </a:cubicBezTo>
                      <a:lnTo>
                        <a:pt x="137517" y="95418"/>
                      </a:lnTo>
                      <a:cubicBezTo>
                        <a:pt x="141563" y="94878"/>
                        <a:pt x="145270" y="92873"/>
                        <a:pt x="147935" y="89782"/>
                      </a:cubicBezTo>
                      <a:lnTo>
                        <a:pt x="171032" y="62945"/>
                      </a:lnTo>
                      <a:cubicBezTo>
                        <a:pt x="173615" y="59919"/>
                        <a:pt x="175030" y="56069"/>
                        <a:pt x="175022" y="52090"/>
                      </a:cubicBezTo>
                      <a:lnTo>
                        <a:pt x="175022" y="45495"/>
                      </a:lnTo>
                      <a:cubicBezTo>
                        <a:pt x="197983" y="69787"/>
                        <a:pt x="205878" y="104663"/>
                        <a:pt x="195618" y="136475"/>
                      </a:cubicBezTo>
                      <a:lnTo>
                        <a:pt x="178804" y="121098"/>
                      </a:lnTo>
                      <a:cubicBezTo>
                        <a:pt x="174031" y="116718"/>
                        <a:pt x="167153" y="115499"/>
                        <a:pt x="161166" y="117973"/>
                      </a:cubicBezTo>
                      <a:lnTo>
                        <a:pt x="129433" y="131152"/>
                      </a:lnTo>
                      <a:cubicBezTo>
                        <a:pt x="124036" y="133417"/>
                        <a:pt x="120213" y="138334"/>
                        <a:pt x="119348" y="144122"/>
                      </a:cubicBezTo>
                      <a:lnTo>
                        <a:pt x="116858" y="160989"/>
                      </a:lnTo>
                      <a:cubicBezTo>
                        <a:pt x="115619" y="169395"/>
                        <a:pt x="120901" y="177388"/>
                        <a:pt x="129120" y="179543"/>
                      </a:cubicBezTo>
                      <a:lnTo>
                        <a:pt x="151477" y="185440"/>
                      </a:lnTo>
                      <a:lnTo>
                        <a:pt x="153936" y="187909"/>
                      </a:lnTo>
                      <a:cubicBezTo>
                        <a:pt x="116304" y="209500"/>
                        <a:pt x="68685" y="201714"/>
                        <a:pt x="39890" y="169261"/>
                      </a:cubicBezTo>
                      <a:close/>
                      <a:moveTo>
                        <a:pt x="167729" y="178147"/>
                      </a:moveTo>
                      <a:lnTo>
                        <a:pt x="163250" y="173657"/>
                      </a:lnTo>
                      <a:cubicBezTo>
                        <a:pt x="161160" y="171560"/>
                        <a:pt x="158549" y="170056"/>
                        <a:pt x="155686" y="169302"/>
                      </a:cubicBezTo>
                      <a:lnTo>
                        <a:pt x="133350" y="163406"/>
                      </a:lnTo>
                      <a:lnTo>
                        <a:pt x="135840" y="146539"/>
                      </a:lnTo>
                      <a:lnTo>
                        <a:pt x="167563" y="133350"/>
                      </a:lnTo>
                      <a:lnTo>
                        <a:pt x="188565" y="152602"/>
                      </a:lnTo>
                      <a:cubicBezTo>
                        <a:pt x="183212" y="162301"/>
                        <a:pt x="176154" y="170954"/>
                        <a:pt x="167729" y="178147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53000" y="3876675"/>
                <a:ext cx="1193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962525" y="4167188"/>
                <a:ext cx="103417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WEB SEARCH FALLBACK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559618" y="4390549"/>
                <a:ext cx="25795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html/lite 双后端 · 重试保护 · 无需 API Key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90600" y="4686300"/>
              <a:ext cx="3200400" cy="990600"/>
              <a:chOff x="990600" y="4686300"/>
              <a:chExt cx="3200400" cy="9906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990600" y="4686300"/>
                <a:ext cx="320040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1263253" y="4939903"/>
                <a:ext cx="216694" cy="216694"/>
                <a:chOff x="1263253" y="4939903"/>
                <a:chExt cx="216694" cy="216694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1271588" y="49482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200025" y="100012"/>
                      </a:moveTo>
                      <a:cubicBezTo>
                        <a:pt x="200025" y="155248"/>
                        <a:pt x="155248" y="200025"/>
                        <a:pt x="100012" y="200025"/>
                      </a:cubicBezTo>
                      <a:cubicBezTo>
                        <a:pt x="44777" y="200025"/>
                        <a:pt x="0" y="155248"/>
                        <a:pt x="0" y="100012"/>
                      </a:cubicBezTo>
                      <a:cubicBezTo>
                        <a:pt x="0" y="44777"/>
                        <a:pt x="44777" y="0"/>
                        <a:pt x="100012" y="0"/>
                      </a:cubicBezTo>
                      <a:cubicBezTo>
                        <a:pt x="155248" y="0"/>
                        <a:pt x="200025" y="44777"/>
                        <a:pt x="200025" y="100012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263253" y="4939903"/>
                  <a:ext cx="216694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16694">
                      <a:moveTo>
                        <a:pt x="155915" y="77447"/>
                      </a:moveTo>
                      <a:cubicBezTo>
                        <a:pt x="157480" y="79010"/>
                        <a:pt x="158360" y="81132"/>
                        <a:pt x="158360" y="83344"/>
                      </a:cubicBezTo>
                      <a:cubicBezTo>
                        <a:pt x="158360" y="85556"/>
                        <a:pt x="157480" y="87677"/>
                        <a:pt x="155915" y="89240"/>
                      </a:cubicBezTo>
                      <a:lnTo>
                        <a:pt x="97575" y="147581"/>
                      </a:lnTo>
                      <a:cubicBezTo>
                        <a:pt x="96011" y="149146"/>
                        <a:pt x="93890" y="150025"/>
                        <a:pt x="91678" y="150025"/>
                      </a:cubicBezTo>
                      <a:cubicBezTo>
                        <a:pt x="89466" y="150025"/>
                        <a:pt x="87345" y="149146"/>
                        <a:pt x="85782" y="147581"/>
                      </a:cubicBezTo>
                      <a:lnTo>
                        <a:pt x="60778" y="122578"/>
                      </a:lnTo>
                      <a:cubicBezTo>
                        <a:pt x="57522" y="119321"/>
                        <a:pt x="57522" y="114041"/>
                        <a:pt x="60778" y="110785"/>
                      </a:cubicBezTo>
                      <a:cubicBezTo>
                        <a:pt x="64035" y="107528"/>
                        <a:pt x="69315" y="107528"/>
                        <a:pt x="72572" y="110785"/>
                      </a:cubicBezTo>
                      <a:lnTo>
                        <a:pt x="91678" y="129902"/>
                      </a:lnTo>
                      <a:lnTo>
                        <a:pt x="144122" y="77447"/>
                      </a:lnTo>
                      <a:cubicBezTo>
                        <a:pt x="145685" y="75882"/>
                        <a:pt x="147807" y="75003"/>
                        <a:pt x="150019" y="75003"/>
                      </a:cubicBezTo>
                      <a:cubicBezTo>
                        <a:pt x="152231" y="75003"/>
                        <a:pt x="154352" y="75882"/>
                        <a:pt x="155915" y="77447"/>
                      </a:cubicBezTo>
                      <a:close/>
                      <a:moveTo>
                        <a:pt x="216694" y="108347"/>
                      </a:moveTo>
                      <a:cubicBezTo>
                        <a:pt x="216694" y="168185"/>
                        <a:pt x="168185" y="216694"/>
                        <a:pt x="108347" y="216694"/>
                      </a:cubicBezTo>
                      <a:cubicBezTo>
                        <a:pt x="48509" y="216694"/>
                        <a:pt x="0" y="168185"/>
                        <a:pt x="0" y="108347"/>
                      </a:cubicBezTo>
                      <a:cubicBezTo>
                        <a:pt x="0" y="48509"/>
                        <a:pt x="48509" y="0"/>
                        <a:pt x="108347" y="0"/>
                      </a:cubicBezTo>
                      <a:cubicBezTo>
                        <a:pt x="168159" y="63"/>
                        <a:pt x="216631" y="48535"/>
                        <a:pt x="216694" y="108347"/>
                      </a:cubicBezTo>
                      <a:close/>
                      <a:moveTo>
                        <a:pt x="200025" y="108347"/>
                      </a:moveTo>
                      <a:cubicBezTo>
                        <a:pt x="200025" y="57714"/>
                        <a:pt x="158979" y="16669"/>
                        <a:pt x="108347" y="16669"/>
                      </a:cubicBezTo>
                      <a:cubicBezTo>
                        <a:pt x="57714" y="16669"/>
                        <a:pt x="16669" y="57714"/>
                        <a:pt x="16669" y="108347"/>
                      </a:cubicBezTo>
                      <a:cubicBezTo>
                        <a:pt x="16669" y="158979"/>
                        <a:pt x="57714" y="200025"/>
                        <a:pt x="108347" y="200025"/>
                      </a:cubicBezTo>
                      <a:cubicBezTo>
                        <a:pt x="158956" y="199968"/>
                        <a:pt x="199968" y="158956"/>
                        <a:pt x="200025" y="108347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619250" y="4962525"/>
                <a:ext cx="166580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pytest + dotenv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628775" y="5253038"/>
                <a:ext cx="8191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TESTING &amp; CONFIG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225868" y="5476399"/>
                <a:ext cx="29046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E2E 全流程测试 · tempfile 隔离 · .env 密钥管理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4324350" y="4686300"/>
              <a:ext cx="3744468" cy="990600"/>
              <a:chOff x="4324350" y="4686300"/>
              <a:chExt cx="3744468" cy="9906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4324350" y="4686300"/>
                <a:ext cx="310515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4595934" y="4938834"/>
                <a:ext cx="218862" cy="218862"/>
                <a:chOff x="4595934" y="4938834"/>
                <a:chExt cx="218862" cy="218862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4604692" y="4947571"/>
                  <a:ext cx="201411" cy="20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11" h="201421">
                      <a:moveTo>
                        <a:pt x="183856" y="95658"/>
                      </a:moveTo>
                      <a:lnTo>
                        <a:pt x="201338" y="73780"/>
                      </a:lnTo>
                      <a:cubicBezTo>
                        <a:pt x="198980" y="64917"/>
                        <a:pt x="195452" y="56407"/>
                        <a:pt x="190847" y="48475"/>
                      </a:cubicBezTo>
                      <a:lnTo>
                        <a:pt x="163031" y="45349"/>
                      </a:lnTo>
                      <a:cubicBezTo>
                        <a:pt x="160809" y="42846"/>
                        <a:pt x="158440" y="40477"/>
                        <a:pt x="155936" y="38255"/>
                      </a:cubicBezTo>
                      <a:lnTo>
                        <a:pt x="152811" y="10428"/>
                      </a:lnTo>
                      <a:cubicBezTo>
                        <a:pt x="144870" y="5851"/>
                        <a:pt x="136357" y="2348"/>
                        <a:pt x="127495" y="10"/>
                      </a:cubicBezTo>
                      <a:lnTo>
                        <a:pt x="105617" y="17481"/>
                      </a:lnTo>
                      <a:cubicBezTo>
                        <a:pt x="102273" y="17283"/>
                        <a:pt x="98919" y="17283"/>
                        <a:pt x="95574" y="17481"/>
                      </a:cubicBezTo>
                      <a:lnTo>
                        <a:pt x="73697" y="0"/>
                      </a:lnTo>
                      <a:cubicBezTo>
                        <a:pt x="64862" y="2365"/>
                        <a:pt x="56381" y="5893"/>
                        <a:pt x="48475" y="10491"/>
                      </a:cubicBezTo>
                      <a:lnTo>
                        <a:pt x="45349" y="38307"/>
                      </a:lnTo>
                      <a:cubicBezTo>
                        <a:pt x="42846" y="40529"/>
                        <a:pt x="40477" y="42898"/>
                        <a:pt x="38255" y="45402"/>
                      </a:cubicBezTo>
                      <a:lnTo>
                        <a:pt x="10428" y="48527"/>
                      </a:lnTo>
                      <a:cubicBezTo>
                        <a:pt x="5851" y="56467"/>
                        <a:pt x="2348" y="64980"/>
                        <a:pt x="10" y="73843"/>
                      </a:cubicBezTo>
                      <a:lnTo>
                        <a:pt x="17481" y="95720"/>
                      </a:lnTo>
                      <a:cubicBezTo>
                        <a:pt x="17283" y="99065"/>
                        <a:pt x="17283" y="102419"/>
                        <a:pt x="17481" y="105763"/>
                      </a:cubicBezTo>
                      <a:lnTo>
                        <a:pt x="0" y="127641"/>
                      </a:lnTo>
                      <a:cubicBezTo>
                        <a:pt x="2358" y="136504"/>
                        <a:pt x="5886" y="145014"/>
                        <a:pt x="10491" y="152946"/>
                      </a:cubicBezTo>
                      <a:lnTo>
                        <a:pt x="38307" y="156072"/>
                      </a:lnTo>
                      <a:cubicBezTo>
                        <a:pt x="40529" y="158575"/>
                        <a:pt x="42898" y="160944"/>
                        <a:pt x="45402" y="163166"/>
                      </a:cubicBezTo>
                      <a:lnTo>
                        <a:pt x="48527" y="190993"/>
                      </a:lnTo>
                      <a:cubicBezTo>
                        <a:pt x="56467" y="195570"/>
                        <a:pt x="64980" y="199073"/>
                        <a:pt x="73843" y="201411"/>
                      </a:cubicBezTo>
                      <a:lnTo>
                        <a:pt x="95720" y="183940"/>
                      </a:lnTo>
                      <a:cubicBezTo>
                        <a:pt x="99065" y="184138"/>
                        <a:pt x="102419" y="184138"/>
                        <a:pt x="105763" y="183940"/>
                      </a:cubicBezTo>
                      <a:lnTo>
                        <a:pt x="127641" y="201421"/>
                      </a:lnTo>
                      <a:cubicBezTo>
                        <a:pt x="136504" y="199063"/>
                        <a:pt x="145014" y="195535"/>
                        <a:pt x="152946" y="190930"/>
                      </a:cubicBezTo>
                      <a:lnTo>
                        <a:pt x="156072" y="163114"/>
                      </a:lnTo>
                      <a:cubicBezTo>
                        <a:pt x="158575" y="160892"/>
                        <a:pt x="160944" y="158523"/>
                        <a:pt x="163166" y="156019"/>
                      </a:cubicBezTo>
                      <a:lnTo>
                        <a:pt x="190993" y="152894"/>
                      </a:lnTo>
                      <a:cubicBezTo>
                        <a:pt x="195570" y="144954"/>
                        <a:pt x="199073" y="136441"/>
                        <a:pt x="201411" y="127578"/>
                      </a:cubicBezTo>
                      <a:lnTo>
                        <a:pt x="183940" y="105701"/>
                      </a:lnTo>
                      <a:cubicBezTo>
                        <a:pt x="184110" y="102354"/>
                        <a:pt x="184082" y="99001"/>
                        <a:pt x="183856" y="95658"/>
                      </a:cubicBezTo>
                      <a:close/>
                      <a:moveTo>
                        <a:pt x="100658" y="142351"/>
                      </a:moveTo>
                      <a:cubicBezTo>
                        <a:pt x="77644" y="142351"/>
                        <a:pt x="58987" y="123694"/>
                        <a:pt x="58987" y="100679"/>
                      </a:cubicBezTo>
                      <a:cubicBezTo>
                        <a:pt x="58987" y="77665"/>
                        <a:pt x="77644" y="59007"/>
                        <a:pt x="100658" y="59007"/>
                      </a:cubicBezTo>
                      <a:cubicBezTo>
                        <a:pt x="123673" y="59007"/>
                        <a:pt x="142330" y="77665"/>
                        <a:pt x="142330" y="100679"/>
                      </a:cubicBezTo>
                      <a:cubicBezTo>
                        <a:pt x="142330" y="123694"/>
                        <a:pt x="123673" y="142351"/>
                        <a:pt x="100658" y="142351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595934" y="4938834"/>
                  <a:ext cx="218862" cy="21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862" h="218862">
                      <a:moveTo>
                        <a:pt x="109416" y="59409"/>
                      </a:moveTo>
                      <a:cubicBezTo>
                        <a:pt x="81798" y="59409"/>
                        <a:pt x="59409" y="81798"/>
                        <a:pt x="59409" y="109416"/>
                      </a:cubicBezTo>
                      <a:cubicBezTo>
                        <a:pt x="59409" y="137033"/>
                        <a:pt x="81798" y="159422"/>
                        <a:pt x="109416" y="159422"/>
                      </a:cubicBezTo>
                      <a:cubicBezTo>
                        <a:pt x="137033" y="159422"/>
                        <a:pt x="159422" y="137033"/>
                        <a:pt x="159422" y="109416"/>
                      </a:cubicBezTo>
                      <a:cubicBezTo>
                        <a:pt x="159393" y="81810"/>
                        <a:pt x="137021" y="59438"/>
                        <a:pt x="109416" y="59409"/>
                      </a:cubicBezTo>
                      <a:close/>
                      <a:moveTo>
                        <a:pt x="109416" y="142753"/>
                      </a:moveTo>
                      <a:cubicBezTo>
                        <a:pt x="91004" y="142753"/>
                        <a:pt x="76078" y="127827"/>
                        <a:pt x="76078" y="109416"/>
                      </a:cubicBezTo>
                      <a:cubicBezTo>
                        <a:pt x="76078" y="91004"/>
                        <a:pt x="91004" y="76078"/>
                        <a:pt x="109416" y="76078"/>
                      </a:cubicBezTo>
                      <a:cubicBezTo>
                        <a:pt x="127827" y="76078"/>
                        <a:pt x="142753" y="91004"/>
                        <a:pt x="142753" y="109416"/>
                      </a:cubicBezTo>
                      <a:cubicBezTo>
                        <a:pt x="142753" y="127827"/>
                        <a:pt x="127827" y="142753"/>
                        <a:pt x="109416" y="142753"/>
                      </a:cubicBezTo>
                      <a:close/>
                      <a:moveTo>
                        <a:pt x="201094" y="111666"/>
                      </a:moveTo>
                      <a:cubicBezTo>
                        <a:pt x="201135" y="110166"/>
                        <a:pt x="201135" y="108666"/>
                        <a:pt x="201094" y="107165"/>
                      </a:cubicBezTo>
                      <a:lnTo>
                        <a:pt x="216637" y="87746"/>
                      </a:lnTo>
                      <a:cubicBezTo>
                        <a:pt x="218290" y="85679"/>
                        <a:pt x="218862" y="82949"/>
                        <a:pt x="218179" y="80391"/>
                      </a:cubicBezTo>
                      <a:cubicBezTo>
                        <a:pt x="215627" y="70814"/>
                        <a:pt x="211815" y="61619"/>
                        <a:pt x="206844" y="53044"/>
                      </a:cubicBezTo>
                      <a:cubicBezTo>
                        <a:pt x="205524" y="50769"/>
                        <a:pt x="203207" y="49252"/>
                        <a:pt x="200594" y="48950"/>
                      </a:cubicBezTo>
                      <a:lnTo>
                        <a:pt x="175882" y="46199"/>
                      </a:lnTo>
                      <a:cubicBezTo>
                        <a:pt x="174854" y="45116"/>
                        <a:pt x="173813" y="44074"/>
                        <a:pt x="172757" y="43074"/>
                      </a:cubicBezTo>
                      <a:lnTo>
                        <a:pt x="169840" y="18300"/>
                      </a:lnTo>
                      <a:cubicBezTo>
                        <a:pt x="169536" y="15685"/>
                        <a:pt x="168014" y="13368"/>
                        <a:pt x="165735" y="12049"/>
                      </a:cubicBezTo>
                      <a:cubicBezTo>
                        <a:pt x="157161" y="7082"/>
                        <a:pt x="147965" y="3278"/>
                        <a:pt x="138388" y="735"/>
                      </a:cubicBezTo>
                      <a:cubicBezTo>
                        <a:pt x="135831" y="52"/>
                        <a:pt x="133101" y="624"/>
                        <a:pt x="131033" y="2277"/>
                      </a:cubicBezTo>
                      <a:lnTo>
                        <a:pt x="111666" y="17737"/>
                      </a:lnTo>
                      <a:cubicBezTo>
                        <a:pt x="110166" y="17737"/>
                        <a:pt x="108666" y="17737"/>
                        <a:pt x="107165" y="17737"/>
                      </a:cubicBezTo>
                      <a:lnTo>
                        <a:pt x="87746" y="2225"/>
                      </a:lnTo>
                      <a:cubicBezTo>
                        <a:pt x="85679" y="572"/>
                        <a:pt x="82949" y="0"/>
                        <a:pt x="80391" y="683"/>
                      </a:cubicBezTo>
                      <a:cubicBezTo>
                        <a:pt x="70814" y="3236"/>
                        <a:pt x="61619" y="7047"/>
                        <a:pt x="53044" y="12018"/>
                      </a:cubicBezTo>
                      <a:cubicBezTo>
                        <a:pt x="50769" y="13339"/>
                        <a:pt x="49252" y="15656"/>
                        <a:pt x="48950" y="18269"/>
                      </a:cubicBezTo>
                      <a:lnTo>
                        <a:pt x="46199" y="43022"/>
                      </a:lnTo>
                      <a:cubicBezTo>
                        <a:pt x="45116" y="44057"/>
                        <a:pt x="44074" y="45099"/>
                        <a:pt x="43074" y="46147"/>
                      </a:cubicBezTo>
                      <a:lnTo>
                        <a:pt x="18300" y="48991"/>
                      </a:lnTo>
                      <a:cubicBezTo>
                        <a:pt x="15685" y="49296"/>
                        <a:pt x="13368" y="50817"/>
                        <a:pt x="12049" y="53096"/>
                      </a:cubicBezTo>
                      <a:cubicBezTo>
                        <a:pt x="7084" y="61672"/>
                        <a:pt x="3276" y="70867"/>
                        <a:pt x="725" y="80443"/>
                      </a:cubicBezTo>
                      <a:cubicBezTo>
                        <a:pt x="45" y="83002"/>
                        <a:pt x="621" y="85732"/>
                        <a:pt x="2277" y="87798"/>
                      </a:cubicBezTo>
                      <a:lnTo>
                        <a:pt x="17737" y="107165"/>
                      </a:lnTo>
                      <a:cubicBezTo>
                        <a:pt x="17737" y="108666"/>
                        <a:pt x="17737" y="110166"/>
                        <a:pt x="17737" y="111666"/>
                      </a:cubicBezTo>
                      <a:lnTo>
                        <a:pt x="2225" y="131085"/>
                      </a:lnTo>
                      <a:cubicBezTo>
                        <a:pt x="572" y="133153"/>
                        <a:pt x="0" y="135883"/>
                        <a:pt x="683" y="138440"/>
                      </a:cubicBezTo>
                      <a:cubicBezTo>
                        <a:pt x="3236" y="148017"/>
                        <a:pt x="7047" y="157213"/>
                        <a:pt x="12018" y="165787"/>
                      </a:cubicBezTo>
                      <a:cubicBezTo>
                        <a:pt x="13339" y="168062"/>
                        <a:pt x="15656" y="169580"/>
                        <a:pt x="18269" y="169881"/>
                      </a:cubicBezTo>
                      <a:lnTo>
                        <a:pt x="42980" y="172632"/>
                      </a:lnTo>
                      <a:cubicBezTo>
                        <a:pt x="44015" y="173715"/>
                        <a:pt x="45057" y="174757"/>
                        <a:pt x="46106" y="175757"/>
                      </a:cubicBezTo>
                      <a:lnTo>
                        <a:pt x="48991" y="200531"/>
                      </a:lnTo>
                      <a:cubicBezTo>
                        <a:pt x="49296" y="203146"/>
                        <a:pt x="50817" y="205464"/>
                        <a:pt x="53096" y="206782"/>
                      </a:cubicBezTo>
                      <a:cubicBezTo>
                        <a:pt x="61672" y="211748"/>
                        <a:pt x="70867" y="215556"/>
                        <a:pt x="80443" y="218106"/>
                      </a:cubicBezTo>
                      <a:cubicBezTo>
                        <a:pt x="83002" y="218787"/>
                        <a:pt x="85732" y="218210"/>
                        <a:pt x="87798" y="216554"/>
                      </a:cubicBezTo>
                      <a:lnTo>
                        <a:pt x="107165" y="201094"/>
                      </a:lnTo>
                      <a:cubicBezTo>
                        <a:pt x="108666" y="201135"/>
                        <a:pt x="110166" y="201135"/>
                        <a:pt x="111666" y="201094"/>
                      </a:cubicBezTo>
                      <a:lnTo>
                        <a:pt x="131085" y="216637"/>
                      </a:lnTo>
                      <a:cubicBezTo>
                        <a:pt x="133153" y="218290"/>
                        <a:pt x="135883" y="218862"/>
                        <a:pt x="138440" y="218179"/>
                      </a:cubicBezTo>
                      <a:cubicBezTo>
                        <a:pt x="148018" y="215631"/>
                        <a:pt x="157215" y="211819"/>
                        <a:pt x="165787" y="206844"/>
                      </a:cubicBezTo>
                      <a:cubicBezTo>
                        <a:pt x="168062" y="205524"/>
                        <a:pt x="169580" y="203207"/>
                        <a:pt x="169881" y="200594"/>
                      </a:cubicBezTo>
                      <a:lnTo>
                        <a:pt x="172632" y="175882"/>
                      </a:lnTo>
                      <a:cubicBezTo>
                        <a:pt x="173715" y="174854"/>
                        <a:pt x="174757" y="173813"/>
                        <a:pt x="175757" y="172757"/>
                      </a:cubicBezTo>
                      <a:lnTo>
                        <a:pt x="200531" y="169840"/>
                      </a:lnTo>
                      <a:cubicBezTo>
                        <a:pt x="203146" y="169536"/>
                        <a:pt x="205464" y="168014"/>
                        <a:pt x="206782" y="165735"/>
                      </a:cubicBezTo>
                      <a:cubicBezTo>
                        <a:pt x="211748" y="157159"/>
                        <a:pt x="215556" y="147964"/>
                        <a:pt x="218106" y="138388"/>
                      </a:cubicBezTo>
                      <a:cubicBezTo>
                        <a:pt x="218787" y="135829"/>
                        <a:pt x="218210" y="133099"/>
                        <a:pt x="216554" y="131033"/>
                      </a:cubicBezTo>
                      <a:close/>
                      <a:moveTo>
                        <a:pt x="184321" y="104894"/>
                      </a:moveTo>
                      <a:cubicBezTo>
                        <a:pt x="184498" y="107906"/>
                        <a:pt x="184498" y="110925"/>
                        <a:pt x="184321" y="113937"/>
                      </a:cubicBezTo>
                      <a:cubicBezTo>
                        <a:pt x="184197" y="115999"/>
                        <a:pt x="184843" y="118033"/>
                        <a:pt x="186134" y="119646"/>
                      </a:cubicBezTo>
                      <a:lnTo>
                        <a:pt x="200917" y="138117"/>
                      </a:lnTo>
                      <a:cubicBezTo>
                        <a:pt x="199220" y="143508"/>
                        <a:pt x="197048" y="148738"/>
                        <a:pt x="194426" y="153744"/>
                      </a:cubicBezTo>
                      <a:lnTo>
                        <a:pt x="170882" y="156411"/>
                      </a:lnTo>
                      <a:cubicBezTo>
                        <a:pt x="168831" y="156639"/>
                        <a:pt x="166938" y="157619"/>
                        <a:pt x="165568" y="159161"/>
                      </a:cubicBezTo>
                      <a:cubicBezTo>
                        <a:pt x="163563" y="161417"/>
                        <a:pt x="161427" y="163553"/>
                        <a:pt x="159172" y="165558"/>
                      </a:cubicBezTo>
                      <a:cubicBezTo>
                        <a:pt x="157629" y="166928"/>
                        <a:pt x="156649" y="168821"/>
                        <a:pt x="156421" y="170871"/>
                      </a:cubicBezTo>
                      <a:lnTo>
                        <a:pt x="153807" y="194395"/>
                      </a:lnTo>
                      <a:cubicBezTo>
                        <a:pt x="148801" y="197018"/>
                        <a:pt x="143571" y="199190"/>
                        <a:pt x="138180" y="200885"/>
                      </a:cubicBezTo>
                      <a:lnTo>
                        <a:pt x="119698" y="186102"/>
                      </a:lnTo>
                      <a:cubicBezTo>
                        <a:pt x="118219" y="184921"/>
                        <a:pt x="116382" y="184278"/>
                        <a:pt x="114489" y="184279"/>
                      </a:cubicBezTo>
                      <a:lnTo>
                        <a:pt x="113989" y="184279"/>
                      </a:lnTo>
                      <a:cubicBezTo>
                        <a:pt x="110977" y="184456"/>
                        <a:pt x="107958" y="184456"/>
                        <a:pt x="104946" y="184279"/>
                      </a:cubicBezTo>
                      <a:cubicBezTo>
                        <a:pt x="102885" y="184161"/>
                        <a:pt x="100853" y="184806"/>
                        <a:pt x="99237" y="186092"/>
                      </a:cubicBezTo>
                      <a:lnTo>
                        <a:pt x="80714" y="200885"/>
                      </a:lnTo>
                      <a:cubicBezTo>
                        <a:pt x="75323" y="199189"/>
                        <a:pt x="70094" y="197017"/>
                        <a:pt x="65087" y="194395"/>
                      </a:cubicBezTo>
                      <a:lnTo>
                        <a:pt x="62420" y="170882"/>
                      </a:lnTo>
                      <a:cubicBezTo>
                        <a:pt x="62193" y="168831"/>
                        <a:pt x="61213" y="166938"/>
                        <a:pt x="59670" y="165568"/>
                      </a:cubicBezTo>
                      <a:cubicBezTo>
                        <a:pt x="57414" y="163563"/>
                        <a:pt x="55279" y="161427"/>
                        <a:pt x="53273" y="159172"/>
                      </a:cubicBezTo>
                      <a:cubicBezTo>
                        <a:pt x="51904" y="157629"/>
                        <a:pt x="50010" y="156649"/>
                        <a:pt x="47960" y="156421"/>
                      </a:cubicBezTo>
                      <a:lnTo>
                        <a:pt x="24436" y="153796"/>
                      </a:lnTo>
                      <a:cubicBezTo>
                        <a:pt x="21813" y="148790"/>
                        <a:pt x="19641" y="143561"/>
                        <a:pt x="17946" y="138169"/>
                      </a:cubicBezTo>
                      <a:lnTo>
                        <a:pt x="32729" y="119688"/>
                      </a:lnTo>
                      <a:cubicBezTo>
                        <a:pt x="34020" y="118075"/>
                        <a:pt x="34666" y="116041"/>
                        <a:pt x="34542" y="113979"/>
                      </a:cubicBezTo>
                      <a:cubicBezTo>
                        <a:pt x="34365" y="110967"/>
                        <a:pt x="34365" y="107948"/>
                        <a:pt x="34542" y="104936"/>
                      </a:cubicBezTo>
                      <a:cubicBezTo>
                        <a:pt x="34666" y="102874"/>
                        <a:pt x="34020" y="100839"/>
                        <a:pt x="32729" y="99227"/>
                      </a:cubicBezTo>
                      <a:lnTo>
                        <a:pt x="17946" y="80714"/>
                      </a:lnTo>
                      <a:cubicBezTo>
                        <a:pt x="19642" y="75323"/>
                        <a:pt x="21814" y="70094"/>
                        <a:pt x="24436" y="65087"/>
                      </a:cubicBezTo>
                      <a:lnTo>
                        <a:pt x="47950" y="62420"/>
                      </a:lnTo>
                      <a:cubicBezTo>
                        <a:pt x="50000" y="62193"/>
                        <a:pt x="51893" y="61213"/>
                        <a:pt x="53263" y="59670"/>
                      </a:cubicBezTo>
                      <a:cubicBezTo>
                        <a:pt x="55268" y="57414"/>
                        <a:pt x="57404" y="55279"/>
                        <a:pt x="59659" y="53273"/>
                      </a:cubicBezTo>
                      <a:cubicBezTo>
                        <a:pt x="61208" y="51903"/>
                        <a:pt x="62192" y="50005"/>
                        <a:pt x="62420" y="47950"/>
                      </a:cubicBezTo>
                      <a:lnTo>
                        <a:pt x="65035" y="24436"/>
                      </a:lnTo>
                      <a:cubicBezTo>
                        <a:pt x="70041" y="21813"/>
                        <a:pt x="75271" y="19641"/>
                        <a:pt x="80662" y="17946"/>
                      </a:cubicBezTo>
                      <a:lnTo>
                        <a:pt x="99143" y="32729"/>
                      </a:lnTo>
                      <a:cubicBezTo>
                        <a:pt x="100756" y="34020"/>
                        <a:pt x="102791" y="34666"/>
                        <a:pt x="104853" y="34542"/>
                      </a:cubicBezTo>
                      <a:cubicBezTo>
                        <a:pt x="107864" y="34365"/>
                        <a:pt x="110884" y="34365"/>
                        <a:pt x="113895" y="34542"/>
                      </a:cubicBezTo>
                      <a:cubicBezTo>
                        <a:pt x="115956" y="34660"/>
                        <a:pt x="117989" y="34014"/>
                        <a:pt x="119604" y="32729"/>
                      </a:cubicBezTo>
                      <a:lnTo>
                        <a:pt x="138117" y="17946"/>
                      </a:lnTo>
                      <a:cubicBezTo>
                        <a:pt x="143508" y="19642"/>
                        <a:pt x="148738" y="21814"/>
                        <a:pt x="153744" y="24436"/>
                      </a:cubicBezTo>
                      <a:lnTo>
                        <a:pt x="156411" y="47950"/>
                      </a:lnTo>
                      <a:cubicBezTo>
                        <a:pt x="156639" y="50000"/>
                        <a:pt x="157619" y="51893"/>
                        <a:pt x="159161" y="53263"/>
                      </a:cubicBezTo>
                      <a:cubicBezTo>
                        <a:pt x="161417" y="55268"/>
                        <a:pt x="163553" y="57404"/>
                        <a:pt x="165558" y="59659"/>
                      </a:cubicBezTo>
                      <a:cubicBezTo>
                        <a:pt x="166928" y="61202"/>
                        <a:pt x="168821" y="62182"/>
                        <a:pt x="170871" y="62410"/>
                      </a:cubicBezTo>
                      <a:lnTo>
                        <a:pt x="194395" y="65025"/>
                      </a:lnTo>
                      <a:cubicBezTo>
                        <a:pt x="197018" y="70030"/>
                        <a:pt x="199190" y="75260"/>
                        <a:pt x="200885" y="80652"/>
                      </a:cubicBezTo>
                      <a:lnTo>
                        <a:pt x="186102" y="99133"/>
                      </a:lnTo>
                      <a:cubicBezTo>
                        <a:pt x="184799" y="100759"/>
                        <a:pt x="184152" y="102815"/>
                        <a:pt x="184290" y="10489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4953000" y="4962525"/>
                <a:ext cx="14347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LangChain Eco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962525" y="5253038"/>
                <a:ext cx="55411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ECOSYSTEM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559618" y="5476399"/>
                <a:ext cx="35092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Docx2txtLoader · TextSplitter · Chroma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" y="5791200"/>
              <a:ext cx="6438900" cy="285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71242" y="5884545"/>
              <a:ext cx="6077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chunk_size=1000 · chunk_overlap=150 · top_k=4 · memory_k=4 · 中文感知分隔符: \n\n → \n → 。→ . → 空格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772400" y="857250"/>
            <a:ext cx="3657600" cy="5334000"/>
            <a:chOff x="7772400" y="857250"/>
            <a:chExt cx="3657600" cy="5334000"/>
          </a:xfrm>
        </p:grpSpPr>
        <p:sp>
          <p:nvSpPr>
            <p:cNvPr id="77" name="Rectangle 77"/>
            <p:cNvSpPr/>
            <p:nvPr/>
          </p:nvSpPr>
          <p:spPr>
            <a:xfrm>
              <a:off x="7772400" y="857250"/>
              <a:ext cx="3657600" cy="5334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772400" y="857250"/>
              <a:ext cx="3657600" cy="381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691248" y="975360"/>
              <a:ext cx="18199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核心特性 KEY FEATURES</a:t>
              </a:r>
            </a:p>
          </p:txBody>
        </p:sp>
        <p:grpSp>
          <p:nvGrpSpPr>
            <p:cNvPr id="89" name="Group 89"/>
            <p:cNvGrpSpPr/>
            <p:nvPr/>
          </p:nvGrpSpPr>
          <p:grpSpPr>
            <a:xfrm>
              <a:off x="8001000" y="1428750"/>
              <a:ext cx="3256216" cy="1083469"/>
              <a:chOff x="8001000" y="1428750"/>
              <a:chExt cx="3256216" cy="1083469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8001000" y="1428750"/>
                <a:ext cx="3200400" cy="1047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8001000" y="1428750"/>
                <a:ext cx="38100" cy="10477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8218587" y="1661516"/>
                <a:ext cx="190414" cy="185739"/>
                <a:chOff x="8218587" y="1661516"/>
                <a:chExt cx="190414" cy="185739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8338542" y="1669256"/>
                  <a:ext cx="54173" cy="54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73" h="54173">
                      <a:moveTo>
                        <a:pt x="54173" y="54173"/>
                      </a:moveTo>
                      <a:lnTo>
                        <a:pt x="0" y="541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8218587" y="1661516"/>
                  <a:ext cx="190414" cy="185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4" h="185739">
                      <a:moveTo>
                        <a:pt x="23217" y="116088"/>
                      </a:moveTo>
                      <a:lnTo>
                        <a:pt x="7739" y="116088"/>
                      </a:lnTo>
                      <a:cubicBezTo>
                        <a:pt x="3465" y="116088"/>
                        <a:pt x="0" y="119552"/>
                        <a:pt x="0" y="123827"/>
                      </a:cubicBezTo>
                      <a:lnTo>
                        <a:pt x="0" y="178000"/>
                      </a:lnTo>
                      <a:cubicBezTo>
                        <a:pt x="0" y="182274"/>
                        <a:pt x="3465" y="185739"/>
                        <a:pt x="7739" y="185739"/>
                      </a:cubicBezTo>
                      <a:lnTo>
                        <a:pt x="23217" y="185739"/>
                      </a:lnTo>
                      <a:cubicBezTo>
                        <a:pt x="42451" y="185739"/>
                        <a:pt x="58043" y="170147"/>
                        <a:pt x="58043" y="150913"/>
                      </a:cubicBezTo>
                      <a:cubicBezTo>
                        <a:pt x="58043" y="131680"/>
                        <a:pt x="42451" y="116088"/>
                        <a:pt x="23217" y="116088"/>
                      </a:cubicBezTo>
                      <a:close/>
                      <a:moveTo>
                        <a:pt x="23217" y="170261"/>
                      </a:moveTo>
                      <a:lnTo>
                        <a:pt x="15478" y="170261"/>
                      </a:lnTo>
                      <a:lnTo>
                        <a:pt x="15478" y="131566"/>
                      </a:lnTo>
                      <a:lnTo>
                        <a:pt x="23217" y="131566"/>
                      </a:lnTo>
                      <a:cubicBezTo>
                        <a:pt x="33903" y="131566"/>
                        <a:pt x="42565" y="140228"/>
                        <a:pt x="42565" y="150913"/>
                      </a:cubicBezTo>
                      <a:cubicBezTo>
                        <a:pt x="42565" y="161599"/>
                        <a:pt x="33903" y="170261"/>
                        <a:pt x="23217" y="170261"/>
                      </a:cubicBezTo>
                      <a:close/>
                      <a:moveTo>
                        <a:pt x="187218" y="165511"/>
                      </a:moveTo>
                      <a:cubicBezTo>
                        <a:pt x="190305" y="168466"/>
                        <a:pt x="190414" y="173364"/>
                        <a:pt x="187459" y="176452"/>
                      </a:cubicBezTo>
                      <a:cubicBezTo>
                        <a:pt x="182013" y="182315"/>
                        <a:pt x="174392" y="185674"/>
                        <a:pt x="166390" y="185739"/>
                      </a:cubicBezTo>
                      <a:cubicBezTo>
                        <a:pt x="149316" y="185739"/>
                        <a:pt x="135434" y="170116"/>
                        <a:pt x="135434" y="150913"/>
                      </a:cubicBezTo>
                      <a:cubicBezTo>
                        <a:pt x="135434" y="131711"/>
                        <a:pt x="149316" y="116088"/>
                        <a:pt x="166390" y="116088"/>
                      </a:cubicBezTo>
                      <a:cubicBezTo>
                        <a:pt x="174392" y="116152"/>
                        <a:pt x="182013" y="119512"/>
                        <a:pt x="187459" y="125374"/>
                      </a:cubicBezTo>
                      <a:cubicBezTo>
                        <a:pt x="190347" y="128472"/>
                        <a:pt x="190209" y="133316"/>
                        <a:pt x="187149" y="136244"/>
                      </a:cubicBezTo>
                      <a:cubicBezTo>
                        <a:pt x="184089" y="139171"/>
                        <a:pt x="179244" y="139096"/>
                        <a:pt x="176276" y="136074"/>
                      </a:cubicBezTo>
                      <a:cubicBezTo>
                        <a:pt x="173738" y="133280"/>
                        <a:pt x="170164" y="131650"/>
                        <a:pt x="166390" y="131566"/>
                      </a:cubicBezTo>
                      <a:cubicBezTo>
                        <a:pt x="157858" y="131566"/>
                        <a:pt x="150912" y="140272"/>
                        <a:pt x="150912" y="150913"/>
                      </a:cubicBezTo>
                      <a:cubicBezTo>
                        <a:pt x="150912" y="161555"/>
                        <a:pt x="157858" y="170261"/>
                        <a:pt x="166390" y="170261"/>
                      </a:cubicBezTo>
                      <a:cubicBezTo>
                        <a:pt x="170165" y="170183"/>
                        <a:pt x="173742" y="168552"/>
                        <a:pt x="176276" y="165753"/>
                      </a:cubicBezTo>
                      <a:cubicBezTo>
                        <a:pt x="179231" y="162665"/>
                        <a:pt x="184129" y="162557"/>
                        <a:pt x="187218" y="165511"/>
                      </a:cubicBezTo>
                      <a:close/>
                      <a:moveTo>
                        <a:pt x="96738" y="116088"/>
                      </a:moveTo>
                      <a:cubicBezTo>
                        <a:pt x="79674" y="116088"/>
                        <a:pt x="65782" y="131711"/>
                        <a:pt x="65782" y="150913"/>
                      </a:cubicBezTo>
                      <a:cubicBezTo>
                        <a:pt x="65782" y="170116"/>
                        <a:pt x="79674" y="185739"/>
                        <a:pt x="96738" y="185739"/>
                      </a:cubicBezTo>
                      <a:cubicBezTo>
                        <a:pt x="113803" y="185739"/>
                        <a:pt x="127695" y="170116"/>
                        <a:pt x="127695" y="150913"/>
                      </a:cubicBezTo>
                      <a:cubicBezTo>
                        <a:pt x="127695" y="131711"/>
                        <a:pt x="113803" y="116088"/>
                        <a:pt x="96738" y="116088"/>
                      </a:cubicBezTo>
                      <a:close/>
                      <a:moveTo>
                        <a:pt x="96738" y="170261"/>
                      </a:moveTo>
                      <a:cubicBezTo>
                        <a:pt x="88206" y="170261"/>
                        <a:pt x="81260" y="161555"/>
                        <a:pt x="81260" y="150913"/>
                      </a:cubicBezTo>
                      <a:cubicBezTo>
                        <a:pt x="81260" y="140272"/>
                        <a:pt x="88206" y="131566"/>
                        <a:pt x="96738" y="131566"/>
                      </a:cubicBezTo>
                      <a:cubicBezTo>
                        <a:pt x="105271" y="131566"/>
                        <a:pt x="112216" y="140272"/>
                        <a:pt x="112216" y="150913"/>
                      </a:cubicBezTo>
                      <a:cubicBezTo>
                        <a:pt x="112216" y="161555"/>
                        <a:pt x="105271" y="170261"/>
                        <a:pt x="96738" y="170261"/>
                      </a:cubicBezTo>
                      <a:close/>
                      <a:moveTo>
                        <a:pt x="19348" y="92870"/>
                      </a:moveTo>
                      <a:cubicBezTo>
                        <a:pt x="23622" y="92870"/>
                        <a:pt x="27087" y="89405"/>
                        <a:pt x="27087" y="85131"/>
                      </a:cubicBezTo>
                      <a:lnTo>
                        <a:pt x="27087" y="15480"/>
                      </a:lnTo>
                      <a:lnTo>
                        <a:pt x="112216" y="15480"/>
                      </a:lnTo>
                      <a:lnTo>
                        <a:pt x="112216" y="61914"/>
                      </a:lnTo>
                      <a:cubicBezTo>
                        <a:pt x="112216" y="66188"/>
                        <a:pt x="115681" y="69653"/>
                        <a:pt x="119955" y="69653"/>
                      </a:cubicBezTo>
                      <a:lnTo>
                        <a:pt x="166390" y="69653"/>
                      </a:lnTo>
                      <a:lnTo>
                        <a:pt x="166390" y="85131"/>
                      </a:lnTo>
                      <a:cubicBezTo>
                        <a:pt x="166390" y="89405"/>
                        <a:pt x="169855" y="92870"/>
                        <a:pt x="174129" y="92870"/>
                      </a:cubicBezTo>
                      <a:cubicBezTo>
                        <a:pt x="178403" y="92870"/>
                        <a:pt x="181868" y="89405"/>
                        <a:pt x="181868" y="85131"/>
                      </a:cubicBezTo>
                      <a:lnTo>
                        <a:pt x="181868" y="61914"/>
                      </a:lnTo>
                      <a:cubicBezTo>
                        <a:pt x="181870" y="59861"/>
                        <a:pt x="181055" y="57891"/>
                        <a:pt x="179604" y="56439"/>
                      </a:cubicBezTo>
                      <a:lnTo>
                        <a:pt x="125431" y="2265"/>
                      </a:lnTo>
                      <a:cubicBezTo>
                        <a:pt x="123978" y="814"/>
                        <a:pt x="122009" y="0"/>
                        <a:pt x="119955" y="2"/>
                      </a:cubicBezTo>
                      <a:lnTo>
                        <a:pt x="27087" y="2"/>
                      </a:lnTo>
                      <a:cubicBezTo>
                        <a:pt x="18538" y="2"/>
                        <a:pt x="11609" y="6931"/>
                        <a:pt x="11609" y="15480"/>
                      </a:cubicBezTo>
                      <a:lnTo>
                        <a:pt x="11609" y="85131"/>
                      </a:lnTo>
                      <a:cubicBezTo>
                        <a:pt x="11609" y="89405"/>
                        <a:pt x="15073" y="92870"/>
                        <a:pt x="19348" y="92870"/>
                      </a:cubicBezTo>
                      <a:close/>
                      <a:moveTo>
                        <a:pt x="127695" y="26421"/>
                      </a:moveTo>
                      <a:lnTo>
                        <a:pt x="155449" y="54175"/>
                      </a:lnTo>
                      <a:lnTo>
                        <a:pt x="127695" y="54175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8555355" y="16640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多格式支持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8562975" y="1919288"/>
                <a:ext cx="10541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7 FILE FORMATS + OCR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178165" y="21345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179118" y="2314099"/>
                <a:ext cx="14744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自动格式检测 · 一键上传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8001000" y="2628900"/>
              <a:ext cx="3200400" cy="1083469"/>
              <a:chOff x="8001000" y="2628900"/>
              <a:chExt cx="3200400" cy="1083469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8001000" y="2628900"/>
                <a:ext cx="3200400" cy="1047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1" name="Rectangle 91"/>
              <p:cNvSpPr/>
              <p:nvPr/>
            </p:nvSpPr>
            <p:spPr>
              <a:xfrm>
                <a:off x="8001000" y="2628900"/>
                <a:ext cx="38100" cy="10477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94" name="Group 94"/>
              <p:cNvGrpSpPr/>
              <p:nvPr/>
            </p:nvGrpSpPr>
            <p:grpSpPr>
              <a:xfrm>
                <a:off x="8206978" y="2861667"/>
                <a:ext cx="217072" cy="194572"/>
                <a:chOff x="8206978" y="2861667"/>
                <a:chExt cx="217072" cy="194572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8245645" y="2892623"/>
                  <a:ext cx="15481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810" h="123825">
                      <a:moveTo>
                        <a:pt x="154810" y="123825"/>
                      </a:moveTo>
                      <a:lnTo>
                        <a:pt x="77419" y="123825"/>
                      </a:lnTo>
                      <a:lnTo>
                        <a:pt x="116115" y="46434"/>
                      </a:lnTo>
                      <a:close/>
                      <a:moveTo>
                        <a:pt x="30985" y="69226"/>
                      </a:moveTo>
                      <a:lnTo>
                        <a:pt x="30985" y="69226"/>
                      </a:lnTo>
                      <a:cubicBezTo>
                        <a:pt x="50706" y="51623"/>
                        <a:pt x="61970" y="26435"/>
                        <a:pt x="61941" y="0"/>
                      </a:cubicBezTo>
                      <a:lnTo>
                        <a:pt x="29" y="0"/>
                      </a:lnTo>
                      <a:cubicBezTo>
                        <a:pt x="0" y="26435"/>
                        <a:pt x="11264" y="51623"/>
                        <a:pt x="30985" y="69226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8206978" y="2861667"/>
                  <a:ext cx="217072" cy="194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72" h="194572">
                      <a:moveTo>
                        <a:pt x="215871" y="182274"/>
                      </a:moveTo>
                      <a:lnTo>
                        <a:pt x="161698" y="73927"/>
                      </a:lnTo>
                      <a:cubicBezTo>
                        <a:pt x="160387" y="71306"/>
                        <a:pt x="157707" y="69650"/>
                        <a:pt x="154776" y="69650"/>
                      </a:cubicBezTo>
                      <a:cubicBezTo>
                        <a:pt x="151845" y="69650"/>
                        <a:pt x="149166" y="71306"/>
                        <a:pt x="147855" y="73927"/>
                      </a:cubicBezTo>
                      <a:lnTo>
                        <a:pt x="126853" y="115941"/>
                      </a:lnTo>
                      <a:cubicBezTo>
                        <a:pt x="110391" y="115015"/>
                        <a:pt x="94552" y="109329"/>
                        <a:pt x="81260" y="99573"/>
                      </a:cubicBezTo>
                      <a:cubicBezTo>
                        <a:pt x="96855" y="82919"/>
                        <a:pt x="106304" y="61444"/>
                        <a:pt x="108047" y="38695"/>
                      </a:cubicBezTo>
                      <a:lnTo>
                        <a:pt x="131564" y="38695"/>
                      </a:lnTo>
                      <a:cubicBezTo>
                        <a:pt x="135838" y="38695"/>
                        <a:pt x="139303" y="35230"/>
                        <a:pt x="139303" y="30956"/>
                      </a:cubicBezTo>
                      <a:cubicBezTo>
                        <a:pt x="139303" y="26682"/>
                        <a:pt x="135838" y="23217"/>
                        <a:pt x="131564" y="23217"/>
                      </a:cubicBezTo>
                      <a:lnTo>
                        <a:pt x="77391" y="23217"/>
                      </a:lnTo>
                      <a:lnTo>
                        <a:pt x="77391" y="7739"/>
                      </a:lnTo>
                      <a:cubicBezTo>
                        <a:pt x="77391" y="3465"/>
                        <a:pt x="73926" y="0"/>
                        <a:pt x="69652" y="0"/>
                      </a:cubicBezTo>
                      <a:cubicBezTo>
                        <a:pt x="65377" y="0"/>
                        <a:pt x="61912" y="3465"/>
                        <a:pt x="61912" y="7739"/>
                      </a:cubicBezTo>
                      <a:lnTo>
                        <a:pt x="61912" y="23217"/>
                      </a:lnTo>
                      <a:lnTo>
                        <a:pt x="7739" y="23217"/>
                      </a:lnTo>
                      <a:cubicBezTo>
                        <a:pt x="3465" y="23217"/>
                        <a:pt x="0" y="26682"/>
                        <a:pt x="0" y="30956"/>
                      </a:cubicBezTo>
                      <a:cubicBezTo>
                        <a:pt x="0" y="35230"/>
                        <a:pt x="3465" y="38695"/>
                        <a:pt x="7739" y="38695"/>
                      </a:cubicBezTo>
                      <a:lnTo>
                        <a:pt x="92511" y="38695"/>
                      </a:lnTo>
                      <a:cubicBezTo>
                        <a:pt x="90792" y="57663"/>
                        <a:pt x="82740" y="75501"/>
                        <a:pt x="69652" y="89338"/>
                      </a:cubicBezTo>
                      <a:cubicBezTo>
                        <a:pt x="61498" y="80735"/>
                        <a:pt x="55237" y="70519"/>
                        <a:pt x="51271" y="59349"/>
                      </a:cubicBezTo>
                      <a:cubicBezTo>
                        <a:pt x="50384" y="56696"/>
                        <a:pt x="48134" y="54729"/>
                        <a:pt x="45387" y="54203"/>
                      </a:cubicBezTo>
                      <a:cubicBezTo>
                        <a:pt x="42640" y="53678"/>
                        <a:pt x="39822" y="54675"/>
                        <a:pt x="38018" y="56813"/>
                      </a:cubicBezTo>
                      <a:cubicBezTo>
                        <a:pt x="36214" y="58950"/>
                        <a:pt x="35704" y="61895"/>
                        <a:pt x="36683" y="64515"/>
                      </a:cubicBezTo>
                      <a:cubicBezTo>
                        <a:pt x="41300" y="77573"/>
                        <a:pt x="48573" y="89533"/>
                        <a:pt x="58043" y="99640"/>
                      </a:cubicBezTo>
                      <a:cubicBezTo>
                        <a:pt x="43462" y="110355"/>
                        <a:pt x="25833" y="116118"/>
                        <a:pt x="7739" y="116086"/>
                      </a:cubicBezTo>
                      <a:cubicBezTo>
                        <a:pt x="3465" y="116086"/>
                        <a:pt x="0" y="119551"/>
                        <a:pt x="0" y="123825"/>
                      </a:cubicBezTo>
                      <a:cubicBezTo>
                        <a:pt x="0" y="128099"/>
                        <a:pt x="3465" y="131564"/>
                        <a:pt x="7739" y="131564"/>
                      </a:cubicBezTo>
                      <a:cubicBezTo>
                        <a:pt x="30188" y="131589"/>
                        <a:pt x="51994" y="124066"/>
                        <a:pt x="69652" y="110204"/>
                      </a:cubicBezTo>
                      <a:cubicBezTo>
                        <a:pt x="84061" y="121463"/>
                        <a:pt x="101263" y="128589"/>
                        <a:pt x="119414" y="130819"/>
                      </a:cubicBezTo>
                      <a:lnTo>
                        <a:pt x="93681" y="182274"/>
                      </a:lnTo>
                      <a:cubicBezTo>
                        <a:pt x="91769" y="186097"/>
                        <a:pt x="93317" y="190746"/>
                        <a:pt x="97140" y="192659"/>
                      </a:cubicBezTo>
                      <a:cubicBezTo>
                        <a:pt x="100962" y="194572"/>
                        <a:pt x="105612" y="193023"/>
                        <a:pt x="107525" y="189201"/>
                      </a:cubicBezTo>
                      <a:lnTo>
                        <a:pt x="120865" y="162520"/>
                      </a:lnTo>
                      <a:lnTo>
                        <a:pt x="188688" y="162520"/>
                      </a:lnTo>
                      <a:lnTo>
                        <a:pt x="202028" y="189201"/>
                      </a:lnTo>
                      <a:cubicBezTo>
                        <a:pt x="203340" y="191823"/>
                        <a:pt x="206022" y="193479"/>
                        <a:pt x="208955" y="193477"/>
                      </a:cubicBezTo>
                      <a:cubicBezTo>
                        <a:pt x="211637" y="193475"/>
                        <a:pt x="214127" y="192085"/>
                        <a:pt x="215536" y="189803"/>
                      </a:cubicBezTo>
                      <a:cubicBezTo>
                        <a:pt x="216945" y="187521"/>
                        <a:pt x="217072" y="184673"/>
                        <a:pt x="215871" y="182274"/>
                      </a:cubicBezTo>
                      <a:close/>
                      <a:moveTo>
                        <a:pt x="128604" y="147042"/>
                      </a:moveTo>
                      <a:lnTo>
                        <a:pt x="154781" y="94697"/>
                      </a:lnTo>
                      <a:lnTo>
                        <a:pt x="180949" y="147042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8555355" y="28641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中文深度优化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562975" y="3119438"/>
                <a:ext cx="117419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CHINESE-AWARE CHUNKING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8178165" y="33347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。感知分块策略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8179118" y="3514249"/>
                <a:ext cx="20920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paraphrase-multilingual 嵌入模型</a:t>
                </a: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8001000" y="3829050"/>
              <a:ext cx="3200400" cy="1083469"/>
              <a:chOff x="8001000" y="3829050"/>
              <a:chExt cx="3200400" cy="1083469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8001000" y="3829050"/>
                <a:ext cx="3200400" cy="1047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01" name="Rectangle 101"/>
              <p:cNvSpPr/>
              <p:nvPr/>
            </p:nvSpPr>
            <p:spPr>
              <a:xfrm>
                <a:off x="8001000" y="3829050"/>
                <a:ext cx="38100" cy="10477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grpSp>
            <p:nvGrpSpPr>
              <p:cNvPr id="104" name="Group 104"/>
              <p:cNvGrpSpPr/>
              <p:nvPr/>
            </p:nvGrpSpPr>
            <p:grpSpPr>
              <a:xfrm>
                <a:off x="8213367" y="4060308"/>
                <a:ext cx="202566" cy="202725"/>
                <a:chOff x="8213367" y="4060308"/>
                <a:chExt cx="202566" cy="202725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8213367" y="4060308"/>
                  <a:ext cx="186120" cy="177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20" h="177293">
                      <a:moveTo>
                        <a:pt x="186120" y="141500"/>
                      </a:moveTo>
                      <a:cubicBezTo>
                        <a:pt x="179445" y="155729"/>
                        <a:pt x="169282" y="168041"/>
                        <a:pt x="156576" y="177293"/>
                      </a:cubicBezTo>
                      <a:lnTo>
                        <a:pt x="147521" y="168228"/>
                      </a:lnTo>
                      <a:cubicBezTo>
                        <a:pt x="146551" y="167255"/>
                        <a:pt x="145339" y="166557"/>
                        <a:pt x="144010" y="166207"/>
                      </a:cubicBezTo>
                      <a:lnTo>
                        <a:pt x="123240" y="160731"/>
                      </a:lnTo>
                      <a:cubicBezTo>
                        <a:pt x="119428" y="159729"/>
                        <a:pt x="116979" y="156021"/>
                        <a:pt x="117552" y="152121"/>
                      </a:cubicBezTo>
                      <a:lnTo>
                        <a:pt x="119854" y="136450"/>
                      </a:lnTo>
                      <a:cubicBezTo>
                        <a:pt x="120250" y="133761"/>
                        <a:pt x="122027" y="131477"/>
                        <a:pt x="124536" y="130433"/>
                      </a:cubicBezTo>
                      <a:lnTo>
                        <a:pt x="154003" y="118186"/>
                      </a:lnTo>
                      <a:cubicBezTo>
                        <a:pt x="156782" y="117032"/>
                        <a:pt x="159978" y="117595"/>
                        <a:pt x="162197" y="119627"/>
                      </a:cubicBezTo>
                      <a:close/>
                      <a:moveTo>
                        <a:pt x="132807" y="79868"/>
                      </a:moveTo>
                      <a:lnTo>
                        <a:pt x="154254" y="54909"/>
                      </a:lnTo>
                      <a:cubicBezTo>
                        <a:pt x="155460" y="53510"/>
                        <a:pt x="156126" y="51726"/>
                        <a:pt x="156131" y="49879"/>
                      </a:cubicBezTo>
                      <a:lnTo>
                        <a:pt x="156131" y="26662"/>
                      </a:lnTo>
                      <a:cubicBezTo>
                        <a:pt x="119061" y="0"/>
                        <a:pt x="68110" y="4242"/>
                        <a:pt x="35959" y="36667"/>
                      </a:cubicBezTo>
                      <a:cubicBezTo>
                        <a:pt x="3809" y="69092"/>
                        <a:pt x="0" y="120078"/>
                        <a:pt x="26976" y="156920"/>
                      </a:cubicBezTo>
                      <a:lnTo>
                        <a:pt x="36572" y="150612"/>
                      </a:lnTo>
                      <a:cubicBezTo>
                        <a:pt x="38731" y="149186"/>
                        <a:pt x="40034" y="146776"/>
                        <a:pt x="40045" y="144189"/>
                      </a:cubicBezTo>
                      <a:lnTo>
                        <a:pt x="40248" y="109141"/>
                      </a:lnTo>
                      <a:cubicBezTo>
                        <a:pt x="40259" y="107622"/>
                        <a:pt x="40713" y="106139"/>
                        <a:pt x="41554" y="104874"/>
                      </a:cubicBezTo>
                      <a:lnTo>
                        <a:pt x="61811" y="74595"/>
                      </a:lnTo>
                      <a:cubicBezTo>
                        <a:pt x="62985" y="72853"/>
                        <a:pt x="64817" y="71663"/>
                        <a:pt x="66885" y="71298"/>
                      </a:cubicBezTo>
                      <a:cubicBezTo>
                        <a:pt x="68954" y="70933"/>
                        <a:pt x="71082" y="71425"/>
                        <a:pt x="72781" y="72661"/>
                      </a:cubicBezTo>
                      <a:lnTo>
                        <a:pt x="91945" y="85237"/>
                      </a:lnTo>
                      <a:cubicBezTo>
                        <a:pt x="93559" y="86399"/>
                        <a:pt x="95556" y="86901"/>
                        <a:pt x="97527" y="86639"/>
                      </a:cubicBezTo>
                      <a:lnTo>
                        <a:pt x="127961" y="82518"/>
                      </a:lnTo>
                      <a:cubicBezTo>
                        <a:pt x="129847" y="82261"/>
                        <a:pt x="131573" y="81317"/>
                        <a:pt x="132807" y="79868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3" name="Freeform 103"/>
                <p:cNvSpPr/>
                <p:nvPr/>
              </p:nvSpPr>
              <p:spPr>
                <a:xfrm>
                  <a:off x="8214717" y="4061817"/>
                  <a:ext cx="201216" cy="20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16" h="201216">
                      <a:moveTo>
                        <a:pt x="100608" y="0"/>
                      </a:moveTo>
                      <a:cubicBezTo>
                        <a:pt x="45044" y="0"/>
                        <a:pt x="0" y="45044"/>
                        <a:pt x="0" y="100608"/>
                      </a:cubicBezTo>
                      <a:cubicBezTo>
                        <a:pt x="0" y="156172"/>
                        <a:pt x="45044" y="201216"/>
                        <a:pt x="100608" y="201216"/>
                      </a:cubicBezTo>
                      <a:cubicBezTo>
                        <a:pt x="156172" y="201216"/>
                        <a:pt x="201216" y="156172"/>
                        <a:pt x="201216" y="100608"/>
                      </a:cubicBezTo>
                      <a:cubicBezTo>
                        <a:pt x="201157" y="45068"/>
                        <a:pt x="156148" y="59"/>
                        <a:pt x="100608" y="0"/>
                      </a:cubicBezTo>
                      <a:close/>
                      <a:moveTo>
                        <a:pt x="100608" y="15478"/>
                      </a:moveTo>
                      <a:cubicBezTo>
                        <a:pt x="117101" y="15461"/>
                        <a:pt x="133240" y="20262"/>
                        <a:pt x="147042" y="29292"/>
                      </a:cubicBezTo>
                      <a:lnTo>
                        <a:pt x="147042" y="48369"/>
                      </a:lnTo>
                      <a:lnTo>
                        <a:pt x="125595" y="73270"/>
                      </a:lnTo>
                      <a:lnTo>
                        <a:pt x="95152" y="77391"/>
                      </a:lnTo>
                      <a:lnTo>
                        <a:pt x="94852" y="77178"/>
                      </a:lnTo>
                      <a:lnTo>
                        <a:pt x="75823" y="64737"/>
                      </a:lnTo>
                      <a:cubicBezTo>
                        <a:pt x="72415" y="62336"/>
                        <a:pt x="68183" y="61412"/>
                        <a:pt x="64084" y="62173"/>
                      </a:cubicBezTo>
                      <a:cubicBezTo>
                        <a:pt x="59985" y="62934"/>
                        <a:pt x="56367" y="65317"/>
                        <a:pt x="54048" y="68781"/>
                      </a:cubicBezTo>
                      <a:lnTo>
                        <a:pt x="33791" y="99060"/>
                      </a:lnTo>
                      <a:cubicBezTo>
                        <a:pt x="32103" y="101583"/>
                        <a:pt x="31195" y="104547"/>
                        <a:pt x="31179" y="107583"/>
                      </a:cubicBezTo>
                      <a:lnTo>
                        <a:pt x="30956" y="142631"/>
                      </a:lnTo>
                      <a:lnTo>
                        <a:pt x="27793" y="144711"/>
                      </a:lnTo>
                      <a:cubicBezTo>
                        <a:pt x="11871" y="118423"/>
                        <a:pt x="11354" y="85595"/>
                        <a:pt x="26441" y="58819"/>
                      </a:cubicBezTo>
                      <a:cubicBezTo>
                        <a:pt x="41527" y="32043"/>
                        <a:pt x="69874" y="15478"/>
                        <a:pt x="100608" y="15478"/>
                      </a:cubicBezTo>
                      <a:close/>
                      <a:moveTo>
                        <a:pt x="37041" y="157171"/>
                      </a:moveTo>
                      <a:lnTo>
                        <a:pt x="39479" y="155575"/>
                      </a:lnTo>
                      <a:cubicBezTo>
                        <a:pt x="43802" y="152723"/>
                        <a:pt x="46413" y="147897"/>
                        <a:pt x="46434" y="142718"/>
                      </a:cubicBezTo>
                      <a:lnTo>
                        <a:pt x="46638" y="107670"/>
                      </a:lnTo>
                      <a:lnTo>
                        <a:pt x="66914" y="77391"/>
                      </a:lnTo>
                      <a:cubicBezTo>
                        <a:pt x="67013" y="77467"/>
                        <a:pt x="67117" y="77538"/>
                        <a:pt x="67223" y="77603"/>
                      </a:cubicBezTo>
                      <a:lnTo>
                        <a:pt x="86252" y="90054"/>
                      </a:lnTo>
                      <a:cubicBezTo>
                        <a:pt x="89441" y="92304"/>
                        <a:pt x="93364" y="93262"/>
                        <a:pt x="97232" y="92733"/>
                      </a:cubicBezTo>
                      <a:lnTo>
                        <a:pt x="127695" y="88603"/>
                      </a:lnTo>
                      <a:cubicBezTo>
                        <a:pt x="131451" y="88101"/>
                        <a:pt x="134893" y="86239"/>
                        <a:pt x="137368" y="83369"/>
                      </a:cubicBezTo>
                      <a:lnTo>
                        <a:pt x="158815" y="58449"/>
                      </a:lnTo>
                      <a:cubicBezTo>
                        <a:pt x="161214" y="55639"/>
                        <a:pt x="162528" y="52064"/>
                        <a:pt x="162520" y="48369"/>
                      </a:cubicBezTo>
                      <a:lnTo>
                        <a:pt x="162520" y="42246"/>
                      </a:lnTo>
                      <a:cubicBezTo>
                        <a:pt x="183841" y="64802"/>
                        <a:pt x="191172" y="97187"/>
                        <a:pt x="181645" y="126727"/>
                      </a:cubicBezTo>
                      <a:lnTo>
                        <a:pt x="166032" y="112449"/>
                      </a:lnTo>
                      <a:cubicBezTo>
                        <a:pt x="161600" y="108381"/>
                        <a:pt x="155214" y="107249"/>
                        <a:pt x="149654" y="109546"/>
                      </a:cubicBezTo>
                      <a:lnTo>
                        <a:pt x="120188" y="121784"/>
                      </a:lnTo>
                      <a:cubicBezTo>
                        <a:pt x="115177" y="123887"/>
                        <a:pt x="111627" y="128453"/>
                        <a:pt x="110823" y="133828"/>
                      </a:cubicBezTo>
                      <a:lnTo>
                        <a:pt x="108511" y="149490"/>
                      </a:lnTo>
                      <a:cubicBezTo>
                        <a:pt x="107361" y="157295"/>
                        <a:pt x="112266" y="164717"/>
                        <a:pt x="119897" y="166719"/>
                      </a:cubicBezTo>
                      <a:lnTo>
                        <a:pt x="140657" y="172194"/>
                      </a:lnTo>
                      <a:lnTo>
                        <a:pt x="142940" y="174487"/>
                      </a:lnTo>
                      <a:cubicBezTo>
                        <a:pt x="107997" y="194536"/>
                        <a:pt x="63779" y="187306"/>
                        <a:pt x="37041" y="157171"/>
                      </a:cubicBezTo>
                      <a:close/>
                      <a:moveTo>
                        <a:pt x="155749" y="165422"/>
                      </a:moveTo>
                      <a:lnTo>
                        <a:pt x="151589" y="161253"/>
                      </a:lnTo>
                      <a:cubicBezTo>
                        <a:pt x="149648" y="159305"/>
                        <a:pt x="147224" y="157910"/>
                        <a:pt x="144566" y="157209"/>
                      </a:cubicBezTo>
                      <a:lnTo>
                        <a:pt x="123825" y="151734"/>
                      </a:lnTo>
                      <a:lnTo>
                        <a:pt x="126137" y="136072"/>
                      </a:lnTo>
                      <a:lnTo>
                        <a:pt x="155594" y="123825"/>
                      </a:lnTo>
                      <a:lnTo>
                        <a:pt x="175096" y="141702"/>
                      </a:lnTo>
                      <a:cubicBezTo>
                        <a:pt x="170126" y="150708"/>
                        <a:pt x="163572" y="158743"/>
                        <a:pt x="155749" y="16542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05" name="TextBox 105"/>
              <p:cNvSpPr txBox="1"/>
              <p:nvPr/>
            </p:nvSpPr>
            <p:spPr>
              <a:xfrm>
                <a:off x="8555355" y="4064318"/>
                <a:ext cx="138580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智能检索 + 回退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8562975" y="4319588"/>
                <a:ext cx="102417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DUAL-TOOL STRATEGY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8178165" y="4534852"/>
                <a:ext cx="28480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文档优先 → web_search 联网回退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8179118" y="4714399"/>
                <a:ext cx="16044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失败禁止重试 · 不编造答案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8001000" y="5029200"/>
              <a:ext cx="3200400" cy="1083469"/>
              <a:chOff x="8001000" y="5029200"/>
              <a:chExt cx="3200400" cy="1083469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8001000" y="5029200"/>
                <a:ext cx="3200400" cy="1047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" name="Rectangle 111"/>
              <p:cNvSpPr/>
              <p:nvPr/>
            </p:nvSpPr>
            <p:spPr>
              <a:xfrm>
                <a:off x="8001000" y="5029200"/>
                <a:ext cx="38100" cy="10477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8229764" y="5245806"/>
                <a:ext cx="171069" cy="233538"/>
                <a:chOff x="8229764" y="5245806"/>
                <a:chExt cx="171069" cy="233538"/>
              </a:xfrm>
            </p:grpSpPr>
            <p:sp>
              <p:nvSpPr>
                <p:cNvPr id="112" name="Freeform 112"/>
                <p:cNvSpPr/>
                <p:nvPr/>
              </p:nvSpPr>
              <p:spPr>
                <a:xfrm>
                  <a:off x="8237934" y="5254228"/>
                  <a:ext cx="154781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216694">
                      <a:moveTo>
                        <a:pt x="46434" y="216694"/>
                      </a:moveTo>
                      <a:lnTo>
                        <a:pt x="61912" y="139303"/>
                      </a:lnTo>
                      <a:lnTo>
                        <a:pt x="0" y="116086"/>
                      </a:lnTo>
                      <a:lnTo>
                        <a:pt x="108347" y="0"/>
                      </a:lnTo>
                      <a:lnTo>
                        <a:pt x="92869" y="77391"/>
                      </a:lnTo>
                      <a:lnTo>
                        <a:pt x="154781" y="100608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229764" y="5245806"/>
                  <a:ext cx="171069" cy="233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069" h="233538">
                      <a:moveTo>
                        <a:pt x="170488" y="107260"/>
                      </a:moveTo>
                      <a:cubicBezTo>
                        <a:pt x="169892" y="104741"/>
                        <a:pt x="168077" y="102686"/>
                        <a:pt x="165651" y="101784"/>
                      </a:cubicBezTo>
                      <a:lnTo>
                        <a:pt x="109920" y="80879"/>
                      </a:lnTo>
                      <a:lnTo>
                        <a:pt x="124102" y="9941"/>
                      </a:lnTo>
                      <a:cubicBezTo>
                        <a:pt x="124761" y="6555"/>
                        <a:pt x="123100" y="3141"/>
                        <a:pt x="120029" y="1571"/>
                      </a:cubicBezTo>
                      <a:cubicBezTo>
                        <a:pt x="116957" y="0"/>
                        <a:pt x="113217" y="652"/>
                        <a:pt x="110858" y="3169"/>
                      </a:cubicBezTo>
                      <a:lnTo>
                        <a:pt x="2511" y="119255"/>
                      </a:lnTo>
                      <a:cubicBezTo>
                        <a:pt x="724" y="121139"/>
                        <a:pt x="0" y="123793"/>
                        <a:pt x="584" y="126323"/>
                      </a:cubicBezTo>
                      <a:cubicBezTo>
                        <a:pt x="1168" y="128853"/>
                        <a:pt x="2981" y="130922"/>
                        <a:pt x="5413" y="131831"/>
                      </a:cubicBezTo>
                      <a:lnTo>
                        <a:pt x="61164" y="152736"/>
                      </a:lnTo>
                      <a:lnTo>
                        <a:pt x="47020" y="223597"/>
                      </a:lnTo>
                      <a:cubicBezTo>
                        <a:pt x="46361" y="226983"/>
                        <a:pt x="48022" y="230397"/>
                        <a:pt x="51093" y="231968"/>
                      </a:cubicBezTo>
                      <a:cubicBezTo>
                        <a:pt x="54165" y="233538"/>
                        <a:pt x="57905" y="232886"/>
                        <a:pt x="60264" y="230369"/>
                      </a:cubicBezTo>
                      <a:lnTo>
                        <a:pt x="168611" y="114283"/>
                      </a:lnTo>
                      <a:cubicBezTo>
                        <a:pt x="170365" y="112400"/>
                        <a:pt x="171069" y="109767"/>
                        <a:pt x="170488" y="107260"/>
                      </a:cubicBezTo>
                      <a:close/>
                      <a:moveTo>
                        <a:pt x="67539" y="199964"/>
                      </a:moveTo>
                      <a:lnTo>
                        <a:pt x="77667" y="149293"/>
                      </a:lnTo>
                      <a:cubicBezTo>
                        <a:pt x="78416" y="145581"/>
                        <a:pt x="76369" y="141873"/>
                        <a:pt x="72830" y="140528"/>
                      </a:cubicBezTo>
                      <a:lnTo>
                        <a:pt x="21714" y="121326"/>
                      </a:lnTo>
                      <a:lnTo>
                        <a:pt x="103574" y="33623"/>
                      </a:lnTo>
                      <a:lnTo>
                        <a:pt x="93455" y="84294"/>
                      </a:lnTo>
                      <a:cubicBezTo>
                        <a:pt x="92706" y="88005"/>
                        <a:pt x="94753" y="91714"/>
                        <a:pt x="98292" y="93059"/>
                      </a:cubicBezTo>
                      <a:lnTo>
                        <a:pt x="149370" y="112213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8555355" y="5264468"/>
                <a:ext cx="17922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流式 · 可溯源 · 记忆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8562975" y="5519738"/>
                <a:ext cx="162425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STREAMING + TRACEABLE + MEMORY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8178165" y="5735002"/>
                <a:ext cx="25539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values 模式实时输出 · 文件名+页码标注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8179118" y="5914549"/>
                <a:ext cx="26315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k=4 · session_state 持久化</a:t>
                </a:r>
              </a:p>
            </p:txBody>
          </p:sp>
        </p:grpSp>
      </p:grpSp>
      <p:grpSp>
        <p:nvGrpSpPr>
          <p:cNvPr id="123" name="Group 123"/>
          <p:cNvGrpSpPr/>
          <p:nvPr/>
        </p:nvGrpSpPr>
        <p:grpSpPr>
          <a:xfrm>
            <a:off x="762000" y="6457950"/>
            <a:ext cx="10679430" cy="276225"/>
            <a:chOff x="762000" y="6457950"/>
            <a:chExt cx="10679430" cy="276225"/>
          </a:xfrm>
        </p:grpSpPr>
        <p:sp>
          <p:nvSpPr>
            <p:cNvPr id="121" name="Rectangle 121"/>
            <p:cNvSpPr/>
            <p:nvPr/>
          </p:nvSpPr>
          <p:spPr>
            <a:xfrm>
              <a:off x="762000" y="645795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03835"/>
            <a:ext cx="3646361" cy="548640"/>
            <a:chOff x="762000" y="203835"/>
            <a:chExt cx="3646361" cy="548640"/>
          </a:xfrm>
        </p:grpSpPr>
        <p:sp>
          <p:nvSpPr>
            <p:cNvPr id="3" name="Rectangle 3"/>
            <p:cNvSpPr/>
            <p:nvPr/>
          </p:nvSpPr>
          <p:spPr>
            <a:xfrm>
              <a:off x="762000" y="285750"/>
              <a:ext cx="38100" cy="2476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03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69595"/>
              <a:ext cx="3467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904875"/>
            <a:ext cx="10668000" cy="1619250"/>
            <a:chOff x="762000" y="904875"/>
            <a:chExt cx="10668000" cy="1619250"/>
          </a:xfrm>
        </p:grpSpPr>
        <p:sp>
          <p:nvSpPr>
            <p:cNvPr id="7" name="Rectangle 7"/>
            <p:cNvSpPr/>
            <p:nvPr/>
          </p:nvSpPr>
          <p:spPr>
            <a:xfrm>
              <a:off x="762000" y="904875"/>
              <a:ext cx="10668000" cy="1619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904875"/>
              <a:ext cx="47625" cy="1619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9048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992981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0820" y="1017270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 — 用户交互界面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00745" y="1575792"/>
              <a:ext cx="170259" cy="157162"/>
              <a:chOff x="1200745" y="1575792"/>
              <a:chExt cx="170259" cy="1571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07294" y="1582341"/>
                <a:ext cx="157162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130">
                    <a:moveTo>
                      <a:pt x="157162" y="13097"/>
                    </a:moveTo>
                    <a:lnTo>
                      <a:pt x="157162" y="85130"/>
                    </a:lnTo>
                    <a:lnTo>
                      <a:pt x="0" y="85130"/>
                    </a:ln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144066" y="0"/>
                    </a:lnTo>
                    <a:cubicBezTo>
                      <a:pt x="151299" y="0"/>
                      <a:pt x="157162" y="5864"/>
                      <a:pt x="157162" y="1309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0745" y="1575792"/>
                <a:ext cx="17025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57162">
                    <a:moveTo>
                      <a:pt x="150614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78581" y="130969"/>
                    </a:lnTo>
                    <a:lnTo>
                      <a:pt x="78581" y="144066"/>
                    </a:lnTo>
                    <a:lnTo>
                      <a:pt x="58936" y="144066"/>
                    </a:lnTo>
                    <a:cubicBezTo>
                      <a:pt x="55319" y="144066"/>
                      <a:pt x="52388" y="146997"/>
                      <a:pt x="52388" y="150614"/>
                    </a:cubicBezTo>
                    <a:cubicBezTo>
                      <a:pt x="52388" y="154231"/>
                      <a:pt x="55319" y="157162"/>
                      <a:pt x="58936" y="157162"/>
                    </a:cubicBezTo>
                    <a:lnTo>
                      <a:pt x="111323" y="157162"/>
                    </a:lnTo>
                    <a:cubicBezTo>
                      <a:pt x="114940" y="157162"/>
                      <a:pt x="117872" y="154231"/>
                      <a:pt x="117872" y="150614"/>
                    </a:cubicBezTo>
                    <a:cubicBezTo>
                      <a:pt x="117872" y="146997"/>
                      <a:pt x="114940" y="144066"/>
                      <a:pt x="111323" y="144066"/>
                    </a:cubicBezTo>
                    <a:lnTo>
                      <a:pt x="91678" y="144066"/>
                    </a:lnTo>
                    <a:lnTo>
                      <a:pt x="91678" y="130969"/>
                    </a:lnTo>
                    <a:lnTo>
                      <a:pt x="150614" y="130969"/>
                    </a:lnTo>
                    <a:cubicBezTo>
                      <a:pt x="161464" y="130969"/>
                      <a:pt x="170259" y="122173"/>
                      <a:pt x="170259" y="111323"/>
                    </a:cubicBezTo>
                    <a:lnTo>
                      <a:pt x="170259" y="19645"/>
                    </a:lnTo>
                    <a:cubicBezTo>
                      <a:pt x="170259" y="8796"/>
                      <a:pt x="161464" y="0"/>
                      <a:pt x="150614" y="0"/>
                    </a:cubicBezTo>
                    <a:close/>
                    <a:moveTo>
                      <a:pt x="19645" y="13097"/>
                    </a:moveTo>
                    <a:lnTo>
                      <a:pt x="150614" y="13097"/>
                    </a:lnTo>
                    <a:cubicBezTo>
                      <a:pt x="154231" y="13097"/>
                      <a:pt x="157162" y="16029"/>
                      <a:pt x="157162" y="19645"/>
                    </a:cubicBezTo>
                    <a:lnTo>
                      <a:pt x="157162" y="85130"/>
                    </a:lnTo>
                    <a:lnTo>
                      <a:pt x="13097" y="85130"/>
                    </a:lnTo>
                    <a:lnTo>
                      <a:pt x="13097" y="19645"/>
                    </a:lnTo>
                    <a:cubicBezTo>
                      <a:pt x="13097" y="16029"/>
                      <a:pt x="16029" y="13097"/>
                      <a:pt x="19645" y="13097"/>
                    </a:cubicBezTo>
                    <a:close/>
                    <a:moveTo>
                      <a:pt x="150614" y="117872"/>
                    </a:moveTo>
                    <a:lnTo>
                      <a:pt x="19645" y="117872"/>
                    </a:lnTo>
                    <a:cubicBezTo>
                      <a:pt x="16029" y="117872"/>
                      <a:pt x="13097" y="114940"/>
                      <a:pt x="13097" y="111323"/>
                    </a:cubicBezTo>
                    <a:lnTo>
                      <a:pt x="13097" y="98227"/>
                    </a:lnTo>
                    <a:lnTo>
                      <a:pt x="157162" y="98227"/>
                    </a:lnTo>
                    <a:lnTo>
                      <a:pt x="157162" y="111323"/>
                    </a:lnTo>
                    <a:cubicBezTo>
                      <a:pt x="157162" y="114940"/>
                      <a:pt x="154231" y="117872"/>
                      <a:pt x="150614" y="11787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0660" y="154686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界面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5711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侧边栏设置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422" y="1739741"/>
              <a:ext cx="26667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st.file_uploader + st.chat_message + st.sidebar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38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377786" y="1581352"/>
              <a:ext cx="197518" cy="145325"/>
              <a:chOff x="5377786" y="1581352"/>
              <a:chExt cx="197518" cy="145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8294" y="1588889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11323" y="72033"/>
                    </a:moveTo>
                    <a:cubicBezTo>
                      <a:pt x="111323" y="90116"/>
                      <a:pt x="96664" y="104775"/>
                      <a:pt x="78581" y="104775"/>
                    </a:cubicBezTo>
                    <a:cubicBezTo>
                      <a:pt x="60498" y="104775"/>
                      <a:pt x="45839" y="90116"/>
                      <a:pt x="45839" y="72033"/>
                    </a:cubicBezTo>
                    <a:cubicBezTo>
                      <a:pt x="45839" y="53950"/>
                      <a:pt x="60498" y="39291"/>
                      <a:pt x="78581" y="39291"/>
                    </a:cubicBezTo>
                    <a:cubicBezTo>
                      <a:pt x="96664" y="39291"/>
                      <a:pt x="111323" y="53950"/>
                      <a:pt x="111323" y="72033"/>
                    </a:cubicBezTo>
                    <a:close/>
                    <a:moveTo>
                      <a:pt x="26194" y="0"/>
                    </a:move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lose/>
                    <a:moveTo>
                      <a:pt x="130969" y="0"/>
                    </a:moveTo>
                    <a:cubicBezTo>
                      <a:pt x="116502" y="0"/>
                      <a:pt x="104775" y="11727"/>
                      <a:pt x="104775" y="26194"/>
                    </a:cubicBezTo>
                    <a:cubicBezTo>
                      <a:pt x="104775" y="40660"/>
                      <a:pt x="116502" y="52388"/>
                      <a:pt x="130969" y="52388"/>
                    </a:cubicBezTo>
                    <a:cubicBezTo>
                      <a:pt x="145435" y="52388"/>
                      <a:pt x="157162" y="40660"/>
                      <a:pt x="157162" y="26194"/>
                    </a:cubicBezTo>
                    <a:cubicBezTo>
                      <a:pt x="157162" y="11727"/>
                      <a:pt x="145435" y="0"/>
                      <a:pt x="130969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7786" y="1581352"/>
                <a:ext cx="197518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97518" h="145325">
                    <a:moveTo>
                      <a:pt x="194696" y="84808"/>
                    </a:moveTo>
                    <a:cubicBezTo>
                      <a:pt x="191803" y="86978"/>
                      <a:pt x="187698" y="86392"/>
                      <a:pt x="185528" y="83499"/>
                    </a:cubicBezTo>
                    <a:cubicBezTo>
                      <a:pt x="177524" y="72740"/>
                      <a:pt x="164886" y="66421"/>
                      <a:pt x="151477" y="66473"/>
                    </a:cubicBezTo>
                    <a:cubicBezTo>
                      <a:pt x="147860" y="66473"/>
                      <a:pt x="144928" y="63541"/>
                      <a:pt x="144928" y="59924"/>
                    </a:cubicBezTo>
                    <a:cubicBezTo>
                      <a:pt x="144928" y="56308"/>
                      <a:pt x="147860" y="53376"/>
                      <a:pt x="151477" y="53376"/>
                    </a:cubicBezTo>
                    <a:cubicBezTo>
                      <a:pt x="161685" y="53375"/>
                      <a:pt x="170192" y="45555"/>
                      <a:pt x="171051" y="35382"/>
                    </a:cubicBezTo>
                    <a:cubicBezTo>
                      <a:pt x="171909" y="25209"/>
                      <a:pt x="164832" y="16075"/>
                      <a:pt x="154768" y="14363"/>
                    </a:cubicBezTo>
                    <a:cubicBezTo>
                      <a:pt x="144704" y="12652"/>
                      <a:pt x="135006" y="18935"/>
                      <a:pt x="132453" y="28819"/>
                    </a:cubicBezTo>
                    <a:cubicBezTo>
                      <a:pt x="131549" y="32323"/>
                      <a:pt x="127976" y="34430"/>
                      <a:pt x="124472" y="33526"/>
                    </a:cubicBezTo>
                    <a:cubicBezTo>
                      <a:pt x="120969" y="32622"/>
                      <a:pt x="118862" y="29049"/>
                      <a:pt x="119766" y="25545"/>
                    </a:cubicBezTo>
                    <a:cubicBezTo>
                      <a:pt x="123263" y="12013"/>
                      <a:pt x="134964" y="2193"/>
                      <a:pt x="148898" y="1096"/>
                    </a:cubicBezTo>
                    <a:cubicBezTo>
                      <a:pt x="162832" y="0"/>
                      <a:pt x="175925" y="7869"/>
                      <a:pt x="181496" y="20688"/>
                    </a:cubicBezTo>
                    <a:cubicBezTo>
                      <a:pt x="187066" y="33506"/>
                      <a:pt x="183886" y="48448"/>
                      <a:pt x="173578" y="57886"/>
                    </a:cubicBezTo>
                    <a:cubicBezTo>
                      <a:pt x="182482" y="61742"/>
                      <a:pt x="190223" y="67860"/>
                      <a:pt x="196031" y="75632"/>
                    </a:cubicBezTo>
                    <a:cubicBezTo>
                      <a:pt x="197073" y="77025"/>
                      <a:pt x="197518" y="78776"/>
                      <a:pt x="197267" y="80497"/>
                    </a:cubicBezTo>
                    <a:cubicBezTo>
                      <a:pt x="197017" y="82219"/>
                      <a:pt x="196092" y="83770"/>
                      <a:pt x="194696" y="84808"/>
                    </a:cubicBezTo>
                    <a:close/>
                    <a:moveTo>
                      <a:pt x="150593" y="135231"/>
                    </a:moveTo>
                    <a:cubicBezTo>
                      <a:pt x="151837" y="137261"/>
                      <a:pt x="151882" y="139806"/>
                      <a:pt x="150711" y="141878"/>
                    </a:cubicBezTo>
                    <a:cubicBezTo>
                      <a:pt x="149539" y="143950"/>
                      <a:pt x="147335" y="145224"/>
                      <a:pt x="144954" y="145203"/>
                    </a:cubicBezTo>
                    <a:cubicBezTo>
                      <a:pt x="142574" y="145183"/>
                      <a:pt x="140392" y="143872"/>
                      <a:pt x="139256" y="141780"/>
                    </a:cubicBezTo>
                    <a:cubicBezTo>
                      <a:pt x="130862" y="127572"/>
                      <a:pt x="115587" y="118855"/>
                      <a:pt x="99085" y="118855"/>
                    </a:cubicBezTo>
                    <a:cubicBezTo>
                      <a:pt x="82583" y="118855"/>
                      <a:pt x="67308" y="127572"/>
                      <a:pt x="58914" y="141780"/>
                    </a:cubicBezTo>
                    <a:cubicBezTo>
                      <a:pt x="57799" y="143911"/>
                      <a:pt x="55606" y="145260"/>
                      <a:pt x="53201" y="145292"/>
                    </a:cubicBezTo>
                    <a:cubicBezTo>
                      <a:pt x="50795" y="145325"/>
                      <a:pt x="48566" y="144036"/>
                      <a:pt x="47394" y="141936"/>
                    </a:cubicBezTo>
                    <a:cubicBezTo>
                      <a:pt x="46222" y="139835"/>
                      <a:pt x="46295" y="137261"/>
                      <a:pt x="47586" y="135231"/>
                    </a:cubicBezTo>
                    <a:cubicBezTo>
                      <a:pt x="53934" y="124323"/>
                      <a:pt x="63615" y="115739"/>
                      <a:pt x="75204" y="110740"/>
                    </a:cubicBezTo>
                    <a:cubicBezTo>
                      <a:pt x="61833" y="100503"/>
                      <a:pt x="56472" y="82883"/>
                      <a:pt x="61877" y="66934"/>
                    </a:cubicBezTo>
                    <a:cubicBezTo>
                      <a:pt x="67281" y="50984"/>
                      <a:pt x="82249" y="40253"/>
                      <a:pt x="99089" y="40253"/>
                    </a:cubicBezTo>
                    <a:cubicBezTo>
                      <a:pt x="115929" y="40253"/>
                      <a:pt x="130897" y="50984"/>
                      <a:pt x="136301" y="66934"/>
                    </a:cubicBezTo>
                    <a:cubicBezTo>
                      <a:pt x="141706" y="82883"/>
                      <a:pt x="136346" y="100503"/>
                      <a:pt x="122975" y="110740"/>
                    </a:cubicBezTo>
                    <a:cubicBezTo>
                      <a:pt x="134564" y="115739"/>
                      <a:pt x="144244" y="124323"/>
                      <a:pt x="150593" y="135231"/>
                    </a:cubicBezTo>
                    <a:close/>
                    <a:moveTo>
                      <a:pt x="99089" y="105763"/>
                    </a:moveTo>
                    <a:cubicBezTo>
                      <a:pt x="113556" y="105763"/>
                      <a:pt x="125283" y="94036"/>
                      <a:pt x="125283" y="79570"/>
                    </a:cubicBezTo>
                    <a:cubicBezTo>
                      <a:pt x="125283" y="65103"/>
                      <a:pt x="113556" y="53376"/>
                      <a:pt x="99089" y="53376"/>
                    </a:cubicBezTo>
                    <a:cubicBezTo>
                      <a:pt x="84623" y="53376"/>
                      <a:pt x="72895" y="65103"/>
                      <a:pt x="72895" y="79570"/>
                    </a:cubicBezTo>
                    <a:cubicBezTo>
                      <a:pt x="72895" y="94036"/>
                      <a:pt x="84623" y="105763"/>
                      <a:pt x="99089" y="105763"/>
                    </a:cubicBezTo>
                    <a:close/>
                    <a:moveTo>
                      <a:pt x="53250" y="59924"/>
                    </a:moveTo>
                    <a:cubicBezTo>
                      <a:pt x="53250" y="56308"/>
                      <a:pt x="50318" y="53376"/>
                      <a:pt x="46702" y="53376"/>
                    </a:cubicBezTo>
                    <a:cubicBezTo>
                      <a:pt x="36493" y="53375"/>
                      <a:pt x="27986" y="45555"/>
                      <a:pt x="27128" y="35382"/>
                    </a:cubicBezTo>
                    <a:cubicBezTo>
                      <a:pt x="26269" y="25209"/>
                      <a:pt x="33346" y="16075"/>
                      <a:pt x="43410" y="14363"/>
                    </a:cubicBezTo>
                    <a:cubicBezTo>
                      <a:pt x="53475" y="12652"/>
                      <a:pt x="63173" y="18935"/>
                      <a:pt x="65725" y="28819"/>
                    </a:cubicBezTo>
                    <a:cubicBezTo>
                      <a:pt x="66629" y="32323"/>
                      <a:pt x="70202" y="34430"/>
                      <a:pt x="73706" y="33526"/>
                    </a:cubicBezTo>
                    <a:cubicBezTo>
                      <a:pt x="77209" y="32622"/>
                      <a:pt x="79317" y="29049"/>
                      <a:pt x="78412" y="25545"/>
                    </a:cubicBezTo>
                    <a:cubicBezTo>
                      <a:pt x="74915" y="12013"/>
                      <a:pt x="63214" y="2193"/>
                      <a:pt x="49280" y="1096"/>
                    </a:cubicBezTo>
                    <a:cubicBezTo>
                      <a:pt x="35347" y="0"/>
                      <a:pt x="22253" y="7869"/>
                      <a:pt x="16683" y="20688"/>
                    </a:cubicBezTo>
                    <a:cubicBezTo>
                      <a:pt x="11112" y="33506"/>
                      <a:pt x="14292" y="48448"/>
                      <a:pt x="24601" y="57886"/>
                    </a:cubicBezTo>
                    <a:cubicBezTo>
                      <a:pt x="15705" y="61745"/>
                      <a:pt x="7973" y="67863"/>
                      <a:pt x="2172" y="75632"/>
                    </a:cubicBezTo>
                    <a:cubicBezTo>
                      <a:pt x="0" y="78526"/>
                      <a:pt x="585" y="82632"/>
                      <a:pt x="3478" y="84804"/>
                    </a:cubicBezTo>
                    <a:cubicBezTo>
                      <a:pt x="6371" y="86977"/>
                      <a:pt x="10478" y="86392"/>
                      <a:pt x="12650" y="83499"/>
                    </a:cubicBezTo>
                    <a:cubicBezTo>
                      <a:pt x="20654" y="72740"/>
                      <a:pt x="33292" y="66421"/>
                      <a:pt x="46702" y="66473"/>
                    </a:cubicBezTo>
                    <a:cubicBezTo>
                      <a:pt x="50318" y="66473"/>
                      <a:pt x="53250" y="63541"/>
                      <a:pt x="53250" y="59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661660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会话状态管理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618" y="15711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 · 文件去重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6422" y="173974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uploaded_files[name_size] 去重 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99906" y="2152406"/>
              <a:ext cx="171963" cy="171963"/>
              <a:chOff x="1199906" y="2152406"/>
              <a:chExt cx="171963" cy="1719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06786" y="2159270"/>
                <a:ext cx="158251" cy="158259"/>
              </a:xfrm>
              <a:custGeom>
                <a:avLst/>
                <a:gdLst/>
                <a:ahLst/>
                <a:cxnLst/>
                <a:rect l="l" t="t" r="r" b="b"/>
                <a:pathLst>
                  <a:path w="158251" h="158259">
                    <a:moveTo>
                      <a:pt x="144459" y="75160"/>
                    </a:moveTo>
                    <a:lnTo>
                      <a:pt x="158194" y="57970"/>
                    </a:lnTo>
                    <a:cubicBezTo>
                      <a:pt x="156341" y="51006"/>
                      <a:pt x="153569" y="44320"/>
                      <a:pt x="149951" y="38087"/>
                    </a:cubicBezTo>
                    <a:lnTo>
                      <a:pt x="128096" y="35632"/>
                    </a:lnTo>
                    <a:cubicBezTo>
                      <a:pt x="126350" y="33665"/>
                      <a:pt x="124488" y="31803"/>
                      <a:pt x="122521" y="30057"/>
                    </a:cubicBezTo>
                    <a:lnTo>
                      <a:pt x="120066" y="8194"/>
                    </a:lnTo>
                    <a:cubicBezTo>
                      <a:pt x="113827" y="4597"/>
                      <a:pt x="107138" y="1845"/>
                      <a:pt x="100175" y="8"/>
                    </a:cubicBezTo>
                    <a:lnTo>
                      <a:pt x="82985" y="13735"/>
                    </a:lnTo>
                    <a:cubicBezTo>
                      <a:pt x="80357" y="13580"/>
                      <a:pt x="77722" y="13580"/>
                      <a:pt x="75094" y="13735"/>
                    </a:cubicBezTo>
                    <a:lnTo>
                      <a:pt x="57905" y="0"/>
                    </a:lnTo>
                    <a:cubicBezTo>
                      <a:pt x="50963" y="1858"/>
                      <a:pt x="44299" y="4630"/>
                      <a:pt x="38087" y="8243"/>
                    </a:cubicBezTo>
                    <a:lnTo>
                      <a:pt x="35632" y="30098"/>
                    </a:lnTo>
                    <a:cubicBezTo>
                      <a:pt x="33665" y="31844"/>
                      <a:pt x="31803" y="33706"/>
                      <a:pt x="30057" y="35673"/>
                    </a:cubicBezTo>
                    <a:lnTo>
                      <a:pt x="8194" y="38128"/>
                    </a:lnTo>
                    <a:cubicBezTo>
                      <a:pt x="4597" y="44367"/>
                      <a:pt x="1845" y="51056"/>
                      <a:pt x="8" y="58019"/>
                    </a:cubicBezTo>
                    <a:lnTo>
                      <a:pt x="13735" y="75209"/>
                    </a:lnTo>
                    <a:cubicBezTo>
                      <a:pt x="13580" y="77837"/>
                      <a:pt x="13580" y="80472"/>
                      <a:pt x="13735" y="83100"/>
                    </a:cubicBezTo>
                    <a:lnTo>
                      <a:pt x="0" y="100289"/>
                    </a:lnTo>
                    <a:cubicBezTo>
                      <a:pt x="1853" y="107253"/>
                      <a:pt x="4625" y="113940"/>
                      <a:pt x="8243" y="120172"/>
                    </a:cubicBezTo>
                    <a:lnTo>
                      <a:pt x="30098" y="122628"/>
                    </a:lnTo>
                    <a:cubicBezTo>
                      <a:pt x="31844" y="124595"/>
                      <a:pt x="33706" y="126456"/>
                      <a:pt x="35673" y="128202"/>
                    </a:cubicBezTo>
                    <a:lnTo>
                      <a:pt x="38128" y="150066"/>
                    </a:lnTo>
                    <a:cubicBezTo>
                      <a:pt x="44367" y="153662"/>
                      <a:pt x="51056" y="156415"/>
                      <a:pt x="58019" y="158251"/>
                    </a:cubicBezTo>
                    <a:lnTo>
                      <a:pt x="75209" y="144524"/>
                    </a:lnTo>
                    <a:cubicBezTo>
                      <a:pt x="77837" y="144680"/>
                      <a:pt x="80472" y="144680"/>
                      <a:pt x="83100" y="144524"/>
                    </a:cubicBezTo>
                    <a:lnTo>
                      <a:pt x="100289" y="158259"/>
                    </a:lnTo>
                    <a:cubicBezTo>
                      <a:pt x="107253" y="156407"/>
                      <a:pt x="113940" y="153635"/>
                      <a:pt x="120172" y="150017"/>
                    </a:cubicBezTo>
                    <a:lnTo>
                      <a:pt x="122628" y="128161"/>
                    </a:lnTo>
                    <a:cubicBezTo>
                      <a:pt x="124595" y="126415"/>
                      <a:pt x="126456" y="124554"/>
                      <a:pt x="128202" y="122587"/>
                    </a:cubicBezTo>
                    <a:lnTo>
                      <a:pt x="150066" y="120131"/>
                    </a:lnTo>
                    <a:cubicBezTo>
                      <a:pt x="153662" y="113892"/>
                      <a:pt x="156415" y="107203"/>
                      <a:pt x="158251" y="100240"/>
                    </a:cubicBezTo>
                    <a:lnTo>
                      <a:pt x="144524" y="83051"/>
                    </a:lnTo>
                    <a:cubicBezTo>
                      <a:pt x="144658" y="80421"/>
                      <a:pt x="144636" y="77786"/>
                      <a:pt x="144459" y="75160"/>
                    </a:cubicBezTo>
                    <a:close/>
                    <a:moveTo>
                      <a:pt x="79089" y="111847"/>
                    </a:moveTo>
                    <a:cubicBezTo>
                      <a:pt x="61006" y="111847"/>
                      <a:pt x="46347" y="97188"/>
                      <a:pt x="46347" y="79105"/>
                    </a:cubicBezTo>
                    <a:cubicBezTo>
                      <a:pt x="46347" y="61022"/>
                      <a:pt x="61006" y="46363"/>
                      <a:pt x="79089" y="46363"/>
                    </a:cubicBezTo>
                    <a:cubicBezTo>
                      <a:pt x="97172" y="46363"/>
                      <a:pt x="111831" y="61022"/>
                      <a:pt x="111831" y="79105"/>
                    </a:cubicBezTo>
                    <a:cubicBezTo>
                      <a:pt x="111831" y="97188"/>
                      <a:pt x="97172" y="111847"/>
                      <a:pt x="79089" y="11184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9906" y="2152406"/>
                <a:ext cx="171963" cy="171963"/>
              </a:xfrm>
              <a:custGeom>
                <a:avLst/>
                <a:gdLst/>
                <a:ahLst/>
                <a:cxnLst/>
                <a:rect l="l" t="t" r="r" b="b"/>
                <a:pathLst>
                  <a:path w="171963" h="171963">
                    <a:moveTo>
                      <a:pt x="85969" y="46679"/>
                    </a:moveTo>
                    <a:cubicBezTo>
                      <a:pt x="64270" y="46679"/>
                      <a:pt x="46679" y="64270"/>
                      <a:pt x="46679" y="85969"/>
                    </a:cubicBezTo>
                    <a:cubicBezTo>
                      <a:pt x="46679" y="107669"/>
                      <a:pt x="64270" y="125260"/>
                      <a:pt x="85969" y="125260"/>
                    </a:cubicBezTo>
                    <a:cubicBezTo>
                      <a:pt x="107669" y="125260"/>
                      <a:pt x="125260" y="107669"/>
                      <a:pt x="125260" y="85969"/>
                    </a:cubicBezTo>
                    <a:cubicBezTo>
                      <a:pt x="125237" y="64279"/>
                      <a:pt x="107660" y="46701"/>
                      <a:pt x="85969" y="46679"/>
                    </a:cubicBezTo>
                    <a:close/>
                    <a:moveTo>
                      <a:pt x="85969" y="112163"/>
                    </a:moveTo>
                    <a:cubicBezTo>
                      <a:pt x="71503" y="112163"/>
                      <a:pt x="59776" y="100436"/>
                      <a:pt x="59776" y="85969"/>
                    </a:cubicBezTo>
                    <a:cubicBezTo>
                      <a:pt x="59776" y="71503"/>
                      <a:pt x="71503" y="59776"/>
                      <a:pt x="85969" y="59776"/>
                    </a:cubicBezTo>
                    <a:cubicBezTo>
                      <a:pt x="100436" y="59776"/>
                      <a:pt x="112163" y="71503"/>
                      <a:pt x="112163" y="85969"/>
                    </a:cubicBezTo>
                    <a:cubicBezTo>
                      <a:pt x="112163" y="100436"/>
                      <a:pt x="100436" y="112163"/>
                      <a:pt x="85969" y="112163"/>
                    </a:cubicBezTo>
                    <a:close/>
                    <a:moveTo>
                      <a:pt x="158002" y="87737"/>
                    </a:moveTo>
                    <a:cubicBezTo>
                      <a:pt x="158035" y="86559"/>
                      <a:pt x="158035" y="85380"/>
                      <a:pt x="158002" y="84201"/>
                    </a:cubicBezTo>
                    <a:lnTo>
                      <a:pt x="170215" y="68943"/>
                    </a:lnTo>
                    <a:cubicBezTo>
                      <a:pt x="171514" y="67319"/>
                      <a:pt x="171963" y="65174"/>
                      <a:pt x="171427" y="63164"/>
                    </a:cubicBezTo>
                    <a:cubicBezTo>
                      <a:pt x="169421" y="55640"/>
                      <a:pt x="166426" y="48415"/>
                      <a:pt x="162521" y="41677"/>
                    </a:cubicBezTo>
                    <a:cubicBezTo>
                      <a:pt x="161483" y="39890"/>
                      <a:pt x="159662" y="38698"/>
                      <a:pt x="157609" y="38460"/>
                    </a:cubicBezTo>
                    <a:lnTo>
                      <a:pt x="138193" y="36300"/>
                    </a:lnTo>
                    <a:cubicBezTo>
                      <a:pt x="137386" y="35448"/>
                      <a:pt x="136567" y="34630"/>
                      <a:pt x="135738" y="33844"/>
                    </a:cubicBezTo>
                    <a:lnTo>
                      <a:pt x="133446" y="14379"/>
                    </a:lnTo>
                    <a:cubicBezTo>
                      <a:pt x="133207" y="12324"/>
                      <a:pt x="132011" y="10503"/>
                      <a:pt x="130220" y="9467"/>
                    </a:cubicBezTo>
                    <a:cubicBezTo>
                      <a:pt x="123484" y="5565"/>
                      <a:pt x="116258" y="2575"/>
                      <a:pt x="108733" y="578"/>
                    </a:cubicBezTo>
                    <a:cubicBezTo>
                      <a:pt x="106724" y="41"/>
                      <a:pt x="104579" y="491"/>
                      <a:pt x="102954" y="1789"/>
                    </a:cubicBezTo>
                    <a:lnTo>
                      <a:pt x="87737" y="13937"/>
                    </a:lnTo>
                    <a:cubicBezTo>
                      <a:pt x="86559" y="13937"/>
                      <a:pt x="85380" y="13937"/>
                      <a:pt x="84201" y="13937"/>
                    </a:cubicBezTo>
                    <a:lnTo>
                      <a:pt x="68943" y="1748"/>
                    </a:lnTo>
                    <a:cubicBezTo>
                      <a:pt x="67319" y="450"/>
                      <a:pt x="65174" y="0"/>
                      <a:pt x="63164" y="537"/>
                    </a:cubicBezTo>
                    <a:cubicBezTo>
                      <a:pt x="55640" y="2543"/>
                      <a:pt x="48415" y="5537"/>
                      <a:pt x="41677" y="9443"/>
                    </a:cubicBezTo>
                    <a:cubicBezTo>
                      <a:pt x="39890" y="10480"/>
                      <a:pt x="38698" y="12301"/>
                      <a:pt x="38460" y="14354"/>
                    </a:cubicBezTo>
                    <a:lnTo>
                      <a:pt x="36300" y="33803"/>
                    </a:lnTo>
                    <a:cubicBezTo>
                      <a:pt x="35448" y="34616"/>
                      <a:pt x="34630" y="35435"/>
                      <a:pt x="33844" y="36259"/>
                    </a:cubicBezTo>
                    <a:lnTo>
                      <a:pt x="14379" y="38493"/>
                    </a:lnTo>
                    <a:cubicBezTo>
                      <a:pt x="12324" y="38732"/>
                      <a:pt x="10503" y="39928"/>
                      <a:pt x="9467" y="41718"/>
                    </a:cubicBezTo>
                    <a:cubicBezTo>
                      <a:pt x="5566" y="48456"/>
                      <a:pt x="2574" y="55682"/>
                      <a:pt x="570" y="63205"/>
                    </a:cubicBezTo>
                    <a:cubicBezTo>
                      <a:pt x="35" y="65216"/>
                      <a:pt x="488" y="67361"/>
                      <a:pt x="1789" y="68984"/>
                    </a:cubicBezTo>
                    <a:lnTo>
                      <a:pt x="13937" y="84201"/>
                    </a:lnTo>
                    <a:cubicBezTo>
                      <a:pt x="13937" y="85380"/>
                      <a:pt x="13937" y="86559"/>
                      <a:pt x="13937" y="87737"/>
                    </a:cubicBezTo>
                    <a:lnTo>
                      <a:pt x="1748" y="102995"/>
                    </a:lnTo>
                    <a:cubicBezTo>
                      <a:pt x="450" y="104620"/>
                      <a:pt x="0" y="106765"/>
                      <a:pt x="537" y="108774"/>
                    </a:cubicBezTo>
                    <a:cubicBezTo>
                      <a:pt x="2543" y="116299"/>
                      <a:pt x="5537" y="123524"/>
                      <a:pt x="9443" y="130261"/>
                    </a:cubicBezTo>
                    <a:cubicBezTo>
                      <a:pt x="10480" y="132049"/>
                      <a:pt x="12301" y="133241"/>
                      <a:pt x="14354" y="133478"/>
                    </a:cubicBezTo>
                    <a:lnTo>
                      <a:pt x="33770" y="135639"/>
                    </a:lnTo>
                    <a:cubicBezTo>
                      <a:pt x="34583" y="136491"/>
                      <a:pt x="35402" y="137309"/>
                      <a:pt x="36226" y="138095"/>
                    </a:cubicBezTo>
                    <a:lnTo>
                      <a:pt x="38493" y="157560"/>
                    </a:lnTo>
                    <a:cubicBezTo>
                      <a:pt x="38732" y="159615"/>
                      <a:pt x="39928" y="161436"/>
                      <a:pt x="41718" y="162472"/>
                    </a:cubicBezTo>
                    <a:cubicBezTo>
                      <a:pt x="48456" y="166373"/>
                      <a:pt x="55682" y="169365"/>
                      <a:pt x="63205" y="171369"/>
                    </a:cubicBezTo>
                    <a:cubicBezTo>
                      <a:pt x="65216" y="171904"/>
                      <a:pt x="67361" y="171451"/>
                      <a:pt x="68984" y="170150"/>
                    </a:cubicBezTo>
                    <a:lnTo>
                      <a:pt x="84201" y="158002"/>
                    </a:lnTo>
                    <a:cubicBezTo>
                      <a:pt x="85380" y="158035"/>
                      <a:pt x="86559" y="158035"/>
                      <a:pt x="87737" y="158002"/>
                    </a:cubicBezTo>
                    <a:lnTo>
                      <a:pt x="102995" y="170215"/>
                    </a:lnTo>
                    <a:cubicBezTo>
                      <a:pt x="104620" y="171514"/>
                      <a:pt x="106765" y="171963"/>
                      <a:pt x="108774" y="171427"/>
                    </a:cubicBezTo>
                    <a:cubicBezTo>
                      <a:pt x="116300" y="169424"/>
                      <a:pt x="123526" y="166429"/>
                      <a:pt x="130261" y="162521"/>
                    </a:cubicBezTo>
                    <a:cubicBezTo>
                      <a:pt x="132049" y="161483"/>
                      <a:pt x="133241" y="159662"/>
                      <a:pt x="133478" y="157609"/>
                    </a:cubicBezTo>
                    <a:lnTo>
                      <a:pt x="135639" y="138193"/>
                    </a:lnTo>
                    <a:cubicBezTo>
                      <a:pt x="136491" y="137386"/>
                      <a:pt x="137309" y="136567"/>
                      <a:pt x="138095" y="135738"/>
                    </a:cubicBezTo>
                    <a:lnTo>
                      <a:pt x="157560" y="133446"/>
                    </a:lnTo>
                    <a:cubicBezTo>
                      <a:pt x="159615" y="133207"/>
                      <a:pt x="161436" y="132011"/>
                      <a:pt x="162472" y="130220"/>
                    </a:cubicBezTo>
                    <a:cubicBezTo>
                      <a:pt x="166373" y="123482"/>
                      <a:pt x="169365" y="116257"/>
                      <a:pt x="171369" y="108733"/>
                    </a:cubicBezTo>
                    <a:cubicBezTo>
                      <a:pt x="171904" y="106723"/>
                      <a:pt x="171451" y="104578"/>
                      <a:pt x="170150" y="102954"/>
                    </a:cubicBezTo>
                    <a:close/>
                    <a:moveTo>
                      <a:pt x="144823" y="82417"/>
                    </a:moveTo>
                    <a:cubicBezTo>
                      <a:pt x="144963" y="84783"/>
                      <a:pt x="144963" y="87156"/>
                      <a:pt x="144823" y="89522"/>
                    </a:cubicBezTo>
                    <a:cubicBezTo>
                      <a:pt x="144726" y="91142"/>
                      <a:pt x="145234" y="92741"/>
                      <a:pt x="146248" y="94008"/>
                    </a:cubicBezTo>
                    <a:lnTo>
                      <a:pt x="157863" y="108521"/>
                    </a:lnTo>
                    <a:cubicBezTo>
                      <a:pt x="156530" y="112756"/>
                      <a:pt x="154824" y="116865"/>
                      <a:pt x="152763" y="120799"/>
                    </a:cubicBezTo>
                    <a:lnTo>
                      <a:pt x="134264" y="122894"/>
                    </a:lnTo>
                    <a:cubicBezTo>
                      <a:pt x="132653" y="123073"/>
                      <a:pt x="131166" y="123843"/>
                      <a:pt x="130089" y="125055"/>
                    </a:cubicBezTo>
                    <a:cubicBezTo>
                      <a:pt x="128514" y="126827"/>
                      <a:pt x="126836" y="128506"/>
                      <a:pt x="125064" y="130081"/>
                    </a:cubicBezTo>
                    <a:cubicBezTo>
                      <a:pt x="123851" y="131157"/>
                      <a:pt x="123081" y="132645"/>
                      <a:pt x="122903" y="134256"/>
                    </a:cubicBezTo>
                    <a:lnTo>
                      <a:pt x="120848" y="152739"/>
                    </a:lnTo>
                    <a:cubicBezTo>
                      <a:pt x="116915" y="154800"/>
                      <a:pt x="112806" y="156507"/>
                      <a:pt x="108570" y="157839"/>
                    </a:cubicBezTo>
                    <a:lnTo>
                      <a:pt x="94049" y="146223"/>
                    </a:lnTo>
                    <a:cubicBezTo>
                      <a:pt x="92887" y="145295"/>
                      <a:pt x="91443" y="144790"/>
                      <a:pt x="89956" y="144791"/>
                    </a:cubicBezTo>
                    <a:lnTo>
                      <a:pt x="89563" y="144791"/>
                    </a:lnTo>
                    <a:cubicBezTo>
                      <a:pt x="87197" y="144930"/>
                      <a:pt x="84824" y="144930"/>
                      <a:pt x="82458" y="144791"/>
                    </a:cubicBezTo>
                    <a:cubicBezTo>
                      <a:pt x="80838" y="144698"/>
                      <a:pt x="79241" y="145205"/>
                      <a:pt x="77972" y="146215"/>
                    </a:cubicBezTo>
                    <a:lnTo>
                      <a:pt x="63418" y="157839"/>
                    </a:lnTo>
                    <a:cubicBezTo>
                      <a:pt x="59182" y="156506"/>
                      <a:pt x="55074" y="154799"/>
                      <a:pt x="51140" y="152739"/>
                    </a:cubicBezTo>
                    <a:lnTo>
                      <a:pt x="49044" y="134264"/>
                    </a:lnTo>
                    <a:cubicBezTo>
                      <a:pt x="48866" y="132653"/>
                      <a:pt x="48096" y="131166"/>
                      <a:pt x="46883" y="130089"/>
                    </a:cubicBezTo>
                    <a:cubicBezTo>
                      <a:pt x="45111" y="128514"/>
                      <a:pt x="43433" y="126836"/>
                      <a:pt x="41857" y="125064"/>
                    </a:cubicBezTo>
                    <a:cubicBezTo>
                      <a:pt x="40781" y="123851"/>
                      <a:pt x="39294" y="123081"/>
                      <a:pt x="37683" y="122903"/>
                    </a:cubicBezTo>
                    <a:lnTo>
                      <a:pt x="19200" y="120840"/>
                    </a:lnTo>
                    <a:cubicBezTo>
                      <a:pt x="17139" y="116907"/>
                      <a:pt x="15432" y="112798"/>
                      <a:pt x="14100" y="108562"/>
                    </a:cubicBezTo>
                    <a:lnTo>
                      <a:pt x="25716" y="94040"/>
                    </a:lnTo>
                    <a:cubicBezTo>
                      <a:pt x="26730" y="92773"/>
                      <a:pt x="27237" y="91175"/>
                      <a:pt x="27140" y="89555"/>
                    </a:cubicBezTo>
                    <a:cubicBezTo>
                      <a:pt x="27001" y="87188"/>
                      <a:pt x="27001" y="84816"/>
                      <a:pt x="27140" y="82450"/>
                    </a:cubicBezTo>
                    <a:cubicBezTo>
                      <a:pt x="27237" y="80830"/>
                      <a:pt x="26730" y="79231"/>
                      <a:pt x="25716" y="77964"/>
                    </a:cubicBezTo>
                    <a:lnTo>
                      <a:pt x="14100" y="63418"/>
                    </a:lnTo>
                    <a:cubicBezTo>
                      <a:pt x="15433" y="59182"/>
                      <a:pt x="17140" y="55074"/>
                      <a:pt x="19200" y="51140"/>
                    </a:cubicBezTo>
                    <a:lnTo>
                      <a:pt x="37675" y="49044"/>
                    </a:lnTo>
                    <a:cubicBezTo>
                      <a:pt x="39286" y="48866"/>
                      <a:pt x="40773" y="48096"/>
                      <a:pt x="41849" y="46883"/>
                    </a:cubicBezTo>
                    <a:cubicBezTo>
                      <a:pt x="43425" y="45111"/>
                      <a:pt x="45103" y="43433"/>
                      <a:pt x="46875" y="41857"/>
                    </a:cubicBezTo>
                    <a:cubicBezTo>
                      <a:pt x="48092" y="40781"/>
                      <a:pt x="48865" y="39290"/>
                      <a:pt x="49044" y="37675"/>
                    </a:cubicBezTo>
                    <a:lnTo>
                      <a:pt x="51099" y="19200"/>
                    </a:lnTo>
                    <a:cubicBezTo>
                      <a:pt x="55032" y="17139"/>
                      <a:pt x="59141" y="15432"/>
                      <a:pt x="63377" y="14100"/>
                    </a:cubicBezTo>
                    <a:lnTo>
                      <a:pt x="77898" y="25716"/>
                    </a:lnTo>
                    <a:cubicBezTo>
                      <a:pt x="79166" y="26730"/>
                      <a:pt x="80764" y="27237"/>
                      <a:pt x="82384" y="27140"/>
                    </a:cubicBezTo>
                    <a:cubicBezTo>
                      <a:pt x="84750" y="27001"/>
                      <a:pt x="87123" y="27001"/>
                      <a:pt x="89489" y="27140"/>
                    </a:cubicBezTo>
                    <a:cubicBezTo>
                      <a:pt x="91109" y="27233"/>
                      <a:pt x="92706" y="26726"/>
                      <a:pt x="93975" y="25716"/>
                    </a:cubicBezTo>
                    <a:lnTo>
                      <a:pt x="108521" y="14100"/>
                    </a:lnTo>
                    <a:cubicBezTo>
                      <a:pt x="112756" y="15433"/>
                      <a:pt x="116865" y="17140"/>
                      <a:pt x="120799" y="19200"/>
                    </a:cubicBezTo>
                    <a:lnTo>
                      <a:pt x="122894" y="37675"/>
                    </a:lnTo>
                    <a:cubicBezTo>
                      <a:pt x="123073" y="39286"/>
                      <a:pt x="123843" y="40773"/>
                      <a:pt x="125055" y="41849"/>
                    </a:cubicBezTo>
                    <a:cubicBezTo>
                      <a:pt x="126827" y="43425"/>
                      <a:pt x="128506" y="45103"/>
                      <a:pt x="130081" y="46875"/>
                    </a:cubicBezTo>
                    <a:cubicBezTo>
                      <a:pt x="131157" y="48087"/>
                      <a:pt x="132645" y="48857"/>
                      <a:pt x="134256" y="49036"/>
                    </a:cubicBezTo>
                    <a:lnTo>
                      <a:pt x="152739" y="51091"/>
                    </a:lnTo>
                    <a:cubicBezTo>
                      <a:pt x="154800" y="55024"/>
                      <a:pt x="156507" y="59133"/>
                      <a:pt x="157839" y="63369"/>
                    </a:cubicBezTo>
                    <a:lnTo>
                      <a:pt x="146223" y="77890"/>
                    </a:lnTo>
                    <a:cubicBezTo>
                      <a:pt x="145199" y="79168"/>
                      <a:pt x="144691" y="80783"/>
                      <a:pt x="144799" y="8241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0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设置面板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4618" y="21521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Top-K 滑块 · 模型信息 · 清空按钮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38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387664" y="2153239"/>
              <a:ext cx="181328" cy="176930"/>
              <a:chOff x="5387664" y="2153239"/>
              <a:chExt cx="181328" cy="176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392308" y="2153251"/>
                <a:ext cx="163151" cy="167236"/>
              </a:xfrm>
              <a:custGeom>
                <a:avLst/>
                <a:gdLst/>
                <a:ahLst/>
                <a:cxnLst/>
                <a:rect l="l" t="t" r="r" b="b"/>
                <a:pathLst>
                  <a:path w="163151" h="167236">
                    <a:moveTo>
                      <a:pt x="163148" y="85124"/>
                    </a:moveTo>
                    <a:cubicBezTo>
                      <a:pt x="163151" y="113212"/>
                      <a:pt x="148163" y="139166"/>
                      <a:pt x="123833" y="153201"/>
                    </a:cubicBezTo>
                    <a:cubicBezTo>
                      <a:pt x="99503" y="167236"/>
                      <a:pt x="69532" y="167218"/>
                      <a:pt x="45219" y="153154"/>
                    </a:cubicBezTo>
                    <a:lnTo>
                      <a:pt x="45219" y="153154"/>
                    </a:lnTo>
                    <a:lnTo>
                      <a:pt x="14613" y="163361"/>
                    </a:lnTo>
                    <a:cubicBezTo>
                      <a:pt x="12260" y="164146"/>
                      <a:pt x="9665" y="163534"/>
                      <a:pt x="7911" y="161780"/>
                    </a:cubicBezTo>
                    <a:cubicBezTo>
                      <a:pt x="6157" y="160025"/>
                      <a:pt x="5544" y="157431"/>
                      <a:pt x="6329" y="155077"/>
                    </a:cubicBezTo>
                    <a:lnTo>
                      <a:pt x="16536" y="124472"/>
                    </a:lnTo>
                    <a:lnTo>
                      <a:pt x="16536" y="124472"/>
                    </a:lnTo>
                    <a:cubicBezTo>
                      <a:pt x="0" y="95869"/>
                      <a:pt x="3121" y="59977"/>
                      <a:pt x="24346" y="34658"/>
                    </a:cubicBezTo>
                    <a:cubicBezTo>
                      <a:pt x="45571" y="9339"/>
                      <a:pt x="80367" y="0"/>
                      <a:pt x="111418" y="11289"/>
                    </a:cubicBezTo>
                    <a:cubicBezTo>
                      <a:pt x="142468" y="22579"/>
                      <a:pt x="163141" y="52085"/>
                      <a:pt x="163148" y="8512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87664" y="2153239"/>
                <a:ext cx="181328" cy="176930"/>
              </a:xfrm>
              <a:custGeom>
                <a:avLst/>
                <a:gdLst/>
                <a:ahLst/>
                <a:cxnLst/>
                <a:rect l="l" t="t" r="r" b="b"/>
                <a:pathLst>
                  <a:path w="181328" h="176930">
                    <a:moveTo>
                      <a:pt x="89211" y="7"/>
                    </a:moveTo>
                    <a:cubicBezTo>
                      <a:pt x="59315" y="0"/>
                      <a:pt x="31606" y="15676"/>
                      <a:pt x="16214" y="41305"/>
                    </a:cubicBezTo>
                    <a:cubicBezTo>
                      <a:pt x="821" y="66934"/>
                      <a:pt x="0" y="98759"/>
                      <a:pt x="14051" y="125147"/>
                    </a:cubicBezTo>
                    <a:lnTo>
                      <a:pt x="4761" y="153019"/>
                    </a:lnTo>
                    <a:cubicBezTo>
                      <a:pt x="3191" y="157726"/>
                      <a:pt x="4416" y="162915"/>
                      <a:pt x="7924" y="166423"/>
                    </a:cubicBezTo>
                    <a:cubicBezTo>
                      <a:pt x="11432" y="169931"/>
                      <a:pt x="16622" y="171156"/>
                      <a:pt x="21328" y="169586"/>
                    </a:cubicBezTo>
                    <a:lnTo>
                      <a:pt x="49200" y="160296"/>
                    </a:lnTo>
                    <a:cubicBezTo>
                      <a:pt x="80474" y="176930"/>
                      <a:pt x="118781" y="172460"/>
                      <a:pt x="145384" y="149071"/>
                    </a:cubicBezTo>
                    <a:cubicBezTo>
                      <a:pt x="171988" y="125682"/>
                      <a:pt x="181328" y="88264"/>
                      <a:pt x="168837" y="55117"/>
                    </a:cubicBezTo>
                    <a:cubicBezTo>
                      <a:pt x="156346" y="21969"/>
                      <a:pt x="124634" y="21"/>
                      <a:pt x="89211" y="7"/>
                    </a:cubicBezTo>
                    <a:close/>
                    <a:moveTo>
                      <a:pt x="89211" y="157169"/>
                    </a:moveTo>
                    <a:cubicBezTo>
                      <a:pt x="76548" y="157178"/>
                      <a:pt x="64107" y="153843"/>
                      <a:pt x="53145" y="147502"/>
                    </a:cubicBezTo>
                    <a:cubicBezTo>
                      <a:pt x="52150" y="146925"/>
                      <a:pt x="51021" y="146620"/>
                      <a:pt x="49871" y="146618"/>
                    </a:cubicBezTo>
                    <a:cubicBezTo>
                      <a:pt x="49167" y="146618"/>
                      <a:pt x="48467" y="146734"/>
                      <a:pt x="47800" y="146962"/>
                    </a:cubicBezTo>
                    <a:lnTo>
                      <a:pt x="17178" y="157169"/>
                    </a:lnTo>
                    <a:lnTo>
                      <a:pt x="27385" y="126555"/>
                    </a:lnTo>
                    <a:cubicBezTo>
                      <a:pt x="27981" y="124776"/>
                      <a:pt x="27784" y="122826"/>
                      <a:pt x="26845" y="121202"/>
                    </a:cubicBezTo>
                    <a:cubicBezTo>
                      <a:pt x="10520" y="92976"/>
                      <a:pt x="15190" y="57304"/>
                      <a:pt x="38232" y="34234"/>
                    </a:cubicBezTo>
                    <a:cubicBezTo>
                      <a:pt x="61274" y="11163"/>
                      <a:pt x="96940" y="6447"/>
                      <a:pt x="125186" y="22737"/>
                    </a:cubicBezTo>
                    <a:cubicBezTo>
                      <a:pt x="153432" y="39027"/>
                      <a:pt x="167212" y="72259"/>
                      <a:pt x="158783" y="103757"/>
                    </a:cubicBezTo>
                    <a:cubicBezTo>
                      <a:pt x="150354" y="135256"/>
                      <a:pt x="121817" y="157164"/>
                      <a:pt x="89211" y="157169"/>
                    </a:cubicBezTo>
                    <a:close/>
                    <a:moveTo>
                      <a:pt x="99034" y="85136"/>
                    </a:moveTo>
                    <a:cubicBezTo>
                      <a:pt x="99034" y="90561"/>
                      <a:pt x="94636" y="94959"/>
                      <a:pt x="89211" y="94959"/>
                    </a:cubicBezTo>
                    <a:cubicBezTo>
                      <a:pt x="83786" y="94959"/>
                      <a:pt x="79388" y="90561"/>
                      <a:pt x="79388" y="85136"/>
                    </a:cubicBezTo>
                    <a:cubicBezTo>
                      <a:pt x="79388" y="79711"/>
                      <a:pt x="83786" y="75314"/>
                      <a:pt x="89211" y="75314"/>
                    </a:cubicBezTo>
                    <a:cubicBezTo>
                      <a:pt x="94636" y="75314"/>
                      <a:pt x="99034" y="79711"/>
                      <a:pt x="99034" y="85136"/>
                    </a:cubicBezTo>
                    <a:close/>
                    <a:moveTo>
                      <a:pt x="63017" y="85136"/>
                    </a:moveTo>
                    <a:cubicBezTo>
                      <a:pt x="63017" y="90561"/>
                      <a:pt x="58619" y="94959"/>
                      <a:pt x="53194" y="94959"/>
                    </a:cubicBezTo>
                    <a:cubicBezTo>
                      <a:pt x="47770" y="94959"/>
                      <a:pt x="43372" y="90561"/>
                      <a:pt x="43372" y="85136"/>
                    </a:cubicBezTo>
                    <a:cubicBezTo>
                      <a:pt x="43372" y="79711"/>
                      <a:pt x="47770" y="75314"/>
                      <a:pt x="53194" y="75314"/>
                    </a:cubicBezTo>
                    <a:cubicBezTo>
                      <a:pt x="58619" y="75314"/>
                      <a:pt x="63017" y="79711"/>
                      <a:pt x="63017" y="85136"/>
                    </a:cubicBezTo>
                    <a:close/>
                    <a:moveTo>
                      <a:pt x="135050" y="85136"/>
                    </a:moveTo>
                    <a:cubicBezTo>
                      <a:pt x="135050" y="90561"/>
                      <a:pt x="130652" y="94959"/>
                      <a:pt x="125227" y="94959"/>
                    </a:cubicBezTo>
                    <a:cubicBezTo>
                      <a:pt x="119802" y="94959"/>
                      <a:pt x="115405" y="90561"/>
                      <a:pt x="115405" y="85136"/>
                    </a:cubicBezTo>
                    <a:cubicBezTo>
                      <a:pt x="115405" y="79711"/>
                      <a:pt x="119802" y="75314"/>
                      <a:pt x="125227" y="75314"/>
                    </a:cubicBezTo>
                    <a:cubicBezTo>
                      <a:pt x="130652" y="75314"/>
                      <a:pt x="135050" y="79711"/>
                      <a:pt x="135050" y="8513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61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聊天展示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45618" y="21521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检索来源展开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781050" y="25241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A73E8"/>
            </a:solidFill>
            <a:custDash>
              <a:ds d="266666" sp="200000"/>
            </a:custDash>
          </a:ln>
        </p:spPr>
      </p:sp>
      <p:grpSp>
        <p:nvGrpSpPr>
          <p:cNvPr id="77" name="Group 77"/>
          <p:cNvGrpSpPr/>
          <p:nvPr/>
        </p:nvGrpSpPr>
        <p:grpSpPr>
          <a:xfrm>
            <a:off x="762000" y="2695575"/>
            <a:ext cx="10668000" cy="1762125"/>
            <a:chOff x="762000" y="2695575"/>
            <a:chExt cx="10668000" cy="1762125"/>
          </a:xfrm>
        </p:grpSpPr>
        <p:sp>
          <p:nvSpPr>
            <p:cNvPr id="40" name="Rectangle 40"/>
            <p:cNvSpPr/>
            <p:nvPr/>
          </p:nvSpPr>
          <p:spPr>
            <a:xfrm>
              <a:off x="762000" y="2695575"/>
              <a:ext cx="10668000" cy="1762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95575"/>
              <a:ext cx="47625" cy="176212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" y="26955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3462" y="2783681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0320" y="2807970"/>
              <a:ext cx="2327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 — 工具编排与推理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3171825"/>
              <a:ext cx="285750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87642" y="3350104"/>
              <a:ext cx="196459" cy="170293"/>
              <a:chOff x="1187642" y="3350104"/>
              <a:chExt cx="196459" cy="17029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4162" y="3359944"/>
                <a:ext cx="183397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83397" h="150614">
                    <a:moveTo>
                      <a:pt x="183391" y="75307"/>
                    </a:moveTo>
                    <a:cubicBezTo>
                      <a:pt x="183397" y="91962"/>
                      <a:pt x="172900" y="106811"/>
                      <a:pt x="157198" y="112363"/>
                    </a:cubicBezTo>
                    <a:lnTo>
                      <a:pt x="157198" y="112363"/>
                    </a:lnTo>
                    <a:lnTo>
                      <a:pt x="157198" y="117872"/>
                    </a:lnTo>
                    <a:cubicBezTo>
                      <a:pt x="157198" y="135955"/>
                      <a:pt x="142538" y="150614"/>
                      <a:pt x="124455" y="150614"/>
                    </a:cubicBezTo>
                    <a:cubicBezTo>
                      <a:pt x="106372" y="150614"/>
                      <a:pt x="91713" y="135955"/>
                      <a:pt x="91713" y="117872"/>
                    </a:cubicBezTo>
                    <a:cubicBezTo>
                      <a:pt x="91713" y="135955"/>
                      <a:pt x="77054" y="150614"/>
                      <a:pt x="58971" y="150614"/>
                    </a:cubicBezTo>
                    <a:cubicBezTo>
                      <a:pt x="40888" y="150614"/>
                      <a:pt x="26229" y="135955"/>
                      <a:pt x="26229" y="117872"/>
                    </a:cubicBezTo>
                    <a:lnTo>
                      <a:pt x="26229" y="112363"/>
                    </a:lnTo>
                    <a:lnTo>
                      <a:pt x="26229" y="112363"/>
                    </a:lnTo>
                    <a:cubicBezTo>
                      <a:pt x="10512" y="106823"/>
                      <a:pt x="0" y="91971"/>
                      <a:pt x="0" y="75307"/>
                    </a:cubicBezTo>
                    <a:cubicBezTo>
                      <a:pt x="0" y="58643"/>
                      <a:pt x="10512" y="43791"/>
                      <a:pt x="26229" y="38251"/>
                    </a:cubicBezTo>
                    <a:lnTo>
                      <a:pt x="26229" y="32742"/>
                    </a:lnTo>
                    <a:cubicBezTo>
                      <a:pt x="26229" y="14659"/>
                      <a:pt x="40888" y="0"/>
                      <a:pt x="58971" y="0"/>
                    </a:cubicBezTo>
                    <a:cubicBezTo>
                      <a:pt x="77054" y="0"/>
                      <a:pt x="91713" y="14659"/>
                      <a:pt x="91713" y="32742"/>
                    </a:cubicBezTo>
                    <a:cubicBezTo>
                      <a:pt x="91713" y="14659"/>
                      <a:pt x="106372" y="0"/>
                      <a:pt x="124455" y="0"/>
                    </a:cubicBezTo>
                    <a:cubicBezTo>
                      <a:pt x="142538" y="0"/>
                      <a:pt x="157198" y="14659"/>
                      <a:pt x="157198" y="32742"/>
                    </a:cubicBezTo>
                    <a:lnTo>
                      <a:pt x="157198" y="38251"/>
                    </a:lnTo>
                    <a:cubicBezTo>
                      <a:pt x="172900" y="43803"/>
                      <a:pt x="183397" y="58652"/>
                      <a:pt x="183391" y="7530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642" y="3350104"/>
                <a:ext cx="196459" cy="170293"/>
              </a:xfrm>
              <a:custGeom>
                <a:avLst/>
                <a:gdLst/>
                <a:ahLst/>
                <a:cxnLst/>
                <a:rect l="l" t="t" r="r" b="b"/>
                <a:pathLst>
                  <a:path w="196459" h="170293">
                    <a:moveTo>
                      <a:pt x="196459" y="85146"/>
                    </a:moveTo>
                    <a:cubicBezTo>
                      <a:pt x="196442" y="67443"/>
                      <a:pt x="186251" y="51326"/>
                      <a:pt x="170266" y="43719"/>
                    </a:cubicBezTo>
                    <a:lnTo>
                      <a:pt x="170266" y="42582"/>
                    </a:lnTo>
                    <a:cubicBezTo>
                      <a:pt x="170250" y="25257"/>
                      <a:pt x="158889" y="9987"/>
                      <a:pt x="142300" y="4994"/>
                    </a:cubicBezTo>
                    <a:cubicBezTo>
                      <a:pt x="125711" y="0"/>
                      <a:pt x="107809" y="6461"/>
                      <a:pt x="98233" y="20898"/>
                    </a:cubicBezTo>
                    <a:cubicBezTo>
                      <a:pt x="88656" y="6461"/>
                      <a:pt x="70754" y="0"/>
                      <a:pt x="54165" y="4994"/>
                    </a:cubicBezTo>
                    <a:cubicBezTo>
                      <a:pt x="37576" y="9987"/>
                      <a:pt x="26215" y="25257"/>
                      <a:pt x="26200" y="42582"/>
                    </a:cubicBezTo>
                    <a:lnTo>
                      <a:pt x="26200" y="43719"/>
                    </a:lnTo>
                    <a:cubicBezTo>
                      <a:pt x="10200" y="51306"/>
                      <a:pt x="0" y="67430"/>
                      <a:pt x="0" y="85138"/>
                    </a:cubicBezTo>
                    <a:cubicBezTo>
                      <a:pt x="0" y="102846"/>
                      <a:pt x="10200" y="118970"/>
                      <a:pt x="26200" y="126557"/>
                    </a:cubicBezTo>
                    <a:lnTo>
                      <a:pt x="26200" y="127711"/>
                    </a:lnTo>
                    <a:cubicBezTo>
                      <a:pt x="26215" y="145036"/>
                      <a:pt x="37576" y="160305"/>
                      <a:pt x="54165" y="165299"/>
                    </a:cubicBezTo>
                    <a:cubicBezTo>
                      <a:pt x="70754" y="170293"/>
                      <a:pt x="88656" y="163832"/>
                      <a:pt x="98233" y="149395"/>
                    </a:cubicBezTo>
                    <a:cubicBezTo>
                      <a:pt x="107809" y="163832"/>
                      <a:pt x="125711" y="170293"/>
                      <a:pt x="142300" y="165299"/>
                    </a:cubicBezTo>
                    <a:cubicBezTo>
                      <a:pt x="158889" y="160305"/>
                      <a:pt x="170250" y="145036"/>
                      <a:pt x="170266" y="127711"/>
                    </a:cubicBezTo>
                    <a:lnTo>
                      <a:pt x="170266" y="126557"/>
                    </a:lnTo>
                    <a:cubicBezTo>
                      <a:pt x="186248" y="118956"/>
                      <a:pt x="196439" y="102845"/>
                      <a:pt x="196459" y="85146"/>
                    </a:cubicBezTo>
                    <a:close/>
                    <a:moveTo>
                      <a:pt x="65491" y="153905"/>
                    </a:moveTo>
                    <a:cubicBezTo>
                      <a:pt x="52115" y="153903"/>
                      <a:pt x="40890" y="143825"/>
                      <a:pt x="39452" y="130527"/>
                    </a:cubicBezTo>
                    <a:cubicBezTo>
                      <a:pt x="41570" y="130829"/>
                      <a:pt x="43706" y="130982"/>
                      <a:pt x="45845" y="130985"/>
                    </a:cubicBezTo>
                    <a:lnTo>
                      <a:pt x="52394" y="130985"/>
                    </a:lnTo>
                    <a:cubicBezTo>
                      <a:pt x="56010" y="130985"/>
                      <a:pt x="58942" y="128054"/>
                      <a:pt x="58942" y="124437"/>
                    </a:cubicBezTo>
                    <a:cubicBezTo>
                      <a:pt x="58942" y="120820"/>
                      <a:pt x="56010" y="117889"/>
                      <a:pt x="52394" y="117889"/>
                    </a:cubicBezTo>
                    <a:lnTo>
                      <a:pt x="45845" y="117889"/>
                    </a:lnTo>
                    <a:cubicBezTo>
                      <a:pt x="29883" y="117907"/>
                      <a:pt x="16234" y="106413"/>
                      <a:pt x="13536" y="90681"/>
                    </a:cubicBezTo>
                    <a:cubicBezTo>
                      <a:pt x="10838" y="74948"/>
                      <a:pt x="19878" y="59563"/>
                      <a:pt x="34934" y="54262"/>
                    </a:cubicBezTo>
                    <a:cubicBezTo>
                      <a:pt x="37548" y="53337"/>
                      <a:pt x="39296" y="50864"/>
                      <a:pt x="39297" y="48090"/>
                    </a:cubicBezTo>
                    <a:lnTo>
                      <a:pt x="39297" y="42582"/>
                    </a:lnTo>
                    <a:cubicBezTo>
                      <a:pt x="39297" y="28115"/>
                      <a:pt x="51024" y="16388"/>
                      <a:pt x="65491" y="16388"/>
                    </a:cubicBezTo>
                    <a:cubicBezTo>
                      <a:pt x="79957" y="16388"/>
                      <a:pt x="91684" y="28115"/>
                      <a:pt x="91684" y="42582"/>
                    </a:cubicBezTo>
                    <a:lnTo>
                      <a:pt x="91684" y="98456"/>
                    </a:lnTo>
                    <a:cubicBezTo>
                      <a:pt x="84493" y="91989"/>
                      <a:pt x="75162" y="88413"/>
                      <a:pt x="65491" y="88421"/>
                    </a:cubicBezTo>
                    <a:cubicBezTo>
                      <a:pt x="61874" y="88421"/>
                      <a:pt x="58942" y="91352"/>
                      <a:pt x="58942" y="94969"/>
                    </a:cubicBezTo>
                    <a:cubicBezTo>
                      <a:pt x="58942" y="98586"/>
                      <a:pt x="61874" y="101517"/>
                      <a:pt x="65491" y="101517"/>
                    </a:cubicBezTo>
                    <a:cubicBezTo>
                      <a:pt x="79957" y="101517"/>
                      <a:pt x="91684" y="113245"/>
                      <a:pt x="91684" y="127711"/>
                    </a:cubicBezTo>
                    <a:cubicBezTo>
                      <a:pt x="91684" y="142178"/>
                      <a:pt x="79957" y="153905"/>
                      <a:pt x="65491" y="153905"/>
                    </a:cubicBezTo>
                    <a:close/>
                    <a:moveTo>
                      <a:pt x="150620" y="117889"/>
                    </a:moveTo>
                    <a:lnTo>
                      <a:pt x="144072" y="117889"/>
                    </a:lnTo>
                    <a:cubicBezTo>
                      <a:pt x="140455" y="117889"/>
                      <a:pt x="137523" y="120820"/>
                      <a:pt x="137523" y="124437"/>
                    </a:cubicBezTo>
                    <a:cubicBezTo>
                      <a:pt x="137523" y="128054"/>
                      <a:pt x="140455" y="130985"/>
                      <a:pt x="144072" y="130985"/>
                    </a:cubicBezTo>
                    <a:lnTo>
                      <a:pt x="150620" y="130985"/>
                    </a:lnTo>
                    <a:cubicBezTo>
                      <a:pt x="152759" y="130982"/>
                      <a:pt x="154895" y="130829"/>
                      <a:pt x="157013" y="130527"/>
                    </a:cubicBezTo>
                    <a:cubicBezTo>
                      <a:pt x="155497" y="144546"/>
                      <a:pt x="143155" y="154850"/>
                      <a:pt x="129091" y="153837"/>
                    </a:cubicBezTo>
                    <a:cubicBezTo>
                      <a:pt x="115026" y="152825"/>
                      <a:pt x="104287" y="140860"/>
                      <a:pt x="104794" y="126768"/>
                    </a:cubicBezTo>
                    <a:cubicBezTo>
                      <a:pt x="105302" y="112677"/>
                      <a:pt x="116874" y="101515"/>
                      <a:pt x="130975" y="101517"/>
                    </a:cubicBezTo>
                    <a:cubicBezTo>
                      <a:pt x="134591" y="101517"/>
                      <a:pt x="137523" y="98586"/>
                      <a:pt x="137523" y="94969"/>
                    </a:cubicBezTo>
                    <a:cubicBezTo>
                      <a:pt x="137523" y="91352"/>
                      <a:pt x="134591" y="88421"/>
                      <a:pt x="130975" y="88421"/>
                    </a:cubicBezTo>
                    <a:cubicBezTo>
                      <a:pt x="121303" y="88413"/>
                      <a:pt x="111972" y="91989"/>
                      <a:pt x="104781" y="98456"/>
                    </a:cubicBezTo>
                    <a:lnTo>
                      <a:pt x="104781" y="42582"/>
                    </a:lnTo>
                    <a:cubicBezTo>
                      <a:pt x="104781" y="28115"/>
                      <a:pt x="116508" y="16388"/>
                      <a:pt x="130975" y="16388"/>
                    </a:cubicBezTo>
                    <a:cubicBezTo>
                      <a:pt x="145441" y="16388"/>
                      <a:pt x="157169" y="28115"/>
                      <a:pt x="157169" y="42582"/>
                    </a:cubicBezTo>
                    <a:lnTo>
                      <a:pt x="157169" y="48090"/>
                    </a:lnTo>
                    <a:cubicBezTo>
                      <a:pt x="157169" y="50864"/>
                      <a:pt x="158917" y="53337"/>
                      <a:pt x="161532" y="54262"/>
                    </a:cubicBezTo>
                    <a:cubicBezTo>
                      <a:pt x="176588" y="59563"/>
                      <a:pt x="185628" y="74948"/>
                      <a:pt x="182930" y="90681"/>
                    </a:cubicBezTo>
                    <a:cubicBezTo>
                      <a:pt x="180232" y="106413"/>
                      <a:pt x="166582" y="117907"/>
                      <a:pt x="150620" y="117889"/>
                    </a:cubicBezTo>
                    <a:close/>
                    <a:moveTo>
                      <a:pt x="163717" y="75324"/>
                    </a:moveTo>
                    <a:cubicBezTo>
                      <a:pt x="163717" y="78940"/>
                      <a:pt x="160785" y="81872"/>
                      <a:pt x="157169" y="81872"/>
                    </a:cubicBezTo>
                    <a:lnTo>
                      <a:pt x="153894" y="81872"/>
                    </a:lnTo>
                    <a:cubicBezTo>
                      <a:pt x="137620" y="81872"/>
                      <a:pt x="124426" y="68679"/>
                      <a:pt x="124426" y="52404"/>
                    </a:cubicBezTo>
                    <a:lnTo>
                      <a:pt x="124426" y="49130"/>
                    </a:lnTo>
                    <a:cubicBezTo>
                      <a:pt x="124426" y="45513"/>
                      <a:pt x="127358" y="42582"/>
                      <a:pt x="130975" y="42582"/>
                    </a:cubicBezTo>
                    <a:cubicBezTo>
                      <a:pt x="134591" y="42582"/>
                      <a:pt x="137523" y="45513"/>
                      <a:pt x="137523" y="49130"/>
                    </a:cubicBezTo>
                    <a:lnTo>
                      <a:pt x="137523" y="52404"/>
                    </a:lnTo>
                    <a:cubicBezTo>
                      <a:pt x="137523" y="61446"/>
                      <a:pt x="144853" y="68775"/>
                      <a:pt x="153894" y="68775"/>
                    </a:cubicBezTo>
                    <a:lnTo>
                      <a:pt x="157169" y="68775"/>
                    </a:lnTo>
                    <a:cubicBezTo>
                      <a:pt x="160785" y="68775"/>
                      <a:pt x="163717" y="71707"/>
                      <a:pt x="163717" y="75324"/>
                    </a:cubicBezTo>
                    <a:close/>
                    <a:moveTo>
                      <a:pt x="42571" y="81872"/>
                    </a:moveTo>
                    <a:lnTo>
                      <a:pt x="39297" y="81872"/>
                    </a:lnTo>
                    <a:cubicBezTo>
                      <a:pt x="35680" y="81872"/>
                      <a:pt x="32748" y="78940"/>
                      <a:pt x="32748" y="75324"/>
                    </a:cubicBezTo>
                    <a:cubicBezTo>
                      <a:pt x="32748" y="71707"/>
                      <a:pt x="35680" y="68775"/>
                      <a:pt x="39297" y="68775"/>
                    </a:cubicBezTo>
                    <a:lnTo>
                      <a:pt x="42571" y="68775"/>
                    </a:lnTo>
                    <a:cubicBezTo>
                      <a:pt x="51612" y="68775"/>
                      <a:pt x="58942" y="61446"/>
                      <a:pt x="58942" y="52404"/>
                    </a:cubicBezTo>
                    <a:lnTo>
                      <a:pt x="58942" y="49130"/>
                    </a:lnTo>
                    <a:cubicBezTo>
                      <a:pt x="58942" y="45513"/>
                      <a:pt x="61874" y="42582"/>
                      <a:pt x="65491" y="42582"/>
                    </a:cubicBezTo>
                    <a:cubicBezTo>
                      <a:pt x="69107" y="42582"/>
                      <a:pt x="72039" y="45513"/>
                      <a:pt x="72039" y="49130"/>
                    </a:cubicBezTo>
                    <a:lnTo>
                      <a:pt x="72039" y="52404"/>
                    </a:lnTo>
                    <a:cubicBezTo>
                      <a:pt x="72039" y="68679"/>
                      <a:pt x="58846" y="81872"/>
                      <a:pt x="42571" y="81872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70660" y="33375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 核心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74470" y="357949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 · stream_mode="values"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957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241296" y="3345915"/>
              <a:ext cx="178352" cy="178383"/>
              <a:chOff x="4241296" y="3345915"/>
              <a:chExt cx="178352" cy="17838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255294" y="335994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296" y="334591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520565" y="335375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4518" y="3361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22470" y="3579495"/>
              <a:ext cx="2387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优先调用 · k=4 · 返回[来源:文件名(页码)]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67103" y="3352118"/>
              <a:ext cx="171401" cy="171536"/>
              <a:chOff x="7867103" y="3352118"/>
              <a:chExt cx="171401" cy="17153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867103" y="3352118"/>
                <a:ext cx="157486" cy="150017"/>
              </a:xfrm>
              <a:custGeom>
                <a:avLst/>
                <a:gdLst/>
                <a:ahLst/>
                <a:cxnLst/>
                <a:rect l="l" t="t" r="r" b="b"/>
                <a:pathLst>
                  <a:path w="157486" h="150017">
                    <a:moveTo>
                      <a:pt x="157486" y="119730"/>
                    </a:moveTo>
                    <a:cubicBezTo>
                      <a:pt x="151838" y="131771"/>
                      <a:pt x="143239" y="142189"/>
                      <a:pt x="132487" y="150017"/>
                    </a:cubicBezTo>
                    <a:lnTo>
                      <a:pt x="124826" y="142347"/>
                    </a:lnTo>
                    <a:cubicBezTo>
                      <a:pt x="124005" y="141523"/>
                      <a:pt x="122979" y="140933"/>
                      <a:pt x="121854" y="140636"/>
                    </a:cubicBezTo>
                    <a:lnTo>
                      <a:pt x="104280" y="136003"/>
                    </a:lnTo>
                    <a:cubicBezTo>
                      <a:pt x="101055" y="135155"/>
                      <a:pt x="98982" y="132018"/>
                      <a:pt x="99467" y="128718"/>
                    </a:cubicBezTo>
                    <a:lnTo>
                      <a:pt x="101415" y="115458"/>
                    </a:lnTo>
                    <a:cubicBezTo>
                      <a:pt x="101750" y="113183"/>
                      <a:pt x="103254" y="111250"/>
                      <a:pt x="105377" y="110366"/>
                    </a:cubicBezTo>
                    <a:lnTo>
                      <a:pt x="130310" y="100003"/>
                    </a:lnTo>
                    <a:cubicBezTo>
                      <a:pt x="132662" y="99027"/>
                      <a:pt x="135366" y="99503"/>
                      <a:pt x="137243" y="101223"/>
                    </a:cubicBezTo>
                    <a:close/>
                    <a:moveTo>
                      <a:pt x="112376" y="67580"/>
                    </a:moveTo>
                    <a:lnTo>
                      <a:pt x="130523" y="46462"/>
                    </a:lnTo>
                    <a:cubicBezTo>
                      <a:pt x="131543" y="45278"/>
                      <a:pt x="132106" y="43768"/>
                      <a:pt x="132111" y="42205"/>
                    </a:cubicBezTo>
                    <a:lnTo>
                      <a:pt x="132111" y="22560"/>
                    </a:lnTo>
                    <a:cubicBezTo>
                      <a:pt x="100744" y="0"/>
                      <a:pt x="57631" y="3590"/>
                      <a:pt x="30427" y="31026"/>
                    </a:cubicBezTo>
                    <a:cubicBezTo>
                      <a:pt x="3223" y="58462"/>
                      <a:pt x="0" y="101604"/>
                      <a:pt x="22826" y="132778"/>
                    </a:cubicBezTo>
                    <a:lnTo>
                      <a:pt x="30946" y="127441"/>
                    </a:lnTo>
                    <a:cubicBezTo>
                      <a:pt x="32772" y="126235"/>
                      <a:pt x="33875" y="124195"/>
                      <a:pt x="33884" y="122006"/>
                    </a:cubicBezTo>
                    <a:lnTo>
                      <a:pt x="34056" y="92350"/>
                    </a:lnTo>
                    <a:cubicBezTo>
                      <a:pt x="34065" y="91065"/>
                      <a:pt x="34449" y="89810"/>
                      <a:pt x="35161" y="88740"/>
                    </a:cubicBezTo>
                    <a:lnTo>
                      <a:pt x="52302" y="63119"/>
                    </a:lnTo>
                    <a:cubicBezTo>
                      <a:pt x="53295" y="61645"/>
                      <a:pt x="54845" y="60638"/>
                      <a:pt x="56595" y="60329"/>
                    </a:cubicBezTo>
                    <a:cubicBezTo>
                      <a:pt x="58346" y="60020"/>
                      <a:pt x="60147" y="60437"/>
                      <a:pt x="61584" y="61482"/>
                    </a:cubicBezTo>
                    <a:lnTo>
                      <a:pt x="77800" y="72123"/>
                    </a:lnTo>
                    <a:cubicBezTo>
                      <a:pt x="79165" y="73107"/>
                      <a:pt x="80855" y="73531"/>
                      <a:pt x="82523" y="73310"/>
                    </a:cubicBezTo>
                    <a:lnTo>
                      <a:pt x="108275" y="69823"/>
                    </a:lnTo>
                    <a:cubicBezTo>
                      <a:pt x="109871" y="69605"/>
                      <a:pt x="111331" y="68807"/>
                      <a:pt x="112376" y="6758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68245" y="33533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3097"/>
                    </a:moveTo>
                    <a:cubicBezTo>
                      <a:pt x="99086" y="13082"/>
                      <a:pt x="112742" y="17145"/>
                      <a:pt x="124420" y="24786"/>
                    </a:cubicBezTo>
                    <a:lnTo>
                      <a:pt x="124420" y="40928"/>
                    </a:lnTo>
                    <a:lnTo>
                      <a:pt x="106273" y="61997"/>
                    </a:lnTo>
                    <a:lnTo>
                      <a:pt x="80513" y="65484"/>
                    </a:lnTo>
                    <a:lnTo>
                      <a:pt x="80259" y="65304"/>
                    </a:lnTo>
                    <a:lnTo>
                      <a:pt x="64158" y="54778"/>
                    </a:lnTo>
                    <a:cubicBezTo>
                      <a:pt x="61274" y="52746"/>
                      <a:pt x="57693" y="51964"/>
                      <a:pt x="54225" y="52608"/>
                    </a:cubicBezTo>
                    <a:cubicBezTo>
                      <a:pt x="50757" y="53252"/>
                      <a:pt x="47695" y="55268"/>
                      <a:pt x="45733" y="58199"/>
                    </a:cubicBezTo>
                    <a:lnTo>
                      <a:pt x="28592" y="83820"/>
                    </a:lnTo>
                    <a:cubicBezTo>
                      <a:pt x="27164" y="85955"/>
                      <a:pt x="26396" y="88463"/>
                      <a:pt x="26382" y="91031"/>
                    </a:cubicBezTo>
                    <a:lnTo>
                      <a:pt x="26194" y="120688"/>
                    </a:lnTo>
                    <a:lnTo>
                      <a:pt x="23517" y="122448"/>
                    </a:lnTo>
                    <a:cubicBezTo>
                      <a:pt x="10045" y="100204"/>
                      <a:pt x="9607" y="72426"/>
                      <a:pt x="22373" y="49770"/>
                    </a:cubicBezTo>
                    <a:cubicBezTo>
                      <a:pt x="35138" y="27114"/>
                      <a:pt x="59125" y="13097"/>
                      <a:pt x="85130" y="13097"/>
                    </a:cubicBezTo>
                    <a:close/>
                    <a:moveTo>
                      <a:pt x="31342" y="132991"/>
                    </a:moveTo>
                    <a:lnTo>
                      <a:pt x="33405" y="131640"/>
                    </a:lnTo>
                    <a:cubicBezTo>
                      <a:pt x="37064" y="129227"/>
                      <a:pt x="39273" y="125144"/>
                      <a:pt x="39291" y="120761"/>
                    </a:cubicBezTo>
                    <a:lnTo>
                      <a:pt x="39463" y="91105"/>
                    </a:lnTo>
                    <a:lnTo>
                      <a:pt x="56619" y="65484"/>
                    </a:lnTo>
                    <a:cubicBezTo>
                      <a:pt x="56703" y="65549"/>
                      <a:pt x="56791" y="65609"/>
                      <a:pt x="56881" y="65664"/>
                    </a:cubicBezTo>
                    <a:lnTo>
                      <a:pt x="72982" y="76199"/>
                    </a:lnTo>
                    <a:cubicBezTo>
                      <a:pt x="75681" y="78104"/>
                      <a:pt x="79001" y="78914"/>
                      <a:pt x="82273" y="78467"/>
                    </a:cubicBezTo>
                    <a:lnTo>
                      <a:pt x="108049" y="74971"/>
                    </a:lnTo>
                    <a:cubicBezTo>
                      <a:pt x="111228" y="74547"/>
                      <a:pt x="114140" y="72972"/>
                      <a:pt x="116235" y="70543"/>
                    </a:cubicBezTo>
                    <a:lnTo>
                      <a:pt x="134382" y="49457"/>
                    </a:lnTo>
                    <a:cubicBezTo>
                      <a:pt x="136412" y="47079"/>
                      <a:pt x="137524" y="44054"/>
                      <a:pt x="137517" y="40928"/>
                    </a:cubicBezTo>
                    <a:lnTo>
                      <a:pt x="137517" y="35746"/>
                    </a:lnTo>
                    <a:cubicBezTo>
                      <a:pt x="155558" y="54833"/>
                      <a:pt x="161761" y="82235"/>
                      <a:pt x="153700" y="107231"/>
                    </a:cubicBezTo>
                    <a:lnTo>
                      <a:pt x="140489" y="95149"/>
                    </a:lnTo>
                    <a:cubicBezTo>
                      <a:pt x="136739" y="91707"/>
                      <a:pt x="131335" y="90749"/>
                      <a:pt x="126630" y="92693"/>
                    </a:cubicBezTo>
                    <a:lnTo>
                      <a:pt x="101697" y="103048"/>
                    </a:lnTo>
                    <a:cubicBezTo>
                      <a:pt x="97457" y="104828"/>
                      <a:pt x="94453" y="108691"/>
                      <a:pt x="93774" y="113239"/>
                    </a:cubicBezTo>
                    <a:lnTo>
                      <a:pt x="91817" y="126491"/>
                    </a:lnTo>
                    <a:cubicBezTo>
                      <a:pt x="90844" y="133096"/>
                      <a:pt x="94994" y="139376"/>
                      <a:pt x="101452" y="141070"/>
                    </a:cubicBezTo>
                    <a:lnTo>
                      <a:pt x="119018" y="145703"/>
                    </a:lnTo>
                    <a:lnTo>
                      <a:pt x="120950" y="147643"/>
                    </a:lnTo>
                    <a:cubicBezTo>
                      <a:pt x="91382" y="164607"/>
                      <a:pt x="53967" y="158490"/>
                      <a:pt x="31342" y="132991"/>
                    </a:cubicBezTo>
                    <a:close/>
                    <a:moveTo>
                      <a:pt x="131787" y="139973"/>
                    </a:moveTo>
                    <a:lnTo>
                      <a:pt x="128268" y="136445"/>
                    </a:lnTo>
                    <a:cubicBezTo>
                      <a:pt x="126626" y="134797"/>
                      <a:pt x="124574" y="133616"/>
                      <a:pt x="122325" y="133023"/>
                    </a:cubicBezTo>
                    <a:lnTo>
                      <a:pt x="104775" y="128390"/>
                    </a:lnTo>
                    <a:lnTo>
                      <a:pt x="106731" y="115138"/>
                    </a:lnTo>
                    <a:lnTo>
                      <a:pt x="131656" y="104775"/>
                    </a:lnTo>
                    <a:lnTo>
                      <a:pt x="148158" y="119902"/>
                    </a:lnTo>
                    <a:cubicBezTo>
                      <a:pt x="143952" y="127522"/>
                      <a:pt x="138407" y="134321"/>
                      <a:pt x="131787" y="13997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40065" y="33537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9268" y="33618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联网回退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41970" y="3579495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html/lite · 失败后禁止重试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190450" y="4037226"/>
              <a:ext cx="189754" cy="174408"/>
              <a:chOff x="1190450" y="4037226"/>
              <a:chExt cx="189754" cy="174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256456" y="4085133"/>
                <a:ext cx="117036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117036" h="120050">
                    <a:moveTo>
                      <a:pt x="114352" y="111504"/>
                    </a:moveTo>
                    <a:cubicBezTo>
                      <a:pt x="114843" y="113219"/>
                      <a:pt x="114365" y="115067"/>
                      <a:pt x="113103" y="116328"/>
                    </a:cubicBezTo>
                    <a:cubicBezTo>
                      <a:pt x="111841" y="117590"/>
                      <a:pt x="109994" y="118069"/>
                      <a:pt x="108278" y="117577"/>
                    </a:cubicBezTo>
                    <a:lnTo>
                      <a:pt x="83828" y="110595"/>
                    </a:lnTo>
                    <a:cubicBezTo>
                      <a:pt x="68650" y="118859"/>
                      <a:pt x="50611" y="120050"/>
                      <a:pt x="34478" y="113852"/>
                    </a:cubicBezTo>
                    <a:cubicBezTo>
                      <a:pt x="18345" y="107655"/>
                      <a:pt x="5742" y="94693"/>
                      <a:pt x="0" y="78393"/>
                    </a:cubicBezTo>
                    <a:lnTo>
                      <a:pt x="0" y="78393"/>
                    </a:lnTo>
                    <a:cubicBezTo>
                      <a:pt x="1064" y="78450"/>
                      <a:pt x="2136" y="78483"/>
                      <a:pt x="3217" y="78483"/>
                    </a:cubicBezTo>
                    <a:cubicBezTo>
                      <a:pt x="22332" y="78484"/>
                      <a:pt x="40261" y="69215"/>
                      <a:pt x="51311" y="53618"/>
                    </a:cubicBezTo>
                    <a:cubicBezTo>
                      <a:pt x="62361" y="38021"/>
                      <a:pt x="65161" y="18033"/>
                      <a:pt x="58821" y="0"/>
                    </a:cubicBezTo>
                    <a:lnTo>
                      <a:pt x="58821" y="0"/>
                    </a:lnTo>
                    <a:cubicBezTo>
                      <a:pt x="79018" y="1102"/>
                      <a:pt x="97239" y="12485"/>
                      <a:pt x="107087" y="30152"/>
                    </a:cubicBezTo>
                    <a:cubicBezTo>
                      <a:pt x="116936" y="47819"/>
                      <a:pt x="117036" y="69303"/>
                      <a:pt x="107353" y="870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90450" y="4037226"/>
                <a:ext cx="189754" cy="174408"/>
              </a:xfrm>
              <a:custGeom>
                <a:avLst/>
                <a:gdLst/>
                <a:ahLst/>
                <a:cxnLst/>
                <a:rect l="l" t="t" r="r" b="b"/>
                <a:pathLst>
                  <a:path w="189754" h="174408">
                    <a:moveTo>
                      <a:pt x="180383" y="135664"/>
                    </a:moveTo>
                    <a:cubicBezTo>
                      <a:pt x="189754" y="116614"/>
                      <a:pt x="189309" y="94204"/>
                      <a:pt x="179189" y="75542"/>
                    </a:cubicBezTo>
                    <a:cubicBezTo>
                      <a:pt x="169069" y="56879"/>
                      <a:pt x="150530" y="44281"/>
                      <a:pt x="129453" y="41743"/>
                    </a:cubicBezTo>
                    <a:cubicBezTo>
                      <a:pt x="120074" y="19881"/>
                      <a:pt x="99578" y="4824"/>
                      <a:pt x="75912" y="2412"/>
                    </a:cubicBezTo>
                    <a:cubicBezTo>
                      <a:pt x="52245" y="0"/>
                      <a:pt x="29133" y="10612"/>
                      <a:pt x="15537" y="30132"/>
                    </a:cubicBezTo>
                    <a:cubicBezTo>
                      <a:pt x="1941" y="49653"/>
                      <a:pt x="0" y="75011"/>
                      <a:pt x="10467" y="96373"/>
                    </a:cubicBezTo>
                    <a:lnTo>
                      <a:pt x="4197" y="118327"/>
                    </a:lnTo>
                    <a:cubicBezTo>
                      <a:pt x="3058" y="122326"/>
                      <a:pt x="4175" y="126629"/>
                      <a:pt x="7115" y="129570"/>
                    </a:cubicBezTo>
                    <a:cubicBezTo>
                      <a:pt x="10056" y="132510"/>
                      <a:pt x="14359" y="133627"/>
                      <a:pt x="18358" y="132488"/>
                    </a:cubicBezTo>
                    <a:lnTo>
                      <a:pt x="40312" y="126218"/>
                    </a:lnTo>
                    <a:cubicBezTo>
                      <a:pt x="46937" y="129470"/>
                      <a:pt x="54062" y="131582"/>
                      <a:pt x="61390" y="132463"/>
                    </a:cubicBezTo>
                    <a:cubicBezTo>
                      <a:pt x="68448" y="149001"/>
                      <a:pt x="81997" y="161909"/>
                      <a:pt x="98857" y="168158"/>
                    </a:cubicBezTo>
                    <a:cubicBezTo>
                      <a:pt x="115718" y="174408"/>
                      <a:pt x="134406" y="173450"/>
                      <a:pt x="150538" y="165508"/>
                    </a:cubicBezTo>
                    <a:lnTo>
                      <a:pt x="172492" y="171778"/>
                    </a:lnTo>
                    <a:cubicBezTo>
                      <a:pt x="176492" y="172918"/>
                      <a:pt x="180795" y="171801"/>
                      <a:pt x="183735" y="168860"/>
                    </a:cubicBezTo>
                    <a:cubicBezTo>
                      <a:pt x="186676" y="165920"/>
                      <a:pt x="187792" y="161617"/>
                      <a:pt x="186653" y="157617"/>
                    </a:cubicBezTo>
                    <a:close/>
                    <a:moveTo>
                      <a:pt x="41016" y="112662"/>
                    </a:moveTo>
                    <a:cubicBezTo>
                      <a:pt x="40407" y="112662"/>
                      <a:pt x="39801" y="112745"/>
                      <a:pt x="39215" y="112908"/>
                    </a:cubicBezTo>
                    <a:lnTo>
                      <a:pt x="17597" y="119088"/>
                    </a:lnTo>
                    <a:lnTo>
                      <a:pt x="23777" y="97470"/>
                    </a:lnTo>
                    <a:cubicBezTo>
                      <a:pt x="24240" y="95823"/>
                      <a:pt x="24040" y="94060"/>
                      <a:pt x="23220" y="92559"/>
                    </a:cubicBezTo>
                    <a:cubicBezTo>
                      <a:pt x="10773" y="69707"/>
                      <a:pt x="17002" y="41181"/>
                      <a:pt x="37842" y="25598"/>
                    </a:cubicBezTo>
                    <a:cubicBezTo>
                      <a:pt x="58682" y="10014"/>
                      <a:pt x="87804" y="12105"/>
                      <a:pt x="106205" y="30505"/>
                    </a:cubicBezTo>
                    <a:cubicBezTo>
                      <a:pt x="124605" y="48905"/>
                      <a:pt x="126696" y="78028"/>
                      <a:pt x="111112" y="98868"/>
                    </a:cubicBezTo>
                    <a:cubicBezTo>
                      <a:pt x="95528" y="119708"/>
                      <a:pt x="67003" y="125936"/>
                      <a:pt x="44151" y="113489"/>
                    </a:cubicBezTo>
                    <a:cubicBezTo>
                      <a:pt x="43193" y="112953"/>
                      <a:pt x="42114" y="112669"/>
                      <a:pt x="41016" y="112662"/>
                    </a:cubicBezTo>
                    <a:close/>
                    <a:moveTo>
                      <a:pt x="167073" y="136761"/>
                    </a:moveTo>
                    <a:lnTo>
                      <a:pt x="173253" y="158379"/>
                    </a:lnTo>
                    <a:lnTo>
                      <a:pt x="151635" y="152199"/>
                    </a:lnTo>
                    <a:cubicBezTo>
                      <a:pt x="149988" y="151735"/>
                      <a:pt x="148226" y="151935"/>
                      <a:pt x="146724" y="152755"/>
                    </a:cubicBezTo>
                    <a:cubicBezTo>
                      <a:pt x="121611" y="166418"/>
                      <a:pt x="90183" y="157446"/>
                      <a:pt x="76066" y="132586"/>
                    </a:cubicBezTo>
                    <a:cubicBezTo>
                      <a:pt x="94194" y="130698"/>
                      <a:pt x="110712" y="121335"/>
                      <a:pt x="121643" y="106751"/>
                    </a:cubicBezTo>
                    <a:cubicBezTo>
                      <a:pt x="132574" y="92167"/>
                      <a:pt x="136926" y="73685"/>
                      <a:pt x="133652" y="55756"/>
                    </a:cubicBezTo>
                    <a:cubicBezTo>
                      <a:pt x="149557" y="59505"/>
                      <a:pt x="162803" y="70461"/>
                      <a:pt x="169467" y="85381"/>
                    </a:cubicBezTo>
                    <a:cubicBezTo>
                      <a:pt x="176132" y="100302"/>
                      <a:pt x="175452" y="117477"/>
                      <a:pt x="167630" y="131825"/>
                    </a:cubicBezTo>
                    <a:cubicBezTo>
                      <a:pt x="166803" y="133333"/>
                      <a:pt x="166603" y="135106"/>
                      <a:pt x="167073" y="13676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471612" y="4031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54618" y="40476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ConversationBufferWindowMemory · k=4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85197" y="4032647"/>
              <a:ext cx="183356" cy="183356"/>
              <a:chOff x="5385197" y="4032647"/>
              <a:chExt cx="183356" cy="18335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411391" y="4058841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24420" y="0"/>
                    </a:moveTo>
                    <a:lnTo>
                      <a:pt x="6548" y="0"/>
                    </a:lnTo>
                    <a:cubicBezTo>
                      <a:pt x="2932" y="0"/>
                      <a:pt x="0" y="2932"/>
                      <a:pt x="0" y="6548"/>
                    </a:cubicBezTo>
                    <a:lnTo>
                      <a:pt x="0" y="124420"/>
                    </a:lnTo>
                    <a:cubicBezTo>
                      <a:pt x="0" y="128037"/>
                      <a:pt x="2932" y="130969"/>
                      <a:pt x="6548" y="130969"/>
                    </a:cubicBezTo>
                    <a:lnTo>
                      <a:pt x="124420" y="130969"/>
                    </a:lnTo>
                    <a:cubicBezTo>
                      <a:pt x="128037" y="130969"/>
                      <a:pt x="130969" y="128037"/>
                      <a:pt x="130969" y="124420"/>
                    </a:cubicBezTo>
                    <a:lnTo>
                      <a:pt x="130969" y="6548"/>
                    </a:lnTo>
                    <a:cubicBezTo>
                      <a:pt x="130969" y="2932"/>
                      <a:pt x="128037" y="0"/>
                      <a:pt x="124420" y="0"/>
                    </a:cubicBezTo>
                    <a:close/>
                    <a:moveTo>
                      <a:pt x="85130" y="85130"/>
                    </a:moveTo>
                    <a:lnTo>
                      <a:pt x="45839" y="85130"/>
                    </a:lnTo>
                    <a:lnTo>
                      <a:pt x="45839" y="45839"/>
                    </a:lnTo>
                    <a:lnTo>
                      <a:pt x="85130" y="45839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85197" y="4032647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11323" y="65484"/>
                    </a:moveTo>
                    <a:lnTo>
                      <a:pt x="72033" y="65484"/>
                    </a:lnTo>
                    <a:cubicBezTo>
                      <a:pt x="68416" y="65484"/>
                      <a:pt x="65484" y="68416"/>
                      <a:pt x="65484" y="72033"/>
                    </a:cubicBezTo>
                    <a:lnTo>
                      <a:pt x="65484" y="111323"/>
                    </a:lnTo>
                    <a:cubicBezTo>
                      <a:pt x="65484" y="114940"/>
                      <a:pt x="68416" y="117872"/>
                      <a:pt x="72033" y="117872"/>
                    </a:cubicBezTo>
                    <a:lnTo>
                      <a:pt x="111323" y="117872"/>
                    </a:lnTo>
                    <a:cubicBezTo>
                      <a:pt x="114940" y="117872"/>
                      <a:pt x="117872" y="114940"/>
                      <a:pt x="117872" y="111323"/>
                    </a:cubicBezTo>
                    <a:lnTo>
                      <a:pt x="117872" y="72033"/>
                    </a:lnTo>
                    <a:cubicBezTo>
                      <a:pt x="117872" y="68416"/>
                      <a:pt x="114940" y="65484"/>
                      <a:pt x="111323" y="65484"/>
                    </a:cubicBezTo>
                    <a:close/>
                    <a:moveTo>
                      <a:pt x="104775" y="104775"/>
                    </a:moveTo>
                    <a:lnTo>
                      <a:pt x="78581" y="104775"/>
                    </a:lnTo>
                    <a:lnTo>
                      <a:pt x="78581" y="78581"/>
                    </a:lnTo>
                    <a:lnTo>
                      <a:pt x="104775" y="78581"/>
                    </a:lnTo>
                    <a:close/>
                    <a:moveTo>
                      <a:pt x="176808" y="104775"/>
                    </a:moveTo>
                    <a:lnTo>
                      <a:pt x="163711" y="104775"/>
                    </a:lnTo>
                    <a:lnTo>
                      <a:pt x="163711" y="78581"/>
                    </a:lnTo>
                    <a:lnTo>
                      <a:pt x="176808" y="78581"/>
                    </a:lnTo>
                    <a:cubicBezTo>
                      <a:pt x="180424" y="78581"/>
                      <a:pt x="183356" y="75649"/>
                      <a:pt x="183356" y="72033"/>
                    </a:cubicBezTo>
                    <a:cubicBezTo>
                      <a:pt x="183356" y="68416"/>
                      <a:pt x="180424" y="65484"/>
                      <a:pt x="176808" y="65484"/>
                    </a:cubicBezTo>
                    <a:lnTo>
                      <a:pt x="163711" y="65484"/>
                    </a:lnTo>
                    <a:lnTo>
                      <a:pt x="163711" y="32742"/>
                    </a:lnTo>
                    <a:cubicBezTo>
                      <a:pt x="163711" y="25509"/>
                      <a:pt x="157847" y="19645"/>
                      <a:pt x="150614" y="19645"/>
                    </a:cubicBezTo>
                    <a:lnTo>
                      <a:pt x="117872" y="19645"/>
                    </a:lnTo>
                    <a:lnTo>
                      <a:pt x="117872" y="6548"/>
                    </a:lnTo>
                    <a:cubicBezTo>
                      <a:pt x="117872" y="2932"/>
                      <a:pt x="114940" y="0"/>
                      <a:pt x="111323" y="0"/>
                    </a:cubicBezTo>
                    <a:cubicBezTo>
                      <a:pt x="107707" y="0"/>
                      <a:pt x="104775" y="2932"/>
                      <a:pt x="104775" y="6548"/>
                    </a:cubicBezTo>
                    <a:lnTo>
                      <a:pt x="104775" y="19645"/>
                    </a:lnTo>
                    <a:lnTo>
                      <a:pt x="78581" y="19645"/>
                    </a:lnTo>
                    <a:lnTo>
                      <a:pt x="78581" y="6548"/>
                    </a:lnTo>
                    <a:cubicBezTo>
                      <a:pt x="78581" y="2932"/>
                      <a:pt x="75649" y="0"/>
                      <a:pt x="72033" y="0"/>
                    </a:cubicBezTo>
                    <a:cubicBezTo>
                      <a:pt x="68416" y="0"/>
                      <a:pt x="65484" y="2932"/>
                      <a:pt x="65484" y="6548"/>
                    </a:cubicBezTo>
                    <a:lnTo>
                      <a:pt x="65484" y="19645"/>
                    </a:lnTo>
                    <a:lnTo>
                      <a:pt x="32742" y="19645"/>
                    </a:lnTo>
                    <a:cubicBezTo>
                      <a:pt x="25509" y="19645"/>
                      <a:pt x="19645" y="25509"/>
                      <a:pt x="19645" y="32742"/>
                    </a:cubicBezTo>
                    <a:lnTo>
                      <a:pt x="19645" y="65484"/>
                    </a:lnTo>
                    <a:lnTo>
                      <a:pt x="6548" y="65484"/>
                    </a:lnTo>
                    <a:cubicBezTo>
                      <a:pt x="2932" y="65484"/>
                      <a:pt x="0" y="68416"/>
                      <a:pt x="0" y="72033"/>
                    </a:cubicBezTo>
                    <a:cubicBezTo>
                      <a:pt x="0" y="75649"/>
                      <a:pt x="2932" y="78581"/>
                      <a:pt x="6548" y="78581"/>
                    </a:cubicBezTo>
                    <a:lnTo>
                      <a:pt x="19645" y="78581"/>
                    </a:lnTo>
                    <a:lnTo>
                      <a:pt x="19645" y="104775"/>
                    </a:lnTo>
                    <a:lnTo>
                      <a:pt x="6548" y="104775"/>
                    </a:lnTo>
                    <a:cubicBezTo>
                      <a:pt x="2932" y="104775"/>
                      <a:pt x="0" y="107707"/>
                      <a:pt x="0" y="111323"/>
                    </a:cubicBezTo>
                    <a:cubicBezTo>
                      <a:pt x="0" y="114940"/>
                      <a:pt x="2932" y="117872"/>
                      <a:pt x="6548" y="117872"/>
                    </a:cubicBezTo>
                    <a:lnTo>
                      <a:pt x="19645" y="117872"/>
                    </a:lnTo>
                    <a:lnTo>
                      <a:pt x="19645" y="150614"/>
                    </a:lnTo>
                    <a:cubicBezTo>
                      <a:pt x="19645" y="157847"/>
                      <a:pt x="25509" y="163711"/>
                      <a:pt x="32742" y="163711"/>
                    </a:cubicBezTo>
                    <a:lnTo>
                      <a:pt x="65484" y="163711"/>
                    </a:lnTo>
                    <a:lnTo>
                      <a:pt x="65484" y="176808"/>
                    </a:lnTo>
                    <a:cubicBezTo>
                      <a:pt x="65484" y="180424"/>
                      <a:pt x="68416" y="183356"/>
                      <a:pt x="72033" y="183356"/>
                    </a:cubicBezTo>
                    <a:cubicBezTo>
                      <a:pt x="75649" y="183356"/>
                      <a:pt x="78581" y="180424"/>
                      <a:pt x="78581" y="176808"/>
                    </a:cubicBezTo>
                    <a:lnTo>
                      <a:pt x="78581" y="163711"/>
                    </a:lnTo>
                    <a:lnTo>
                      <a:pt x="104775" y="163711"/>
                    </a:lnTo>
                    <a:lnTo>
                      <a:pt x="104775" y="176808"/>
                    </a:lnTo>
                    <a:cubicBezTo>
                      <a:pt x="104775" y="180424"/>
                      <a:pt x="107707" y="183356"/>
                      <a:pt x="111323" y="183356"/>
                    </a:cubicBezTo>
                    <a:cubicBezTo>
                      <a:pt x="114940" y="183356"/>
                      <a:pt x="117872" y="180424"/>
                      <a:pt x="117872" y="176808"/>
                    </a:cubicBezTo>
                    <a:lnTo>
                      <a:pt x="117872" y="163711"/>
                    </a:lnTo>
                    <a:lnTo>
                      <a:pt x="150614" y="163711"/>
                    </a:lnTo>
                    <a:cubicBezTo>
                      <a:pt x="157847" y="163711"/>
                      <a:pt x="163711" y="157847"/>
                      <a:pt x="163711" y="150614"/>
                    </a:cubicBezTo>
                    <a:lnTo>
                      <a:pt x="163711" y="117872"/>
                    </a:lnTo>
                    <a:lnTo>
                      <a:pt x="176808" y="117872"/>
                    </a:lnTo>
                    <a:cubicBezTo>
                      <a:pt x="180424" y="117872"/>
                      <a:pt x="183356" y="114940"/>
                      <a:pt x="183356" y="111323"/>
                    </a:cubicBezTo>
                    <a:cubicBezTo>
                      <a:pt x="183356" y="107707"/>
                      <a:pt x="180424" y="104775"/>
                      <a:pt x="176808" y="104775"/>
                    </a:cubicBezTo>
                    <a:close/>
                    <a:moveTo>
                      <a:pt x="150614" y="150614"/>
                    </a:moveTo>
                    <a:lnTo>
                      <a:pt x="32742" y="150614"/>
                    </a:lnTo>
                    <a:lnTo>
                      <a:pt x="32742" y="32742"/>
                    </a:lnTo>
                    <a:lnTo>
                      <a:pt x="150614" y="32742"/>
                    </a:lnTo>
                    <a:lnTo>
                      <a:pt x="150614" y="111217"/>
                    </a:lnTo>
                    <a:cubicBezTo>
                      <a:pt x="150614" y="111217"/>
                      <a:pt x="150614" y="111291"/>
                      <a:pt x="150614" y="111323"/>
                    </a:cubicBezTo>
                    <a:cubicBezTo>
                      <a:pt x="150614" y="111356"/>
                      <a:pt x="150614" y="111397"/>
                      <a:pt x="150614" y="111430"/>
                    </a:cubicBezTo>
                    <a:lnTo>
                      <a:pt x="150614" y="150614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62612" y="4031456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45618" y="40476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 · temperature=0.3 · /v1 endpoint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781050" y="44577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6C3FD4"/>
            </a:solidFill>
            <a:custDash>
              <a:ds d="266666" sp="200000"/>
            </a:custDash>
          </a:ln>
        </p:spPr>
      </p:sp>
      <p:grpSp>
        <p:nvGrpSpPr>
          <p:cNvPr id="108" name="Group 108"/>
          <p:cNvGrpSpPr/>
          <p:nvPr/>
        </p:nvGrpSpPr>
        <p:grpSpPr>
          <a:xfrm>
            <a:off x="762000" y="4629150"/>
            <a:ext cx="10668000" cy="1638300"/>
            <a:chOff x="762000" y="4629150"/>
            <a:chExt cx="10668000" cy="1638300"/>
          </a:xfrm>
        </p:grpSpPr>
        <p:sp>
          <p:nvSpPr>
            <p:cNvPr id="79" name="Rectangle 79"/>
            <p:cNvSpPr/>
            <p:nvPr/>
          </p:nvSpPr>
          <p:spPr>
            <a:xfrm>
              <a:off x="762000" y="4629150"/>
              <a:ext cx="10668000" cy="16383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2000" y="4629150"/>
              <a:ext cx="47625" cy="16383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9625" y="4629150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3462" y="47172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65070" y="4741545"/>
              <a:ext cx="2837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Embeddings + FileLoader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7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266825" y="5317331"/>
              <a:ext cx="171450" cy="185738"/>
              <a:chOff x="1266825" y="5317331"/>
              <a:chExt cx="17145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273969" y="532447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266825" y="531733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546860" y="53378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25868" y="55906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· 相似度检索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25868" y="57811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source+chunk_index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26820" y="597979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476750" y="5105400"/>
              <a:ext cx="32385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681538" y="5310188"/>
              <a:ext cx="200025" cy="200025"/>
              <a:chOff x="4681538" y="5310188"/>
              <a:chExt cx="200025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4710112" y="5338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5731" y="0"/>
                    </a:moveTo>
                    <a:lnTo>
                      <a:pt x="7144" y="0"/>
                    </a:lnTo>
                    <a:cubicBezTo>
                      <a:pt x="3198" y="0"/>
                      <a:pt x="0" y="3198"/>
                      <a:pt x="0" y="7144"/>
                    </a:cubicBezTo>
                    <a:lnTo>
                      <a:pt x="0" y="135731"/>
                    </a:lnTo>
                    <a:cubicBezTo>
                      <a:pt x="0" y="139677"/>
                      <a:pt x="3198" y="142875"/>
                      <a:pt x="7144" y="142875"/>
                    </a:cubicBezTo>
                    <a:lnTo>
                      <a:pt x="135731" y="142875"/>
                    </a:lnTo>
                    <a:cubicBezTo>
                      <a:pt x="139677" y="142875"/>
                      <a:pt x="142875" y="139677"/>
                      <a:pt x="142875" y="135731"/>
                    </a:cubicBezTo>
                    <a:lnTo>
                      <a:pt x="142875" y="7144"/>
                    </a:lnTo>
                    <a:cubicBezTo>
                      <a:pt x="142875" y="3198"/>
                      <a:pt x="139677" y="0"/>
                      <a:pt x="135731" y="0"/>
                    </a:cubicBezTo>
                    <a:close/>
                    <a:moveTo>
                      <a:pt x="92869" y="92869"/>
                    </a:moveTo>
                    <a:lnTo>
                      <a:pt x="50006" y="92869"/>
                    </a:lnTo>
                    <a:lnTo>
                      <a:pt x="50006" y="50006"/>
                    </a:lnTo>
                    <a:lnTo>
                      <a:pt x="92869" y="50006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681538" y="53101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21444" y="71438"/>
                    </a:moveTo>
                    <a:lnTo>
                      <a:pt x="78581" y="71438"/>
                    </a:lnTo>
                    <a:cubicBezTo>
                      <a:pt x="74636" y="71438"/>
                      <a:pt x="71438" y="74636"/>
                      <a:pt x="71438" y="78581"/>
                    </a:cubicBezTo>
                    <a:lnTo>
                      <a:pt x="71438" y="121444"/>
                    </a:lnTo>
                    <a:cubicBezTo>
                      <a:pt x="71438" y="125389"/>
                      <a:pt x="74636" y="128588"/>
                      <a:pt x="78581" y="128588"/>
                    </a:cubicBezTo>
                    <a:lnTo>
                      <a:pt x="121444" y="128588"/>
                    </a:lnTo>
                    <a:cubicBezTo>
                      <a:pt x="125389" y="128588"/>
                      <a:pt x="128588" y="125389"/>
                      <a:pt x="128588" y="121444"/>
                    </a:cubicBezTo>
                    <a:lnTo>
                      <a:pt x="128588" y="78581"/>
                    </a:lnTo>
                    <a:cubicBezTo>
                      <a:pt x="128588" y="74636"/>
                      <a:pt x="125389" y="71438"/>
                      <a:pt x="121444" y="71438"/>
                    </a:cubicBezTo>
                    <a:close/>
                    <a:moveTo>
                      <a:pt x="114300" y="114300"/>
                    </a:moveTo>
                    <a:lnTo>
                      <a:pt x="85725" y="114300"/>
                    </a:lnTo>
                    <a:lnTo>
                      <a:pt x="85725" y="85725"/>
                    </a:lnTo>
                    <a:lnTo>
                      <a:pt x="114300" y="85725"/>
                    </a:lnTo>
                    <a:close/>
                    <a:moveTo>
                      <a:pt x="192881" y="114300"/>
                    </a:moveTo>
                    <a:lnTo>
                      <a:pt x="178594" y="114300"/>
                    </a:lnTo>
                    <a:lnTo>
                      <a:pt x="178594" y="85725"/>
                    </a:lnTo>
                    <a:lnTo>
                      <a:pt x="192881" y="85725"/>
                    </a:lnTo>
                    <a:cubicBezTo>
                      <a:pt x="196827" y="85725"/>
                      <a:pt x="200025" y="82527"/>
                      <a:pt x="200025" y="78581"/>
                    </a:cubicBezTo>
                    <a:cubicBezTo>
                      <a:pt x="200025" y="74636"/>
                      <a:pt x="196827" y="71438"/>
                      <a:pt x="192881" y="71438"/>
                    </a:cubicBezTo>
                    <a:lnTo>
                      <a:pt x="178594" y="71438"/>
                    </a:lnTo>
                    <a:lnTo>
                      <a:pt x="178594" y="35719"/>
                    </a:lnTo>
                    <a:cubicBezTo>
                      <a:pt x="178594" y="27828"/>
                      <a:pt x="172197" y="21431"/>
                      <a:pt x="164306" y="21431"/>
                    </a:cubicBezTo>
                    <a:lnTo>
                      <a:pt x="128588" y="21431"/>
                    </a:lnTo>
                    <a:lnTo>
                      <a:pt x="128588" y="7144"/>
                    </a:lnTo>
                    <a:cubicBezTo>
                      <a:pt x="128588" y="3198"/>
                      <a:pt x="125389" y="0"/>
                      <a:pt x="121444" y="0"/>
                    </a:cubicBezTo>
                    <a:cubicBezTo>
                      <a:pt x="117498" y="0"/>
                      <a:pt x="114300" y="3198"/>
                      <a:pt x="114300" y="7144"/>
                    </a:cubicBezTo>
                    <a:lnTo>
                      <a:pt x="114300" y="21431"/>
                    </a:lnTo>
                    <a:lnTo>
                      <a:pt x="85725" y="21431"/>
                    </a:lnTo>
                    <a:lnTo>
                      <a:pt x="85725" y="7144"/>
                    </a:lnTo>
                    <a:cubicBezTo>
                      <a:pt x="85725" y="3198"/>
                      <a:pt x="82527" y="0"/>
                      <a:pt x="78581" y="0"/>
                    </a:cubicBezTo>
                    <a:cubicBezTo>
                      <a:pt x="74636" y="0"/>
                      <a:pt x="71438" y="3198"/>
                      <a:pt x="71438" y="7144"/>
                    </a:cubicBezTo>
                    <a:lnTo>
                      <a:pt x="71438" y="21431"/>
                    </a:lnTo>
                    <a:lnTo>
                      <a:pt x="35719" y="21431"/>
                    </a:lnTo>
                    <a:cubicBezTo>
                      <a:pt x="27828" y="21431"/>
                      <a:pt x="21431" y="27828"/>
                      <a:pt x="21431" y="35719"/>
                    </a:cubicBezTo>
                    <a:lnTo>
                      <a:pt x="21431" y="71438"/>
                    </a:lnTo>
                    <a:lnTo>
                      <a:pt x="7144" y="71438"/>
                    </a:lnTo>
                    <a:cubicBezTo>
                      <a:pt x="3198" y="71438"/>
                      <a:pt x="0" y="74636"/>
                      <a:pt x="0" y="78581"/>
                    </a:cubicBezTo>
                    <a:cubicBezTo>
                      <a:pt x="0" y="82527"/>
                      <a:pt x="3198" y="85725"/>
                      <a:pt x="7144" y="85725"/>
                    </a:cubicBezTo>
                    <a:lnTo>
                      <a:pt x="21431" y="85725"/>
                    </a:lnTo>
                    <a:lnTo>
                      <a:pt x="21431" y="114300"/>
                    </a:lnTo>
                    <a:lnTo>
                      <a:pt x="7144" y="114300"/>
                    </a:lnTo>
                    <a:cubicBezTo>
                      <a:pt x="3198" y="114300"/>
                      <a:pt x="0" y="117498"/>
                      <a:pt x="0" y="121444"/>
                    </a:cubicBezTo>
                    <a:cubicBezTo>
                      <a:pt x="0" y="125389"/>
                      <a:pt x="3198" y="128588"/>
                      <a:pt x="7144" y="128588"/>
                    </a:cubicBezTo>
                    <a:lnTo>
                      <a:pt x="21431" y="128588"/>
                    </a:lnTo>
                    <a:lnTo>
                      <a:pt x="21431" y="164306"/>
                    </a:lnTo>
                    <a:cubicBezTo>
                      <a:pt x="21431" y="172197"/>
                      <a:pt x="27828" y="178594"/>
                      <a:pt x="35719" y="178594"/>
                    </a:cubicBezTo>
                    <a:lnTo>
                      <a:pt x="71438" y="178594"/>
                    </a:lnTo>
                    <a:lnTo>
                      <a:pt x="71438" y="192881"/>
                    </a:lnTo>
                    <a:cubicBezTo>
                      <a:pt x="71438" y="196827"/>
                      <a:pt x="74636" y="200025"/>
                      <a:pt x="78581" y="200025"/>
                    </a:cubicBezTo>
                    <a:cubicBezTo>
                      <a:pt x="82527" y="200025"/>
                      <a:pt x="85725" y="196827"/>
                      <a:pt x="85725" y="192881"/>
                    </a:cubicBezTo>
                    <a:lnTo>
                      <a:pt x="85725" y="178594"/>
                    </a:lnTo>
                    <a:lnTo>
                      <a:pt x="114300" y="178594"/>
                    </a:lnTo>
                    <a:lnTo>
                      <a:pt x="114300" y="192881"/>
                    </a:lnTo>
                    <a:cubicBezTo>
                      <a:pt x="114300" y="196827"/>
                      <a:pt x="117498" y="200025"/>
                      <a:pt x="121444" y="200025"/>
                    </a:cubicBezTo>
                    <a:cubicBezTo>
                      <a:pt x="125389" y="200025"/>
                      <a:pt x="128588" y="196827"/>
                      <a:pt x="128588" y="192881"/>
                    </a:cubicBezTo>
                    <a:lnTo>
                      <a:pt x="128588" y="178594"/>
                    </a:lnTo>
                    <a:lnTo>
                      <a:pt x="164306" y="178594"/>
                    </a:lnTo>
                    <a:cubicBezTo>
                      <a:pt x="172197" y="178594"/>
                      <a:pt x="178594" y="172197"/>
                      <a:pt x="178594" y="164306"/>
                    </a:cubicBezTo>
                    <a:lnTo>
                      <a:pt x="178594" y="128588"/>
                    </a:lnTo>
                    <a:lnTo>
                      <a:pt x="192881" y="128588"/>
                    </a:lnTo>
                    <a:cubicBezTo>
                      <a:pt x="196827" y="128588"/>
                      <a:pt x="200025" y="125389"/>
                      <a:pt x="200025" y="121444"/>
                    </a:cubicBezTo>
                    <a:cubicBezTo>
                      <a:pt x="200025" y="117498"/>
                      <a:pt x="196827" y="114300"/>
                      <a:pt x="192881" y="114300"/>
                    </a:cubicBezTo>
                    <a:close/>
                    <a:moveTo>
                      <a:pt x="164306" y="164306"/>
                    </a:moveTo>
                    <a:lnTo>
                      <a:pt x="35719" y="164306"/>
                    </a:lnTo>
                    <a:lnTo>
                      <a:pt x="35719" y="35719"/>
                    </a:lnTo>
                    <a:lnTo>
                      <a:pt x="164306" y="35719"/>
                    </a:lnTo>
                    <a:lnTo>
                      <a:pt x="164306" y="121328"/>
                    </a:lnTo>
                    <a:cubicBezTo>
                      <a:pt x="164306" y="121328"/>
                      <a:pt x="164306" y="121408"/>
                      <a:pt x="164306" y="121444"/>
                    </a:cubicBezTo>
                    <a:cubicBezTo>
                      <a:pt x="164306" y="121479"/>
                      <a:pt x="164306" y="121524"/>
                      <a:pt x="164306" y="121560"/>
                    </a:cubicBezTo>
                    <a:lnTo>
                      <a:pt x="164306" y="164306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975860" y="53378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 Embedding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54868" y="559069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54868" y="5781199"/>
              <a:ext cx="2072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 · normalize_embeddings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55820" y="59797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HF Mirror 回退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905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8121253" y="5317330"/>
              <a:ext cx="175766" cy="171451"/>
              <a:chOff x="8121253" y="5317330"/>
              <a:chExt cx="175766" cy="17145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231981" y="53244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1253" y="5317330"/>
                <a:ext cx="175766" cy="171451"/>
              </a:xfrm>
              <a:custGeom>
                <a:avLst/>
                <a:gdLst/>
                <a:ahLst/>
                <a:cxnLst/>
                <a:rect l="l" t="t" r="r" b="b"/>
                <a:pathLst>
                  <a:path w="175766" h="171451">
                    <a:moveTo>
                      <a:pt x="21431" y="107158"/>
                    </a:moveTo>
                    <a:lnTo>
                      <a:pt x="7144" y="107158"/>
                    </a:lnTo>
                    <a:cubicBezTo>
                      <a:pt x="3198" y="107158"/>
                      <a:pt x="0" y="110356"/>
                      <a:pt x="0" y="114301"/>
                    </a:cubicBezTo>
                    <a:lnTo>
                      <a:pt x="0" y="164308"/>
                    </a:lnTo>
                    <a:cubicBezTo>
                      <a:pt x="0" y="168253"/>
                      <a:pt x="3198" y="171451"/>
                      <a:pt x="7144" y="171451"/>
                    </a:cubicBezTo>
                    <a:lnTo>
                      <a:pt x="21431" y="171451"/>
                    </a:lnTo>
                    <a:cubicBezTo>
                      <a:pt x="39185" y="171451"/>
                      <a:pt x="53578" y="157059"/>
                      <a:pt x="53578" y="139305"/>
                    </a:cubicBezTo>
                    <a:cubicBezTo>
                      <a:pt x="53578" y="121550"/>
                      <a:pt x="39185" y="107158"/>
                      <a:pt x="21431" y="107158"/>
                    </a:cubicBezTo>
                    <a:close/>
                    <a:moveTo>
                      <a:pt x="21431" y="157164"/>
                    </a:moveTo>
                    <a:lnTo>
                      <a:pt x="14288" y="157164"/>
                    </a:lnTo>
                    <a:lnTo>
                      <a:pt x="14288" y="121445"/>
                    </a:lnTo>
                    <a:lnTo>
                      <a:pt x="21431" y="121445"/>
                    </a:lnTo>
                    <a:cubicBezTo>
                      <a:pt x="31295" y="121445"/>
                      <a:pt x="39291" y="129441"/>
                      <a:pt x="39291" y="139305"/>
                    </a:cubicBezTo>
                    <a:cubicBezTo>
                      <a:pt x="39291" y="149168"/>
                      <a:pt x="31295" y="157164"/>
                      <a:pt x="21431" y="157164"/>
                    </a:cubicBezTo>
                    <a:close/>
                    <a:moveTo>
                      <a:pt x="172816" y="152780"/>
                    </a:moveTo>
                    <a:cubicBezTo>
                      <a:pt x="175666" y="155507"/>
                      <a:pt x="175766" y="160028"/>
                      <a:pt x="173039" y="162879"/>
                    </a:cubicBezTo>
                    <a:cubicBezTo>
                      <a:pt x="168012" y="168291"/>
                      <a:pt x="160977" y="171392"/>
                      <a:pt x="153591" y="171451"/>
                    </a:cubicBezTo>
                    <a:cubicBezTo>
                      <a:pt x="137830" y="171451"/>
                      <a:pt x="125016" y="157030"/>
                      <a:pt x="125016" y="139305"/>
                    </a:cubicBezTo>
                    <a:cubicBezTo>
                      <a:pt x="125016" y="121579"/>
                      <a:pt x="137830" y="107158"/>
                      <a:pt x="153591" y="107158"/>
                    </a:cubicBezTo>
                    <a:cubicBezTo>
                      <a:pt x="160977" y="107218"/>
                      <a:pt x="168012" y="110318"/>
                      <a:pt x="173039" y="115730"/>
                    </a:cubicBezTo>
                    <a:cubicBezTo>
                      <a:pt x="175705" y="118590"/>
                      <a:pt x="175578" y="123061"/>
                      <a:pt x="172753" y="125763"/>
                    </a:cubicBezTo>
                    <a:cubicBezTo>
                      <a:pt x="169928" y="128466"/>
                      <a:pt x="165456" y="128396"/>
                      <a:pt x="162717" y="125606"/>
                    </a:cubicBezTo>
                    <a:cubicBezTo>
                      <a:pt x="160373" y="123028"/>
                      <a:pt x="157074" y="121523"/>
                      <a:pt x="153591" y="121445"/>
                    </a:cubicBezTo>
                    <a:cubicBezTo>
                      <a:pt x="145715" y="121445"/>
                      <a:pt x="139303" y="129482"/>
                      <a:pt x="139303" y="139305"/>
                    </a:cubicBezTo>
                    <a:cubicBezTo>
                      <a:pt x="139303" y="149127"/>
                      <a:pt x="145715" y="157164"/>
                      <a:pt x="153591" y="157164"/>
                    </a:cubicBezTo>
                    <a:cubicBezTo>
                      <a:pt x="157076" y="157092"/>
                      <a:pt x="160377" y="155587"/>
                      <a:pt x="162717" y="153003"/>
                    </a:cubicBezTo>
                    <a:cubicBezTo>
                      <a:pt x="165444" y="150153"/>
                      <a:pt x="169966" y="150053"/>
                      <a:pt x="172816" y="152780"/>
                    </a:cubicBezTo>
                    <a:close/>
                    <a:moveTo>
                      <a:pt x="89297" y="107158"/>
                    </a:moveTo>
                    <a:cubicBezTo>
                      <a:pt x="73545" y="107158"/>
                      <a:pt x="60722" y="121579"/>
                      <a:pt x="60722" y="139305"/>
                    </a:cubicBezTo>
                    <a:cubicBezTo>
                      <a:pt x="60722" y="157030"/>
                      <a:pt x="73545" y="171451"/>
                      <a:pt x="89297" y="171451"/>
                    </a:cubicBezTo>
                    <a:cubicBezTo>
                      <a:pt x="105049" y="171451"/>
                      <a:pt x="117872" y="157030"/>
                      <a:pt x="117872" y="139305"/>
                    </a:cubicBezTo>
                    <a:cubicBezTo>
                      <a:pt x="117872" y="121579"/>
                      <a:pt x="105049" y="107158"/>
                      <a:pt x="89297" y="107158"/>
                    </a:cubicBezTo>
                    <a:close/>
                    <a:moveTo>
                      <a:pt x="89297" y="157164"/>
                    </a:moveTo>
                    <a:cubicBezTo>
                      <a:pt x="81421" y="157164"/>
                      <a:pt x="75009" y="149127"/>
                      <a:pt x="75009" y="139305"/>
                    </a:cubicBezTo>
                    <a:cubicBezTo>
                      <a:pt x="75009" y="129482"/>
                      <a:pt x="81421" y="121445"/>
                      <a:pt x="89297" y="121445"/>
                    </a:cubicBezTo>
                    <a:cubicBezTo>
                      <a:pt x="97173" y="121445"/>
                      <a:pt x="103584" y="129482"/>
                      <a:pt x="103584" y="139305"/>
                    </a:cubicBezTo>
                    <a:cubicBezTo>
                      <a:pt x="103584" y="149127"/>
                      <a:pt x="97173" y="157164"/>
                      <a:pt x="89297" y="157164"/>
                    </a:cubicBezTo>
                    <a:close/>
                    <a:moveTo>
                      <a:pt x="17859" y="85726"/>
                    </a:moveTo>
                    <a:cubicBezTo>
                      <a:pt x="21805" y="85726"/>
                      <a:pt x="25003" y="82528"/>
                      <a:pt x="25003" y="78583"/>
                    </a:cubicBezTo>
                    <a:lnTo>
                      <a:pt x="25003" y="14289"/>
                    </a:lnTo>
                    <a:lnTo>
                      <a:pt x="103584" y="14289"/>
                    </a:lnTo>
                    <a:lnTo>
                      <a:pt x="103584" y="57151"/>
                    </a:lnTo>
                    <a:cubicBezTo>
                      <a:pt x="103584" y="61097"/>
                      <a:pt x="106783" y="64295"/>
                      <a:pt x="110728" y="64295"/>
                    </a:cubicBezTo>
                    <a:lnTo>
                      <a:pt x="153591" y="64295"/>
                    </a:lnTo>
                    <a:lnTo>
                      <a:pt x="153591" y="78583"/>
                    </a:lnTo>
                    <a:cubicBezTo>
                      <a:pt x="153591" y="82528"/>
                      <a:pt x="156789" y="85726"/>
                      <a:pt x="160734" y="85726"/>
                    </a:cubicBezTo>
                    <a:cubicBezTo>
                      <a:pt x="164680" y="85726"/>
                      <a:pt x="167878" y="82528"/>
                      <a:pt x="167878" y="78583"/>
                    </a:cubicBezTo>
                    <a:lnTo>
                      <a:pt x="167878" y="57151"/>
                    </a:lnTo>
                    <a:cubicBezTo>
                      <a:pt x="167880" y="55256"/>
                      <a:pt x="167128" y="53438"/>
                      <a:pt x="165789" y="52097"/>
                    </a:cubicBezTo>
                    <a:lnTo>
                      <a:pt x="115782" y="2091"/>
                    </a:lnTo>
                    <a:cubicBezTo>
                      <a:pt x="114441" y="752"/>
                      <a:pt x="112623" y="0"/>
                      <a:pt x="110728" y="1"/>
                    </a:cubicBezTo>
                    <a:lnTo>
                      <a:pt x="25003" y="1"/>
                    </a:lnTo>
                    <a:cubicBezTo>
                      <a:pt x="17112" y="1"/>
                      <a:pt x="10716" y="6398"/>
                      <a:pt x="10716" y="14289"/>
                    </a:cubicBezTo>
                    <a:lnTo>
                      <a:pt x="10716" y="78583"/>
                    </a:lnTo>
                    <a:cubicBezTo>
                      <a:pt x="10716" y="82528"/>
                      <a:pt x="13914" y="85726"/>
                      <a:pt x="17859" y="85726"/>
                    </a:cubicBezTo>
                    <a:close/>
                    <a:moveTo>
                      <a:pt x="117872" y="24388"/>
                    </a:moveTo>
                    <a:lnTo>
                      <a:pt x="143491" y="50008"/>
                    </a:lnTo>
                    <a:lnTo>
                      <a:pt x="117872" y="50008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8404860" y="533781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3868" y="5590699"/>
              <a:ext cx="2007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种格式自动检测 · UUID 安全命名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83868" y="578119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 RecursiveCharacterTextSplitter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820" y="59797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62000" y="6477000"/>
            <a:ext cx="10679430" cy="257175"/>
            <a:chOff x="762000" y="6477000"/>
            <a:chExt cx="10679430" cy="257175"/>
          </a:xfrm>
        </p:grpSpPr>
        <p:sp>
          <p:nvSpPr>
            <p:cNvPr id="109" name="Rectangle 10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7" grpId="0"/>
      <p:bldP spid="1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771829" cy="574834"/>
            <a:chOff x="762000" y="299085"/>
            <a:chExt cx="377182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2428875" cy="3714750"/>
            <a:chOff x="762000" y="1333500"/>
            <a:chExt cx="2428875" cy="371475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2428875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27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239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668" y="2514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39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668" y="27522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239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966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 key: name+size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39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668" y="32284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安全命名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34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0697" y="38109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3238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3619500" y="1333500"/>
            <a:ext cx="2428875" cy="3714750"/>
            <a:chOff x="3619500" y="1333500"/>
            <a:chExt cx="2428875" cy="3714750"/>
          </a:xfrm>
        </p:grpSpPr>
        <p:sp>
          <p:nvSpPr>
            <p:cNvPr id="26" name="Rectangle 26"/>
            <p:cNvSpPr/>
            <p:nvPr/>
          </p:nvSpPr>
          <p:spPr>
            <a:xfrm>
              <a:off x="36195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0" y="1333500"/>
              <a:ext cx="2428875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0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9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02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81438" y="254793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7168" y="2514124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81438" y="278606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07168" y="275224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PDF/DOCX/TXT/MD/等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881438" y="302418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07168" y="29903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中文感知分隔符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881438" y="326231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0716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21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3065" y="38109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0960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477000" y="1333500"/>
            <a:ext cx="2428875" cy="3714750"/>
            <a:chOff x="6477000" y="1333500"/>
            <a:chExt cx="2428875" cy="3714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333500"/>
              <a:ext cx="2428875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46545" y="18221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5476" y="2215991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38938" y="254793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4668" y="25141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38938" y="278606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668" y="27522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38938" y="302418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64668" y="2990374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38938" y="326231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4668" y="32284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 · 去重逻辑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49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4934" y="381095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953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81" name="Group 81"/>
          <p:cNvGrpSpPr/>
          <p:nvPr/>
        </p:nvGrpSpPr>
        <p:grpSpPr>
          <a:xfrm>
            <a:off x="9334500" y="1333500"/>
            <a:ext cx="2095500" cy="3714750"/>
            <a:chOff x="9334500" y="1333500"/>
            <a:chExt cx="2095500" cy="3714750"/>
          </a:xfrm>
        </p:grpSpPr>
        <p:sp>
          <p:nvSpPr>
            <p:cNvPr id="64" name="Rectangle 64"/>
            <p:cNvSpPr/>
            <p:nvPr/>
          </p:nvSpPr>
          <p:spPr>
            <a:xfrm>
              <a:off x="9334500" y="1333500"/>
              <a:ext cx="2095500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34500" y="1333500"/>
              <a:ext cx="20955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05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4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25000" y="2143125"/>
              <a:ext cx="1714500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16566" y="2215991"/>
              <a:ext cx="731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双工具 · 流式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5964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22168" y="2514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5964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22168" y="27522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Search 回退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5964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2990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LLM 流式生成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5964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2168" y="32284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 + 记忆存储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25000" y="3619500"/>
              <a:ext cx="17145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45184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4878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62000" y="5286375"/>
            <a:ext cx="10668000" cy="342900"/>
            <a:chOff x="762000" y="5286375"/>
            <a:chExt cx="10668000" cy="342900"/>
          </a:xfrm>
        </p:grpSpPr>
        <p:sp>
          <p:nvSpPr>
            <p:cNvPr id="82" name="Rectangle 82"/>
            <p:cNvSpPr/>
            <p:nvPr/>
          </p:nvSpPr>
          <p:spPr>
            <a:xfrm>
              <a:off x="762000" y="5286375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09709" y="5400199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→ 分块文档 → 向量索引 → 智能回答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85" name="Rectangle 8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62" grpId="0"/>
      <p:bldP spid="81" grpId="0"/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569179" cy="574834"/>
            <a:chOff x="762000" y="280035"/>
            <a:chExt cx="256917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391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USE CASES — WHERE THIS SYSTEM SHINES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90766" y="1357288"/>
              <a:ext cx="285759" cy="247698"/>
              <a:chOff x="2390766" y="1357288"/>
              <a:chExt cx="285759" cy="2476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400249" y="137160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90766" y="135728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企业知识库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7065" y="1995488"/>
              <a:ext cx="574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INTERNAL KB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744" y="23074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上传内部文档即建即用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76008" y="2545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员工 FAQ 自助查询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416" y="27998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无需手工整理 FAQ 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90650"/>
              <a:ext cx="266700" cy="228600"/>
              <a:chOff x="6038850" y="1390650"/>
              <a:chExt cx="2667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48375" y="1400175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247650" y="9525"/>
                    </a:moveTo>
                    <a:lnTo>
                      <a:pt x="247650" y="161925"/>
                    </a:lnTo>
                    <a:cubicBezTo>
                      <a:pt x="247650" y="167186"/>
                      <a:pt x="243386" y="171450"/>
                      <a:pt x="238125" y="171450"/>
                    </a:cubicBezTo>
                    <a:lnTo>
                      <a:pt x="161925" y="171450"/>
                    </a:lnTo>
                    <a:cubicBezTo>
                      <a:pt x="140883" y="171450"/>
                      <a:pt x="123825" y="188508"/>
                      <a:pt x="123825" y="209550"/>
                    </a:cubicBezTo>
                    <a:cubicBezTo>
                      <a:pt x="123825" y="188508"/>
                      <a:pt x="106767" y="171450"/>
                      <a:pt x="85725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85725" y="0"/>
                    </a:lnTo>
                    <a:cubicBezTo>
                      <a:pt x="106767" y="0"/>
                      <a:pt x="123825" y="17058"/>
                      <a:pt x="123825" y="38100"/>
                    </a:cubicBezTo>
                    <a:cubicBezTo>
                      <a:pt x="123825" y="17058"/>
                      <a:pt x="140883" y="0"/>
                      <a:pt x="161925" y="0"/>
                    </a:cubicBezTo>
                    <a:lnTo>
                      <a:pt x="238125" y="0"/>
                    </a:lnTo>
                    <a:cubicBezTo>
                      <a:pt x="243386" y="0"/>
                      <a:pt x="247650" y="4264"/>
                      <a:pt x="2476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90650"/>
                <a:ext cx="2667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28600">
                    <a:moveTo>
                      <a:pt x="247650" y="0"/>
                    </a:moveTo>
                    <a:lnTo>
                      <a:pt x="171450" y="0"/>
                    </a:lnTo>
                    <a:cubicBezTo>
                      <a:pt x="156460" y="0"/>
                      <a:pt x="142344" y="7058"/>
                      <a:pt x="133350" y="19050"/>
                    </a:cubicBezTo>
                    <a:cubicBezTo>
                      <a:pt x="124356" y="7058"/>
                      <a:pt x="110240" y="0"/>
                      <a:pt x="95250" y="0"/>
                    </a:cubicBez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71450"/>
                    </a:lnTo>
                    <a:cubicBezTo>
                      <a:pt x="0" y="181971"/>
                      <a:pt x="8529" y="190500"/>
                      <a:pt x="19050" y="190500"/>
                    </a:cubicBezTo>
                    <a:lnTo>
                      <a:pt x="95250" y="190500"/>
                    </a:lnTo>
                    <a:cubicBezTo>
                      <a:pt x="111032" y="190500"/>
                      <a:pt x="123825" y="203293"/>
                      <a:pt x="123825" y="219075"/>
                    </a:cubicBezTo>
                    <a:cubicBezTo>
                      <a:pt x="123825" y="224336"/>
                      <a:pt x="128089" y="228600"/>
                      <a:pt x="133350" y="228600"/>
                    </a:cubicBezTo>
                    <a:cubicBezTo>
                      <a:pt x="138611" y="228600"/>
                      <a:pt x="142875" y="224336"/>
                      <a:pt x="142875" y="219075"/>
                    </a:cubicBezTo>
                    <a:cubicBezTo>
                      <a:pt x="142875" y="203293"/>
                      <a:pt x="155668" y="190500"/>
                      <a:pt x="171450" y="190500"/>
                    </a:cubicBezTo>
                    <a:lnTo>
                      <a:pt x="247650" y="190500"/>
                    </a:lnTo>
                    <a:cubicBezTo>
                      <a:pt x="258171" y="190500"/>
                      <a:pt x="266700" y="181971"/>
                      <a:pt x="266700" y="171450"/>
                    </a:cubicBezTo>
                    <a:lnTo>
                      <a:pt x="266700" y="19050"/>
                    </a:lnTo>
                    <a:cubicBezTo>
                      <a:pt x="266700" y="8529"/>
                      <a:pt x="258171" y="0"/>
                      <a:pt x="247650" y="0"/>
                    </a:cubicBezTo>
                    <a:close/>
                    <a:moveTo>
                      <a:pt x="95250" y="171450"/>
                    </a:moveTo>
                    <a:lnTo>
                      <a:pt x="19050" y="171450"/>
                    </a:lnTo>
                    <a:lnTo>
                      <a:pt x="19050" y="19050"/>
                    </a:lnTo>
                    <a:lnTo>
                      <a:pt x="95250" y="19050"/>
                    </a:lnTo>
                    <a:cubicBezTo>
                      <a:pt x="111032" y="19050"/>
                      <a:pt x="123825" y="31843"/>
                      <a:pt x="123825" y="47625"/>
                    </a:cubicBezTo>
                    <a:lnTo>
                      <a:pt x="123825" y="180975"/>
                    </a:lnTo>
                    <a:cubicBezTo>
                      <a:pt x="115589" y="174778"/>
                      <a:pt x="105557" y="171434"/>
                      <a:pt x="95250" y="171450"/>
                    </a:cubicBezTo>
                    <a:close/>
                    <a:moveTo>
                      <a:pt x="247650" y="171450"/>
                    </a:moveTo>
                    <a:lnTo>
                      <a:pt x="171450" y="171450"/>
                    </a:lnTo>
                    <a:cubicBezTo>
                      <a:pt x="161143" y="171434"/>
                      <a:pt x="151111" y="174778"/>
                      <a:pt x="142875" y="180975"/>
                    </a:cubicBezTo>
                    <a:lnTo>
                      <a:pt x="142875" y="47625"/>
                    </a:lnTo>
                    <a:cubicBezTo>
                      <a:pt x="142875" y="31843"/>
                      <a:pt x="155668" y="19050"/>
                      <a:pt x="171450" y="19050"/>
                    </a:cubicBezTo>
                    <a:lnTo>
                      <a:pt x="247650" y="19050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产品文档问答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15608" y="1995488"/>
              <a:ext cx="69413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PRODUCT DOCS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2048" y="2307431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产品手册/说明书上传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294" y="2545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用户自助查询功能说明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0228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降低客服人工压力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7875" y="1381125"/>
              <a:ext cx="247650" cy="228600"/>
              <a:chOff x="9667875" y="1381125"/>
              <a:chExt cx="24765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7740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085421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技术支持助手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7484" y="19954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TECH SUPPORT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2668" y="2307431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技术文档/日志/错误码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20188" y="2545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快速定位解决方案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2102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支持联网搜索补充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08569" y="3923869"/>
              <a:ext cx="250228" cy="267563"/>
              <a:chOff x="2408569" y="3923869"/>
              <a:chExt cx="250228" cy="26756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19350" y="3933825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228600" y="66675"/>
                    </a:moveTo>
                    <a:lnTo>
                      <a:pt x="114300" y="133350"/>
                    </a:lnTo>
                    <a:lnTo>
                      <a:pt x="0" y="66675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08569" y="3923869"/>
                <a:ext cx="250228" cy="267563"/>
              </a:xfrm>
              <a:custGeom>
                <a:avLst/>
                <a:gdLst/>
                <a:ahLst/>
                <a:cxnLst/>
                <a:rect l="l" t="t" r="r" b="b"/>
                <a:pathLst>
                  <a:path w="250228" h="267563">
                    <a:moveTo>
                      <a:pt x="247609" y="186169"/>
                    </a:moveTo>
                    <a:cubicBezTo>
                      <a:pt x="250228" y="190714"/>
                      <a:pt x="248679" y="196522"/>
                      <a:pt x="244144" y="199159"/>
                    </a:cubicBezTo>
                    <a:lnTo>
                      <a:pt x="129844" y="265834"/>
                    </a:lnTo>
                    <a:cubicBezTo>
                      <a:pt x="126879" y="267563"/>
                      <a:pt x="123213" y="267563"/>
                      <a:pt x="120248" y="265834"/>
                    </a:cubicBezTo>
                    <a:lnTo>
                      <a:pt x="5948" y="199159"/>
                    </a:lnTo>
                    <a:cubicBezTo>
                      <a:pt x="1480" y="196474"/>
                      <a:pt x="0" y="190698"/>
                      <a:pt x="2626" y="186196"/>
                    </a:cubicBezTo>
                    <a:cubicBezTo>
                      <a:pt x="5251" y="181694"/>
                      <a:pt x="11008" y="180138"/>
                      <a:pt x="15544" y="182704"/>
                    </a:cubicBezTo>
                    <a:lnTo>
                      <a:pt x="125081" y="246581"/>
                    </a:lnTo>
                    <a:lnTo>
                      <a:pt x="234619" y="182704"/>
                    </a:lnTo>
                    <a:cubicBezTo>
                      <a:pt x="239164" y="180085"/>
                      <a:pt x="244972" y="181634"/>
                      <a:pt x="247609" y="186169"/>
                    </a:cubicBezTo>
                    <a:close/>
                    <a:moveTo>
                      <a:pt x="234619" y="125554"/>
                    </a:moveTo>
                    <a:lnTo>
                      <a:pt x="125081" y="189431"/>
                    </a:lnTo>
                    <a:lnTo>
                      <a:pt x="15544" y="125554"/>
                    </a:lnTo>
                    <a:cubicBezTo>
                      <a:pt x="11043" y="123313"/>
                      <a:pt x="5574" y="124957"/>
                      <a:pt x="3055" y="129309"/>
                    </a:cubicBezTo>
                    <a:cubicBezTo>
                      <a:pt x="536" y="133661"/>
                      <a:pt x="1834" y="139221"/>
                      <a:pt x="6019" y="142009"/>
                    </a:cubicBezTo>
                    <a:lnTo>
                      <a:pt x="120319" y="208684"/>
                    </a:lnTo>
                    <a:cubicBezTo>
                      <a:pt x="123284" y="210413"/>
                      <a:pt x="126950" y="210413"/>
                      <a:pt x="129915" y="208684"/>
                    </a:cubicBezTo>
                    <a:lnTo>
                      <a:pt x="244215" y="142009"/>
                    </a:lnTo>
                    <a:cubicBezTo>
                      <a:pt x="247203" y="140318"/>
                      <a:pt x="249050" y="137151"/>
                      <a:pt x="249050" y="133718"/>
                    </a:cubicBezTo>
                    <a:cubicBezTo>
                      <a:pt x="249050" y="130286"/>
                      <a:pt x="247203" y="127118"/>
                      <a:pt x="244215" y="125428"/>
                    </a:cubicBezTo>
                    <a:cubicBezTo>
                      <a:pt x="241227" y="123738"/>
                      <a:pt x="237561" y="123786"/>
                      <a:pt x="234619" y="125554"/>
                    </a:cubicBezTo>
                    <a:close/>
                    <a:moveTo>
                      <a:pt x="1256" y="76631"/>
                    </a:moveTo>
                    <a:cubicBezTo>
                      <a:pt x="1264" y="73236"/>
                      <a:pt x="3079" y="70102"/>
                      <a:pt x="6019" y="68404"/>
                    </a:cubicBezTo>
                    <a:lnTo>
                      <a:pt x="120319" y="1729"/>
                    </a:lnTo>
                    <a:cubicBezTo>
                      <a:pt x="123284" y="0"/>
                      <a:pt x="126950" y="0"/>
                      <a:pt x="129915" y="1729"/>
                    </a:cubicBezTo>
                    <a:lnTo>
                      <a:pt x="244215" y="68404"/>
                    </a:lnTo>
                    <a:cubicBezTo>
                      <a:pt x="247141" y="70111"/>
                      <a:pt x="248941" y="73244"/>
                      <a:pt x="248941" y="76631"/>
                    </a:cubicBezTo>
                    <a:cubicBezTo>
                      <a:pt x="248941" y="80019"/>
                      <a:pt x="247141" y="83152"/>
                      <a:pt x="244215" y="84859"/>
                    </a:cubicBezTo>
                    <a:lnTo>
                      <a:pt x="129915" y="151534"/>
                    </a:lnTo>
                    <a:cubicBezTo>
                      <a:pt x="126950" y="153263"/>
                      <a:pt x="123284" y="153263"/>
                      <a:pt x="120319" y="151534"/>
                    </a:cubicBezTo>
                    <a:lnTo>
                      <a:pt x="6019" y="84859"/>
                    </a:lnTo>
                    <a:cubicBezTo>
                      <a:pt x="3079" y="83161"/>
                      <a:pt x="1264" y="80027"/>
                      <a:pt x="1256" y="76631"/>
                    </a:cubicBezTo>
                    <a:close/>
                    <a:moveTo>
                      <a:pt x="29689" y="76631"/>
                    </a:moveTo>
                    <a:lnTo>
                      <a:pt x="125081" y="132281"/>
                    </a:lnTo>
                    <a:lnTo>
                      <a:pt x="220474" y="76631"/>
                    </a:lnTo>
                    <a:lnTo>
                      <a:pt x="125081" y="2098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817239" y="4267200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合同/法规检索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62043" y="4567238"/>
              <a:ext cx="9241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LEGAL &amp; CONTRACTS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72258" y="4879181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上传合同/法规 PDF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8489" y="51173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快速查找条款/合规要求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26669" y="5371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标注来源页码可溯源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33400" y="3930961"/>
              <a:ext cx="276006" cy="253684"/>
              <a:chOff x="6033400" y="3930961"/>
              <a:chExt cx="276006" cy="25368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29409" y="4000643"/>
                <a:ext cx="170234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170234" h="174618">
                    <a:moveTo>
                      <a:pt x="166330" y="162187"/>
                    </a:moveTo>
                    <a:cubicBezTo>
                      <a:pt x="167045" y="164683"/>
                      <a:pt x="166350" y="167369"/>
                      <a:pt x="164514" y="169205"/>
                    </a:cubicBezTo>
                    <a:cubicBezTo>
                      <a:pt x="162678" y="171041"/>
                      <a:pt x="159992" y="171736"/>
                      <a:pt x="157496" y="171021"/>
                    </a:cubicBezTo>
                    <a:lnTo>
                      <a:pt x="121932" y="160865"/>
                    </a:lnTo>
                    <a:cubicBezTo>
                      <a:pt x="99854" y="172886"/>
                      <a:pt x="73615" y="174618"/>
                      <a:pt x="50149" y="165604"/>
                    </a:cubicBezTo>
                    <a:cubicBezTo>
                      <a:pt x="26683" y="156589"/>
                      <a:pt x="8352" y="137736"/>
                      <a:pt x="0" y="114026"/>
                    </a:cubicBezTo>
                    <a:lnTo>
                      <a:pt x="0" y="114026"/>
                    </a:lnTo>
                    <a:cubicBezTo>
                      <a:pt x="1548" y="114110"/>
                      <a:pt x="3108" y="114157"/>
                      <a:pt x="4679" y="114157"/>
                    </a:cubicBezTo>
                    <a:cubicBezTo>
                      <a:pt x="32483" y="114159"/>
                      <a:pt x="58561" y="100677"/>
                      <a:pt x="74634" y="77990"/>
                    </a:cubicBezTo>
                    <a:cubicBezTo>
                      <a:pt x="90708" y="55303"/>
                      <a:pt x="94780" y="26230"/>
                      <a:pt x="85558" y="0"/>
                    </a:cubicBezTo>
                    <a:lnTo>
                      <a:pt x="85558" y="0"/>
                    </a:lnTo>
                    <a:cubicBezTo>
                      <a:pt x="114935" y="1603"/>
                      <a:pt x="141438" y="18160"/>
                      <a:pt x="155763" y="43858"/>
                    </a:cubicBezTo>
                    <a:cubicBezTo>
                      <a:pt x="170088" y="69555"/>
                      <a:pt x="170234" y="100804"/>
                      <a:pt x="156150" y="1266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33400" y="3930961"/>
                <a:ext cx="276006" cy="253684"/>
              </a:xfrm>
              <a:custGeom>
                <a:avLst/>
                <a:gdLst/>
                <a:ahLst/>
                <a:cxnLst/>
                <a:rect l="l" t="t" r="r" b="b"/>
                <a:pathLst>
                  <a:path w="276006" h="253684">
                    <a:moveTo>
                      <a:pt x="262375" y="197329"/>
                    </a:moveTo>
                    <a:cubicBezTo>
                      <a:pt x="276006" y="169621"/>
                      <a:pt x="275359" y="137024"/>
                      <a:pt x="260639" y="109879"/>
                    </a:cubicBezTo>
                    <a:cubicBezTo>
                      <a:pt x="245919" y="82733"/>
                      <a:pt x="218953" y="64408"/>
                      <a:pt x="188295" y="60717"/>
                    </a:cubicBezTo>
                    <a:cubicBezTo>
                      <a:pt x="174653" y="28918"/>
                      <a:pt x="144840" y="7017"/>
                      <a:pt x="110417" y="3508"/>
                    </a:cubicBezTo>
                    <a:cubicBezTo>
                      <a:pt x="75993" y="0"/>
                      <a:pt x="42375" y="15435"/>
                      <a:pt x="22599" y="43829"/>
                    </a:cubicBezTo>
                    <a:cubicBezTo>
                      <a:pt x="2823" y="72222"/>
                      <a:pt x="0" y="109107"/>
                      <a:pt x="15225" y="140179"/>
                    </a:cubicBezTo>
                    <a:lnTo>
                      <a:pt x="6105" y="172112"/>
                    </a:lnTo>
                    <a:cubicBezTo>
                      <a:pt x="4448" y="177929"/>
                      <a:pt x="6072" y="184188"/>
                      <a:pt x="10349" y="188465"/>
                    </a:cubicBezTo>
                    <a:cubicBezTo>
                      <a:pt x="14627" y="192742"/>
                      <a:pt x="20885" y="194367"/>
                      <a:pt x="26703" y="192710"/>
                    </a:cubicBezTo>
                    <a:lnTo>
                      <a:pt x="58636" y="183589"/>
                    </a:lnTo>
                    <a:cubicBezTo>
                      <a:pt x="68271" y="188320"/>
                      <a:pt x="78636" y="191392"/>
                      <a:pt x="89294" y="192674"/>
                    </a:cubicBezTo>
                    <a:cubicBezTo>
                      <a:pt x="99561" y="216729"/>
                      <a:pt x="119268" y="235504"/>
                      <a:pt x="143792" y="244594"/>
                    </a:cubicBezTo>
                    <a:cubicBezTo>
                      <a:pt x="168316" y="253684"/>
                      <a:pt x="195499" y="252290"/>
                      <a:pt x="218965" y="240739"/>
                    </a:cubicBezTo>
                    <a:lnTo>
                      <a:pt x="250898" y="249860"/>
                    </a:lnTo>
                    <a:cubicBezTo>
                      <a:pt x="256715" y="251517"/>
                      <a:pt x="262974" y="249892"/>
                      <a:pt x="267251" y="245615"/>
                    </a:cubicBezTo>
                    <a:cubicBezTo>
                      <a:pt x="271528" y="241338"/>
                      <a:pt x="273153" y="235079"/>
                      <a:pt x="271495" y="229262"/>
                    </a:cubicBezTo>
                    <a:close/>
                    <a:moveTo>
                      <a:pt x="59659" y="163873"/>
                    </a:moveTo>
                    <a:cubicBezTo>
                      <a:pt x="58774" y="163873"/>
                      <a:pt x="57893" y="163993"/>
                      <a:pt x="57040" y="164230"/>
                    </a:cubicBezTo>
                    <a:lnTo>
                      <a:pt x="25596" y="173219"/>
                    </a:lnTo>
                    <a:lnTo>
                      <a:pt x="34585" y="141775"/>
                    </a:lnTo>
                    <a:cubicBezTo>
                      <a:pt x="35259" y="139379"/>
                      <a:pt x="34968" y="136815"/>
                      <a:pt x="33775" y="134631"/>
                    </a:cubicBezTo>
                    <a:cubicBezTo>
                      <a:pt x="15670" y="101392"/>
                      <a:pt x="24730" y="59900"/>
                      <a:pt x="55043" y="37233"/>
                    </a:cubicBezTo>
                    <a:cubicBezTo>
                      <a:pt x="85355" y="14566"/>
                      <a:pt x="127715" y="17607"/>
                      <a:pt x="154480" y="44371"/>
                    </a:cubicBezTo>
                    <a:cubicBezTo>
                      <a:pt x="181244" y="71135"/>
                      <a:pt x="184284" y="113495"/>
                      <a:pt x="161617" y="143808"/>
                    </a:cubicBezTo>
                    <a:cubicBezTo>
                      <a:pt x="138951" y="174120"/>
                      <a:pt x="97459" y="183180"/>
                      <a:pt x="64220" y="165075"/>
                    </a:cubicBezTo>
                    <a:cubicBezTo>
                      <a:pt x="62826" y="164295"/>
                      <a:pt x="61257" y="163882"/>
                      <a:pt x="59659" y="163873"/>
                    </a:cubicBezTo>
                    <a:close/>
                    <a:moveTo>
                      <a:pt x="243016" y="198925"/>
                    </a:moveTo>
                    <a:lnTo>
                      <a:pt x="252005" y="230369"/>
                    </a:lnTo>
                    <a:lnTo>
                      <a:pt x="220561" y="221380"/>
                    </a:lnTo>
                    <a:cubicBezTo>
                      <a:pt x="218165" y="220706"/>
                      <a:pt x="215601" y="220997"/>
                      <a:pt x="213417" y="222189"/>
                    </a:cubicBezTo>
                    <a:cubicBezTo>
                      <a:pt x="176889" y="242062"/>
                      <a:pt x="131175" y="229013"/>
                      <a:pt x="110642" y="192852"/>
                    </a:cubicBezTo>
                    <a:cubicBezTo>
                      <a:pt x="137009" y="190106"/>
                      <a:pt x="161036" y="176487"/>
                      <a:pt x="176935" y="155274"/>
                    </a:cubicBezTo>
                    <a:cubicBezTo>
                      <a:pt x="192834" y="134062"/>
                      <a:pt x="199165" y="107179"/>
                      <a:pt x="194402" y="81100"/>
                    </a:cubicBezTo>
                    <a:cubicBezTo>
                      <a:pt x="217538" y="86553"/>
                      <a:pt x="236804" y="102488"/>
                      <a:pt x="246498" y="124191"/>
                    </a:cubicBezTo>
                    <a:cubicBezTo>
                      <a:pt x="256192" y="145893"/>
                      <a:pt x="255203" y="170876"/>
                      <a:pt x="243825" y="191745"/>
                    </a:cubicBezTo>
                    <a:cubicBezTo>
                      <a:pt x="242623" y="193939"/>
                      <a:pt x="242332" y="196518"/>
                      <a:pt x="243016" y="1989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618559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私有化部署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70615" y="456723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ON-PREMISE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48312" y="48791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数据不出企业内网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73266" y="5117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纯本地 CPU 嵌入 + ChromaDB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90460" y="537162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 LLM 调用需外网 API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76588" y="3913430"/>
              <a:ext cx="230225" cy="268045"/>
              <a:chOff x="9676588" y="3913430"/>
              <a:chExt cx="230225" cy="26804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86509" y="4037302"/>
                <a:ext cx="210383" cy="125669"/>
              </a:xfrm>
              <a:custGeom>
                <a:avLst/>
                <a:gdLst/>
                <a:ahLst/>
                <a:cxnLst/>
                <a:rect l="l" t="t" r="r" b="b"/>
                <a:pathLst>
                  <a:path w="210383" h="125669">
                    <a:moveTo>
                      <a:pt x="65675" y="96548"/>
                    </a:moveTo>
                    <a:lnTo>
                      <a:pt x="30611" y="123027"/>
                    </a:lnTo>
                    <a:cubicBezTo>
                      <a:pt x="28043" y="125083"/>
                      <a:pt x="24597" y="125669"/>
                      <a:pt x="21494" y="124577"/>
                    </a:cubicBezTo>
                    <a:cubicBezTo>
                      <a:pt x="18391" y="123484"/>
                      <a:pt x="16072" y="120869"/>
                      <a:pt x="15359" y="117658"/>
                    </a:cubicBezTo>
                    <a:lnTo>
                      <a:pt x="643" y="51423"/>
                    </a:lnTo>
                    <a:cubicBezTo>
                      <a:pt x="0" y="48541"/>
                      <a:pt x="730" y="45524"/>
                      <a:pt x="2619" y="43255"/>
                    </a:cubicBezTo>
                    <a:lnTo>
                      <a:pt x="38707" y="0"/>
                    </a:lnTo>
                    <a:cubicBezTo>
                      <a:pt x="37326" y="27789"/>
                      <a:pt x="44112" y="60150"/>
                      <a:pt x="65675" y="96548"/>
                    </a:cubicBezTo>
                    <a:close/>
                    <a:moveTo>
                      <a:pt x="207764" y="43255"/>
                    </a:moveTo>
                    <a:lnTo>
                      <a:pt x="171676" y="0"/>
                    </a:lnTo>
                    <a:cubicBezTo>
                      <a:pt x="173117" y="27789"/>
                      <a:pt x="166271" y="60150"/>
                      <a:pt x="144708" y="96548"/>
                    </a:cubicBezTo>
                    <a:lnTo>
                      <a:pt x="179772" y="123027"/>
                    </a:lnTo>
                    <a:cubicBezTo>
                      <a:pt x="182340" y="125083"/>
                      <a:pt x="185786" y="125669"/>
                      <a:pt x="188889" y="124577"/>
                    </a:cubicBezTo>
                    <a:cubicBezTo>
                      <a:pt x="191991" y="123484"/>
                      <a:pt x="194311" y="120869"/>
                      <a:pt x="195024" y="117658"/>
                    </a:cubicBezTo>
                    <a:lnTo>
                      <a:pt x="209740" y="51423"/>
                    </a:lnTo>
                    <a:cubicBezTo>
                      <a:pt x="210383" y="48541"/>
                      <a:pt x="209653" y="45524"/>
                      <a:pt x="207764" y="43255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76588" y="3913430"/>
                <a:ext cx="230225" cy="268045"/>
              </a:xfrm>
              <a:custGeom>
                <a:avLst/>
                <a:gdLst/>
                <a:ahLst/>
                <a:cxnLst/>
                <a:rect l="l" t="t" r="r" b="b"/>
                <a:pathLst>
                  <a:path w="230225" h="268045">
                    <a:moveTo>
                      <a:pt x="143687" y="258520"/>
                    </a:moveTo>
                    <a:cubicBezTo>
                      <a:pt x="143687" y="263781"/>
                      <a:pt x="139423" y="268045"/>
                      <a:pt x="134162" y="268045"/>
                    </a:cubicBezTo>
                    <a:lnTo>
                      <a:pt x="96062" y="268045"/>
                    </a:lnTo>
                    <a:cubicBezTo>
                      <a:pt x="90802" y="268045"/>
                      <a:pt x="86537" y="263781"/>
                      <a:pt x="86537" y="258520"/>
                    </a:cubicBezTo>
                    <a:cubicBezTo>
                      <a:pt x="86537" y="253260"/>
                      <a:pt x="90802" y="248995"/>
                      <a:pt x="96062" y="248995"/>
                    </a:cubicBezTo>
                    <a:lnTo>
                      <a:pt x="134162" y="248995"/>
                    </a:lnTo>
                    <a:cubicBezTo>
                      <a:pt x="139423" y="248995"/>
                      <a:pt x="143687" y="253260"/>
                      <a:pt x="143687" y="258520"/>
                    </a:cubicBezTo>
                    <a:close/>
                    <a:moveTo>
                      <a:pt x="115112" y="125170"/>
                    </a:moveTo>
                    <a:cubicBezTo>
                      <a:pt x="123003" y="125170"/>
                      <a:pt x="129400" y="118774"/>
                      <a:pt x="129400" y="110883"/>
                    </a:cubicBezTo>
                    <a:cubicBezTo>
                      <a:pt x="129400" y="102992"/>
                      <a:pt x="123003" y="96595"/>
                      <a:pt x="115112" y="96595"/>
                    </a:cubicBezTo>
                    <a:cubicBezTo>
                      <a:pt x="107222" y="96595"/>
                      <a:pt x="100825" y="102992"/>
                      <a:pt x="100825" y="110883"/>
                    </a:cubicBezTo>
                    <a:cubicBezTo>
                      <a:pt x="100825" y="118774"/>
                      <a:pt x="107222" y="125170"/>
                      <a:pt x="115112" y="125170"/>
                    </a:cubicBezTo>
                    <a:close/>
                    <a:moveTo>
                      <a:pt x="228960" y="177355"/>
                    </a:moveTo>
                    <a:lnTo>
                      <a:pt x="214244" y="243590"/>
                    </a:lnTo>
                    <a:cubicBezTo>
                      <a:pt x="212825" y="249983"/>
                      <a:pt x="208221" y="255200"/>
                      <a:pt x="202053" y="257402"/>
                    </a:cubicBezTo>
                    <a:cubicBezTo>
                      <a:pt x="195886" y="259605"/>
                      <a:pt x="189019" y="258485"/>
                      <a:pt x="183871" y="254437"/>
                    </a:cubicBezTo>
                    <a:lnTo>
                      <a:pt x="151438" y="229945"/>
                    </a:lnTo>
                    <a:lnTo>
                      <a:pt x="78810" y="229945"/>
                    </a:lnTo>
                    <a:lnTo>
                      <a:pt x="46354" y="254437"/>
                    </a:lnTo>
                    <a:cubicBezTo>
                      <a:pt x="41206" y="258485"/>
                      <a:pt x="34339" y="259605"/>
                      <a:pt x="28172" y="257402"/>
                    </a:cubicBezTo>
                    <a:cubicBezTo>
                      <a:pt x="22004" y="255200"/>
                      <a:pt x="17400" y="249983"/>
                      <a:pt x="15981" y="243590"/>
                    </a:cubicBezTo>
                    <a:lnTo>
                      <a:pt x="1265" y="177355"/>
                    </a:lnTo>
                    <a:cubicBezTo>
                      <a:pt x="0" y="171596"/>
                      <a:pt x="1458" y="165575"/>
                      <a:pt x="5218" y="161032"/>
                    </a:cubicBezTo>
                    <a:lnTo>
                      <a:pt x="39222" y="120241"/>
                    </a:lnTo>
                    <a:cubicBezTo>
                      <a:pt x="40363" y="105250"/>
                      <a:pt x="43805" y="90525"/>
                      <a:pt x="49426" y="76581"/>
                    </a:cubicBezTo>
                    <a:cubicBezTo>
                      <a:pt x="64785" y="38076"/>
                      <a:pt x="92288" y="13918"/>
                      <a:pt x="103444" y="5322"/>
                    </a:cubicBezTo>
                    <a:cubicBezTo>
                      <a:pt x="110313" y="0"/>
                      <a:pt x="119912" y="0"/>
                      <a:pt x="126781" y="5322"/>
                    </a:cubicBezTo>
                    <a:cubicBezTo>
                      <a:pt x="137901" y="13918"/>
                      <a:pt x="165440" y="38076"/>
                      <a:pt x="180799" y="76581"/>
                    </a:cubicBezTo>
                    <a:cubicBezTo>
                      <a:pt x="186420" y="90525"/>
                      <a:pt x="189862" y="105250"/>
                      <a:pt x="191003" y="120241"/>
                    </a:cubicBezTo>
                    <a:lnTo>
                      <a:pt x="225007" y="161032"/>
                    </a:lnTo>
                    <a:cubicBezTo>
                      <a:pt x="228767" y="165575"/>
                      <a:pt x="230225" y="171596"/>
                      <a:pt x="228960" y="177355"/>
                    </a:cubicBezTo>
                    <a:close/>
                    <a:moveTo>
                      <a:pt x="81096" y="210895"/>
                    </a:moveTo>
                    <a:lnTo>
                      <a:pt x="149129" y="210895"/>
                    </a:lnTo>
                    <a:cubicBezTo>
                      <a:pt x="174275" y="166199"/>
                      <a:pt x="178978" y="123408"/>
                      <a:pt x="163107" y="83641"/>
                    </a:cubicBezTo>
                    <a:cubicBezTo>
                      <a:pt x="149105" y="48542"/>
                      <a:pt x="122840" y="26348"/>
                      <a:pt x="115112" y="20395"/>
                    </a:cubicBezTo>
                    <a:cubicBezTo>
                      <a:pt x="107361" y="26348"/>
                      <a:pt x="81096" y="48542"/>
                      <a:pt x="67095" y="83641"/>
                    </a:cubicBezTo>
                    <a:cubicBezTo>
                      <a:pt x="51247" y="123408"/>
                      <a:pt x="55950" y="166199"/>
                      <a:pt x="81096" y="210895"/>
                    </a:cubicBezTo>
                    <a:close/>
                    <a:moveTo>
                      <a:pt x="63237" y="217861"/>
                    </a:moveTo>
                    <a:cubicBezTo>
                      <a:pt x="50418" y="194564"/>
                      <a:pt x="42639" y="171668"/>
                      <a:pt x="39901" y="149173"/>
                    </a:cubicBezTo>
                    <a:lnTo>
                      <a:pt x="19862" y="173224"/>
                    </a:lnTo>
                    <a:lnTo>
                      <a:pt x="34579" y="239470"/>
                    </a:lnTo>
                    <a:lnTo>
                      <a:pt x="34793" y="239316"/>
                    </a:lnTo>
                    <a:close/>
                    <a:moveTo>
                      <a:pt x="210362" y="173224"/>
                    </a:moveTo>
                    <a:lnTo>
                      <a:pt x="190324" y="149173"/>
                    </a:lnTo>
                    <a:cubicBezTo>
                      <a:pt x="187610" y="171621"/>
                      <a:pt x="179847" y="194516"/>
                      <a:pt x="167036" y="217861"/>
                    </a:cubicBezTo>
                    <a:lnTo>
                      <a:pt x="195432" y="239292"/>
                    </a:lnTo>
                    <a:lnTo>
                      <a:pt x="195646" y="239447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085421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快速原型验证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17474" y="4567238"/>
              <a:ext cx="8341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RAPID PROTOTYPE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435" y="4879181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最小可行 RAG 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45178" y="5117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分钟级搭建验证概念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371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再决定是否上生产平台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2026-06-14T09:05:57Z</dcterms:created>
  <dcterms:modified xsi:type="dcterms:W3CDTF">2026-06-14T09:05:57Z</dcterms:modified>
  <cp:category/>
  <cp:contentStatus/>
</cp:coreProperties>
</file>